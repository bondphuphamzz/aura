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9f8968a5ae4227" /><Relationship Type="http://schemas.openxmlformats.org/officeDocument/2006/relationships/extended-properties" Target="/docProps/app.xml" Id="R042bfd890b364726" /><Relationship Type="http://schemas.openxmlformats.org/officeDocument/2006/relationships/officeDocument" Target="/ppt/presentation.xml" Id="R90da977a541b4e23" /></Relationships>
</file>

<file path=ppt/presentation.xml><?xml version="1.0" encoding="utf-8"?>
<p:presentation xmlns:p="http://schemas.openxmlformats.org/presentationml/2006/main">
  <p:sldMasterIdLst>
    <p:sldMasterId xmlns:r="http://schemas.openxmlformats.org/officeDocument/2006/relationships" id="2147483648" r:id="R04c3212187524e4c"/>
  </p:sldMasterIdLst>
  <p:notesMasterIdLst>
    <p:notesMasterId xmlns:r="http://schemas.openxmlformats.org/officeDocument/2006/relationships" r:id="R4e986cc36a9e44b6"/>
  </p:notesMasterIdLst>
  <p:sldIdLst>
    <p:sldId xmlns:r="http://schemas.openxmlformats.org/officeDocument/2006/relationships" id="256" r:id="R66b82ea9162d47a7"/>
    <p:sldId xmlns:r="http://schemas.openxmlformats.org/officeDocument/2006/relationships" id="257" r:id="R39d326d226a1477b"/>
    <p:sldId xmlns:r="http://schemas.openxmlformats.org/officeDocument/2006/relationships" id="258" r:id="Rf3c6a0e818b14552"/>
    <p:sldId xmlns:r="http://schemas.openxmlformats.org/officeDocument/2006/relationships" id="259" r:id="R3154f74726d34146"/>
    <p:sldId xmlns:r="http://schemas.openxmlformats.org/officeDocument/2006/relationships" id="260" r:id="R92c006bf2dc54d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f91cad1aa84f89" /><Relationship Type="http://schemas.openxmlformats.org/officeDocument/2006/relationships/slideMaster" Target="/ppt/slideMasters/slideMaster1.xml" Id="R04c3212187524e4c" /><Relationship Type="http://schemas.openxmlformats.org/officeDocument/2006/relationships/notesMaster" Target="/ppt/notesMasters/notesMaster1.xml" Id="R4e986cc36a9e44b6" /><Relationship Type="http://schemas.openxmlformats.org/officeDocument/2006/relationships/presProps" Target="/ppt/presProps.xml" Id="Rc8b64757699e431d" /><Relationship Type="http://schemas.openxmlformats.org/officeDocument/2006/relationships/tableStyles" Target="/ppt/tableStyles.xml" Id="R019f1d7116774a39" /><Relationship Type="http://schemas.openxmlformats.org/officeDocument/2006/relationships/slide" Target="/ppt/slides/slide1.xml" Id="R66b82ea9162d47a7" /><Relationship Type="http://schemas.openxmlformats.org/officeDocument/2006/relationships/slide" Target="/ppt/slides/slide2.xml" Id="R39d326d226a1477b" /><Relationship Type="http://schemas.openxmlformats.org/officeDocument/2006/relationships/slide" Target="/ppt/slides/slide3.xml" Id="Rf3c6a0e818b14552" /><Relationship Type="http://schemas.openxmlformats.org/officeDocument/2006/relationships/slide" Target="/ppt/slides/slide4.xml" Id="R3154f74726d34146" /><Relationship Type="http://schemas.openxmlformats.org/officeDocument/2006/relationships/slide" Target="/ppt/slides/slide5.xml" Id="R92c006bf2dc54d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c532d56dad45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URA restrained navy">
      <a:dk1>
        <a:srgbClr val="091522"/>
      </a:dk1>
      <a:lt1>
        <a:srgbClr val="F4F7FB"/>
      </a:lt1>
      <a:dk2>
        <a:srgbClr val="162A42"/>
      </a:dk2>
      <a:lt2>
        <a:srgbClr val="A6B3C4"/>
      </a:lt2>
      <a:accent1>
        <a:srgbClr val="5F8FD8"/>
      </a:accent1>
      <a:accent2>
        <a:srgbClr val="45A9BE"/>
      </a:accent2>
      <a:accent3>
        <a:srgbClr val="C59A4A"/>
      </a:accent3>
      <a:accent4>
        <a:srgbClr val="4FAF91"/>
      </a:accent4>
      <a:accent5>
        <a:srgbClr val="162A42"/>
      </a:accent5>
      <a:accent6>
        <a:srgbClr val="31445C"/>
      </a:accent6>
      <a:hlink>
        <a:srgbClr val="5F8FD8"/>
      </a:hlink>
      <a:folHlink>
        <a:srgbClr val="45A9BE"/>
      </a:folHlink>
    </a:clrScheme>
    <a:fontScheme name="">
      <a:majorFont>
        <a:latin typeface="Segoe UI"/>
        <a:ea typeface=""/>
        <a:cs typeface=""/>
      </a:majorFont>
      <a:minorFont>
        <a:latin typeface="Segoe UI"/>
        <a:ea typeface=""/>
        <a:cs typeface=""/>
      </a:minorFont>
    </a:fontScheme>
    <a:fmtScheme name="AURA restrained nav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2d52fbd03a40b6" /><Relationship Type="http://schemas.openxmlformats.org/officeDocument/2006/relationships/notesMaster" Target="/ppt/notesMasters/notesMaster1.xml" Id="R07aefe22939d43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92e9b60d8f4fda" /><Relationship Type="http://schemas.openxmlformats.org/officeDocument/2006/relationships/notesMaster" Target="/ppt/notesMasters/notesMaster1.xml" Id="Rb13f2d28ba1f4d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82474fb6584f08" /><Relationship Type="http://schemas.openxmlformats.org/officeDocument/2006/relationships/notesMaster" Target="/ppt/notesMasters/notesMaster1.xml" Id="Rf68492983f634e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56195a5a1c4df1" /><Relationship Type="http://schemas.openxmlformats.org/officeDocument/2006/relationships/notesMaster" Target="/ppt/notesMasters/notesMaster1.xml" Id="Red557e531e7840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642be1696740b0" /><Relationship Type="http://schemas.openxmlformats.org/officeDocument/2006/relationships/notesMaster" Target="/ppt/notesMasters/notesMaster1.xml" Id="Rf3451518d82441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Quy trình hoàn ứng hiện tại có năm điểm chờ. Vấn đề không chỉ là đọc chữ, mà là người duyệt phải tự ghép dữ kiện, quy định và lịch sử trước khi quyết định.</a:t>
            </a:r>
          </a:p>
          <a:p xmlns:a="http://schemas.openxmlformats.org/drawingml/2006/main">
            <a:r>
              <a:t/>
            </a:r>
          </a:p>
          <a:p xmlns:a="http://schemas.openxmlformats.org/drawingml/2006/main">
            <a:r>
              <a:t>Ảnh, số tiền và metadata nằm rời nhau. Việc đọc thủ công dễ bỏ sót trường trọng yếu. Khi đối chiếu, FACT và POLICY dễ bị trộn. Câu hỏi chuyển cấp thường thiếu ngữ cảnh, còn lịch sử khó nối từ đầu vào tới người chịu trách nhiệm.</a:t>
            </a:r>
          </a:p>
          <a:p xmlns:a="http://schemas.openxmlformats.org/drawingml/2006/main">
            <a:r>
              <a:t/>
            </a:r>
          </a:p>
          <a:p xmlns:a="http://schemas.openxmlformats.org/drawingml/2006/main">
            <a:r>
              <a:t>Feedback doanh nghiệp ngày 17/10 tập trung đúng vào khoảng trống này: tiếp nhận nhiều hóa đơn, giảm nhập tay, có visibility cho quản lý và xử lý dữ liệu cá nhân an toàn hơn.</a:t>
            </a:r>
          </a:p>
          <a:p xmlns:a="http://schemas.openxmlformats.org/drawingml/2006/main">
            <a:r>
              <a:t/>
            </a:r>
          </a:p>
          <a:p xmlns:a="http://schemas.openxmlformats.org/drawingml/2006/main">
            <a:r>
              <a:t>AURA vẫn giữ boundary cốt lõi: AI đọc facts, C# áp policy và con người chịu trách nhiệm ngoại lệ.</a:t>
            </a:r>
          </a:p>
          <a:p xmlns:a="http://schemas.openxmlformats.org/drawingml/2006/main">
            <a:r>
              <a:t/>
            </a:r>
          </a:p>
          <a:p xmlns:a="http://schemas.openxmlformats.org/drawingml/2006/main">
            <a:r>
              <a:t>Nguồn: D:/aura/demo_Day/final_feedback_trienkhai_ngay/main_feedback/final feedback need to upgrade.txt; submission/AURA_PROPOSAL_VI.md; BUSINESS_RULES.md; submission/AURA_WORKFLOW_SPEC.md.</a:t>
            </a:r>
          </a:p>
          <a:p xmlns:a="http://schemas.openxmlformats.org/drawingml/2006/main">
            <a:r>
              <a:t/>
            </a:r>
          </a:p>
          <a:p xmlns:a="http://schemas.openxmlformats.org/drawingml/2006/main">
            <a:r>
              <a:t>CHUYỂN: Slide tiếp theo cho thấy feedback đã đi vào pipeline mà không tạo một đường xử lý thứ 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Sơ đồ chia rõ ba vùng và hai làn để thấy năm thay đổi sau feedback đã đi vào đúng boundary nào.</a:t>
            </a:r>
          </a:p>
          <a:p xmlns:a="http://schemas.openxmlformats.org/drawingml/2006/main">
            <a:r>
              <a:t/>
            </a:r>
          </a:p>
          <a:p xmlns:a="http://schemas.openxmlformats.org/drawingml/2006/main">
            <a:r>
              <a:t>Pha A nhận tối đa mười ảnh nhưng vẫn kiểm từng file, lưu riêng tư, tính SHA-256 rồi ghi một SQL row và AI_QUEUED riêng. UI gọi tuần tự cùng endpoint HTTP 202; mỗi ảnh là một hồ sơ độc lập, chưa có InvoiceBatch hoặc batchId phía server.</a:t>
            </a:r>
          </a:p>
          <a:p xmlns:a="http://schemas.openxmlformats.org/drawingml/2006/main">
            <a:r>
              <a:t/>
            </a:r>
          </a:p>
          <a:p xmlns:a="http://schemas.openxmlformats.org/drawingml/2006/main">
            <a:r>
              <a:t>Số tiền là tùy chọn. Nếu để trống, worker chỉ dùng final total do AI trả về sau JSON Schema và semantic validation; nguồn USER_PROVIDED, AI_EXTRACTED hoặc UNAVAILABLE được audit.</a:t>
            </a:r>
          </a:p>
          <a:p xmlns:a="http://schemas.openxmlformats.org/drawingml/2006/main">
            <a:r>
              <a:t/>
            </a:r>
          </a:p>
          <a:p xmlns:a="http://schemas.openxmlformats.org/drawingml/2006/main">
            <a:r>
              <a:t>Pha C vẫn giữ AI concurrency bằng một và gọi Qwen3.8 Flash qua OpenRouter. Payload yêu cầu data_collection=deny; strict ZDR chưa bật vì phải xác nhận route live còn provider đủ điều kiện.</a:t>
            </a:r>
          </a:p>
          <a:p xmlns:a="http://schemas.openxmlformats.org/drawingml/2006/main">
            <a:r>
              <a:t/>
            </a:r>
          </a:p>
          <a:p xmlns:a="http://schemas.openxmlformats.org/drawingml/2006/main">
            <a:r>
              <a:t>Sau DTO và semantic validation, privacy classifier chỉ giữ category, không lặp giá trị gốc. PolicyDecisionEngine C# mới route AUTO_APPROVE hoặc ESCALATE_FACT, POLICY, PRIVACY, AUTHORITY hay SYSTEM_ERROR.</a:t>
            </a:r>
          </a:p>
          <a:p xmlns:a="http://schemas.openxmlformats.org/drawingml/2006/main">
            <a:r>
              <a:t/>
            </a:r>
          </a:p>
          <a:p xmlns:a="http://schemas.openxmlformats.org/drawingml/2006/main">
            <a:r>
              <a:t>Gate con người không đổi: nhân viên chuyển tiếp, quản lý trả lời CÓ hoặc KHÔNG, Undo ghi event mới. Dashboard có thể tải CSV tháng từ SQL; báo cáo không xuất raw AI facts và chống CSV formula injection.</a:t>
            </a:r>
          </a:p>
          <a:p xmlns:a="http://schemas.openxmlformats.org/drawingml/2006/main">
            <a:r>
              <a:t/>
            </a:r>
          </a:p>
          <a:p xmlns:a="http://schemas.openxmlformats.org/drawingml/2006/main">
            <a:r>
              <a:t>Nguồn: docs/AFTER_FEEDBACK_IMPLEMENTATION.md; Services/ReceiptProcessingWorker.cs; Services/ReceiptAmountResolver.cs; Services/ReceiptPrivacyClassifier.cs; Services/ManagerOperationsReportExporter.cs; Services/PolicyDecisionEngine.cs.</a:t>
            </a:r>
          </a:p>
          <a:p xmlns:a="http://schemas.openxmlformats.org/drawingml/2006/main">
            <a:r>
              <a:t/>
            </a:r>
          </a:p>
          <a:p xmlns:a="http://schemas.openxmlformats.org/drawingml/2006/main">
            <a:r>
              <a:t>CHUYỂN: Những thay đổi này là bằng chứng kỹ thuật; tác động người dùng vẫn phải đo trước và sau.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Slide này dùng bảng đối chiếu thật. Mỗi hàng là một chỉ số; hai phía phải cùng cách đo.</a:t>
            </a:r>
          </a:p>
          <a:p xmlns:a="http://schemas.openxmlformats.org/drawingml/2006/main">
            <a:r>
              <a:t/>
            </a:r>
          </a:p>
          <a:p xmlns:a="http://schemas.openxmlformats.org/drawingml/2006/main">
            <a:r>
              <a:t>Delta T là thời gian đến kết quả cuối và Delta H là số lần chạm. E_missed và E_over so với cùng đáp án chuẩn. A_trace kiểm tra quyết định có đủ audit timeline hay không.</a:t>
            </a:r>
          </a:p>
          <a:p xmlns:a="http://schemas.openxmlformats.org/drawingml/2006/main">
            <a:r>
              <a:t/>
            </a:r>
          </a:p>
          <a:p xmlns:a="http://schemas.openxmlformats.org/drawingml/2006/main">
            <a:r>
              <a:t>Phía AURA đã có 0 trên 10 missed, 2 trên 10 over và audit timeline trên mini-holdout. Phía thủ công chưa đo trên cùng bộ hóa đơn, nên ba hàng này mới có một nửa bằng chứng. Delta T và Delta H chưa có số ở cả hai phía trong user study.</a:t>
            </a:r>
          </a:p>
          <a:p xmlns:a="http://schemas.openxmlformats.org/drawingml/2006/main">
            <a:r>
              <a:t/>
            </a:r>
          </a:p>
          <a:p xmlns:a="http://schemas.openxmlformats.org/drawingml/2006/main">
            <a:r>
              <a:t>Giao thức giữ nguyên: ba người dùng làm cùng ba nhiệm vụ trên cùng bộ hóa đơn, so median trước và sau, giữ cả phản hồi tiêu cực, và khóa ngưỡng trước khi mở kết quả.</a:t>
            </a:r>
          </a:p>
          <a:p xmlns:a="http://schemas.openxmlformats.org/drawingml/2006/main">
            <a:r>
              <a:t/>
            </a:r>
          </a:p>
          <a:p xmlns:a="http://schemas.openxmlformats.org/drawingml/2006/main">
            <a:r>
              <a:t>Sau feedback, candidate đạt 181 trên 181 test offline. Con số 5 trên 5 và 65.004 giây là baseline live ngày 14/10, không phải phép đo lại candidate ngày 17/10. Publish và live smoke vẫn PENDING.</a:t>
            </a:r>
          </a:p>
          <a:p xmlns:a="http://schemas.openxmlformats.org/drawingml/2006/main">
            <a:r>
              <a:t/>
            </a:r>
          </a:p>
          <a:p xmlns:a="http://schemas.openxmlformats.org/drawingml/2006/main">
            <a:r>
              <a:t>Nguồn: docs/AFTER_FEEDBACK_IMPLEMENTATION.md; docs/EVALUATION_EVIDENCE.md; docs/USER_STUDY_PROTOCOL.md; docs/MEASUREMENT_PLAN.md.</a:t>
            </a:r>
          </a:p>
          <a:p xmlns:a="http://schemas.openxmlformats.org/drawingml/2006/main">
            <a:r>
              <a:t/>
            </a:r>
          </a:p>
          <a:p xmlns:a="http://schemas.openxmlformats.org/drawingml/2006/main">
            <a:r>
              <a:t>CHUYỂN: Slide tiếp theo phân biệt rõ code đã triển khai, cấu hình cần re-smoke và phần vẫn ở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Slide này phân định ba trạng thái khác nhau: code đã triển khai và test, candidate live cần re-smoke, và roadmap chưa được ghép vào pipeline.</a:t>
            </a:r>
          </a:p>
          <a:p xmlns:a="http://schemas.openxmlformats.org/drawingml/2006/main">
            <a:r>
              <a:t/>
            </a:r>
          </a:p>
          <a:p xmlns:a="http://schemas.openxmlformats.org/drawingml/2006/main">
            <a:r>
              <a:t>Bốn lớp bên trái đã có trong source: giao diện multi-file, dashboard và CSV report; SQL queue/worker; adapter cùng schema/semantic validation; amount resolver, privacy classifier và policy C#.</a:t>
            </a:r>
          </a:p>
          <a:p xmlns:a="http://schemas.openxmlformats.org/drawingml/2006/main">
            <a:r>
              <a:t/>
            </a:r>
          </a:p>
          <a:p xmlns:a="http://schemas.openxmlformats.org/drawingml/2006/main">
            <a:r>
              <a:t>Model chỉ nhận ảnh và trả DTO theo contract. Model không có tool, không có credential ghi database và không tự sửa trạng thái. Privacy classifier không cấp quyền; nó chỉ tạo category để policy C# fail-safe sang ESCALATE_PRIVACY. Vì triage chạy sau VLM, demo ưu tiên chứng từ tổng hợp hoặc đã ẩn danh; production cần pre-inference redaction hoặc local VLM cho dữ liệu nhạy cảm.</a:t>
            </a:r>
          </a:p>
          <a:p xmlns:a="http://schemas.openxmlformats.org/drawingml/2006/main">
            <a:r>
              <a:t/>
            </a:r>
          </a:p>
          <a:p xmlns:a="http://schemas.openxmlformats.org/drawingml/2006/main">
            <a:r>
              <a:t>OpenRouter payload mặc định gửi data_collection=deny. Strict ZDR chưa bật vì cần kiểm route Alibaba còn provider đủ điều kiện; bật mù có thể làm request không còn nơi xử lý.</a:t>
            </a:r>
          </a:p>
          <a:p xmlns:a="http://schemas.openxmlformats.org/drawingml/2006/main">
            <a:r>
              <a:t/>
            </a:r>
          </a:p>
          <a:p xmlns:a="http://schemas.openxmlformats.org/drawingml/2006/main">
            <a:r>
              <a:t>Mailbox connector chưa được triển khai. Workflow mục tiêu không tạo AI pipeline thứ hai: manual upload và mailbox cùng đi qua ingestion boundary hiện tại. Agent chỉ điều phối backend tool; connector riêng giữ OAuth, sync cursor và quarantine.</a:t>
            </a:r>
          </a:p>
          <a:p xmlns:a="http://schemas.openxmlformats.org/drawingml/2006/main">
            <a:r>
              <a:t/>
            </a:r>
          </a:p>
          <a:p xmlns:a="http://schemas.openxmlformats.org/drawingml/2006/main">
            <a:r>
              <a:t>Candidate source đạt 181 trên 181 test. Thay đổi report không sửa database model. Tuy nhiên live URL vẫn là baseline trước feedback cho tới khi publish, health và synthetic smoke hoàn tất.</a:t>
            </a:r>
          </a:p>
          <a:p xmlns:a="http://schemas.openxmlformats.org/drawingml/2006/main">
            <a:r>
              <a:t/>
            </a:r>
          </a:p>
          <a:p xmlns:a="http://schemas.openxmlformats.org/drawingml/2006/main">
            <a:r>
              <a:t>Nguồn: docs/AFTER_FEEDBACK_IMPLEMENTATION.md; docs/CURRENT_PROJECT_STATUS.md; docs/RECOMMENDED_INGESTION_WORKFLOW.md; Services/ManagerOperationsReportExporter.cs.</a:t>
            </a:r>
          </a:p>
          <a:p xmlns:a="http://schemas.openxmlformats.org/drawingml/2006/main">
            <a:r>
              <a:t/>
            </a:r>
          </a:p>
          <a:p xmlns:a="http://schemas.openxmlformats.org/drawingml/2006/main">
            <a:r>
              <a:t>CHUYỂN: Slide cuối nêu lỗi quan sát thật, giới hạn còn lại và gate triển khai chiều nay.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Slide cuối tách ba phần: lỗi đã quan sát, hạn chế còn lại và gate phải vượt trước demo hoặc pilot.</a:t>
            </a:r>
          </a:p>
          <a:p xmlns:a="http://schemas.openxmlformats.org/drawingml/2006/main">
            <a:r>
              <a:t/>
            </a:r>
          </a:p>
          <a:p xmlns:a="http://schemas.openxmlformats.org/drawingml/2006/main">
            <a:r>
              <a:t>Lỗi cũ không biến mất chỉ vì có feature mới. Mini-holdout vẫn có hai over-escalation và hai field trọng yếu sai; regression known data vẫn 10 trên 12. AURA fail-safe về người thay vì tự duyệt sai, nhưng chi phí vận hành vẫn phải công bố.</a:t>
            </a:r>
          </a:p>
          <a:p xmlns:a="http://schemas.openxmlformats.org/drawingml/2006/main">
            <a:r>
              <a:t/>
            </a:r>
          </a:p>
          <a:p xmlns:a="http://schemas.openxmlformats.org/drawingml/2006/main">
            <a:r>
              <a:t>Sau feedback, source đã có lượt chọn nhiều ảnh, AI-derived amount có provenance, privacy triage, dashboard ngày tháng năm và CSV report. Mỗi ảnh là một hồ sơ độc lập; chưa có InvoiceBatch hoặc batchId phía server. Release build sạch, 181 trên 181 test; report không sửa database model.</a:t>
            </a:r>
          </a:p>
          <a:p xmlns:a="http://schemas.openxmlformats.org/drawingml/2006/main">
            <a:r>
              <a:t/>
            </a:r>
          </a:p>
          <a:p xmlns:a="http://schemas.openxmlformats.org/drawingml/2006/main">
            <a:r>
              <a:t>Gate trước demo chiều nay là publish/recycle, health 200, rồi một single upload không nhập amount, một lượt nhiều ảnh nhỏ, một privacy synthetic case và tải CSV tháng. Không rerun holdout cũ để tạo claim accuracy mới.</a:t>
            </a:r>
          </a:p>
          <a:p xmlns:a="http://schemas.openxmlformats.org/drawingml/2006/main">
            <a:r>
              <a:t/>
            </a:r>
          </a:p>
          <a:p xmlns:a="http://schemas.openxmlformats.org/drawingml/2006/main">
            <a:r>
              <a:t>Privacy triage không phải compliance và chạy sau inference. Production còn cần pre-inference control hoặc local VLM, identity thật, least privilege, private object storage, retention, monitoring và legal review. Luật 91/2025 và Nghị định 356/2025 là bối cảnh hiện hành, không phải chứng nhận cho sản phẩm.</a:t>
            </a:r>
          </a:p>
          <a:p xmlns:a="http://schemas.openxmlformats.org/drawingml/2006/main">
            <a:r>
              <a:t/>
            </a:r>
          </a:p>
          <a:p xmlns:a="http://schemas.openxmlformats.org/drawingml/2006/main">
            <a:r>
              <a:t>Mailbox connector chỉ triển khai khi Agent bị giới hạn ở vai trò điều phối, OAuth nằm trong connector riêng và các gate cursor, idempotency, quarantine, backfill đều đạt. Scale multi-instance cần distributed limiter và lock. Strict ZDR hoặc local VLM phải qua benchmark riêng.</a:t>
            </a:r>
          </a:p>
          <a:p xmlns:a="http://schemas.openxmlformats.org/drawingml/2006/main">
            <a:r>
              <a:t/>
            </a:r>
          </a:p>
          <a:p xmlns:a="http://schemas.openxmlformats.org/drawingml/2006/main">
            <a:r>
              <a:t>Nguồn: docs/AFTER_FEEDBACK_IMPLEMENTATION.md; docs/CURRENT_PROJECT_STATUS.md; docs/RECOMMENDED_INGESTION_WORKFLOW.md; docs/EVALUATION_EVIDENCE.md; https://vanban.chinhphu.vn/?docid=214590&amp;pageid=27160; https://vanban.chinhphu.vn/?docid=216387&amp;pageid=27160&amp;typegroupid=4.</a:t>
            </a:r>
          </a:p>
          <a:p xmlns:a="http://schemas.openxmlformats.org/drawingml/2006/main">
            <a:r>
              <a:t/>
            </a:r>
          </a:p>
          <a:p xmlns:a="http://schemas.openxmlformats.org/drawingml/2006/main">
            <a:r>
              <a:t>KẾT: AURA đã phản hồi feedback bằng thay đổi có boundary rõ và có test; em không gọi candidate là production-ready hoặc live trước khi các gate còn mở được xác nhận.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47ecc078334d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9676a96b204d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c111c1d0a743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27ab2195a914d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6718e64f01423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317f62588541c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a00f00f04614d7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0dc1334663247a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49f1e1f8e914e4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0a626500d8b4f6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fccdc29f5214a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187CDD-AB00-4A11-948A-EE9170FC0A5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7A2B52-CDE7-48C5-93B1-42FDF454C4C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CA76B6-0198-4BB3-B529-552017A0778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0B8DBC-60BC-4ACD-9113-FC1C283B5E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50BA3C5-1FF3-4AE9-8FCC-6AC82BA0394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0BBE38-006C-4341-BA75-10BF98CA96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55D2F9-1BA3-4279-BE8E-7DEFF22F007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C7A842-9506-406B-9BEE-EA5F1E98CB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7DD856-9362-4401-90BF-92BD234B8A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16AB63-A8C7-491E-866A-796CA56CED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AURA_CONTENT_1">
    <p:spTree>
      <p:nvGrpSpPr>
        <p:cNvPr id="1" name=""/>
        <p:cNvGrpSpPr/>
        <p:nvPr/>
      </p:nvGrpSpPr>
      <p:grpSpPr>
        <a:xfrm xmlns:a="http://schemas.openxmlformats.org/drawingml/2006/main"/>
      </p:grpSpPr>
      <p:sp>
        <p:nvSpPr>
          <p:cNvPr id="4" name="Layout_Divider">
            <a:extLst xmlns:a="http://schemas.openxmlformats.org/drawingml/2006/main">
              <a:ext uri="{FF2B5EF4-FFF2-40B4-BE49-F238E27FC236}">
                <a16:creationId xmlns:a16="http://schemas.microsoft.com/office/drawing/2014/main" id="{F4EB696E-DA16-4BEE-9776-C450DED76939}"/>
              </a:ext>
            </a:extLst>
          </p:cNvPr>
          <p:cNvSpPr>
            <a:spLocks xmlns:a="http://schemas.openxmlformats.org/drawingml/2006/main" noGrp="1"/>
          </p:cNvSpPr>
          <p:nvPr/>
        </p:nvSpPr>
        <p:spPr>
          <a:xfrm xmlns:a="http://schemas.openxmlformats.org/drawingml/2006/main">
            <a:off x="552450" y="1104900"/>
            <a:ext cx="11087100" cy="0"/>
          </a:xfrm>
          <a:prstGeom xmlns:a="http://schemas.openxmlformats.org/drawingml/2006/main" prst="line">
            <a:avLst/>
          </a:prstGeom>
          <a:noFill xmlns:a="http://schemas.openxmlformats.org/drawingml/2006/main"/>
          <a:ln xmlns:a="http://schemas.openxmlformats.org/drawingml/2006/main" w="9525">
            <a:solidFill>
              <a:srgbClr val="31445C"/>
            </a:solidFill>
            <a:prstDash val="solid"/>
          </a:ln>
        </p:spPr>
      </p:sp>
      <p:sp>
        <p:nvSpPr>
          <p:cNvPr id="2" name="Layout_Footer">
            <a:extLst xmlns:a="http://schemas.openxmlformats.org/drawingml/2006/main">
              <a:ext uri="{FF2B5EF4-FFF2-40B4-BE49-F238E27FC236}">
                <a16:creationId xmlns:a16="http://schemas.microsoft.com/office/drawing/2014/main" id="{D85B752C-1C49-49AF-9BE8-6ED5363E1C66}"/>
              </a:ext>
            </a:extLst>
          </p:cNvPr>
          <p:cNvSpPr>
            <a:spLocks xmlns:a="http://schemas.openxmlformats.org/drawingml/2006/main" noGrp="1"/>
          </p:cNvSpPr>
          <p:nvPr/>
        </p:nvSpPr>
        <p:spPr>
          <a:xfrm xmlns:a="http://schemas.openxmlformats.org/drawingml/2006/main">
            <a:off x="552450" y="6534150"/>
            <a:ext cx="590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50" b="0">
                <a:solidFill>
                  <a:srgbClr val="A6B3C4"/>
                </a:solidFill>
                <a:latin typeface="Segoe UI"/>
                <a:ea typeface="Segoe UI"/>
                <a:cs typeface="Segoe UI"/>
              </a:defRPr>
            </a:defPPr>
            <a:lvl1pPr algn="l">
              <a:defRPr sz="750" b="0">
                <a:solidFill>
                  <a:srgbClr val="A6B3C4"/>
                </a:solidFill>
                <a:latin typeface="Segoe UI"/>
                <a:ea typeface="Segoe UI"/>
                <a:cs typeface="Segoe UI"/>
              </a:defRPr>
            </a:lvl1pPr>
            <a:lvl2pPr algn="l">
              <a:defRPr sz="750" b="0">
                <a:solidFill>
                  <a:srgbClr val="A6B3C4"/>
                </a:solidFill>
                <a:latin typeface="Segoe UI"/>
                <a:ea typeface="Segoe UI"/>
                <a:cs typeface="Segoe UI"/>
              </a:defRPr>
            </a:lvl2pPr>
            <a:lvl3pPr algn="l">
              <a:defRPr sz="750" b="0">
                <a:solidFill>
                  <a:srgbClr val="A6B3C4"/>
                </a:solidFill>
                <a:latin typeface="Segoe UI"/>
                <a:ea typeface="Segoe UI"/>
                <a:cs typeface="Segoe UI"/>
              </a:defRPr>
            </a:lvl3pPr>
            <a:lvl4pPr algn="l">
              <a:defRPr sz="750" b="0">
                <a:solidFill>
                  <a:srgbClr val="A6B3C4"/>
                </a:solidFill>
                <a:latin typeface="Segoe UI"/>
                <a:ea typeface="Segoe UI"/>
                <a:cs typeface="Segoe UI"/>
              </a:defRPr>
            </a:lvl4pPr>
            <a:lvl5pPr algn="l">
              <a:defRPr sz="750" b="0">
                <a:solidFill>
                  <a:srgbClr val="A6B3C4"/>
                </a:solidFill>
                <a:latin typeface="Segoe UI"/>
                <a:ea typeface="Segoe UI"/>
                <a:cs typeface="Segoe UI"/>
              </a:defRPr>
            </a:lvl5pPr>
            <a:lvl6pPr algn="l">
              <a:defRPr sz="750" b="0">
                <a:solidFill>
                  <a:srgbClr val="A6B3C4"/>
                </a:solidFill>
                <a:latin typeface="Segoe UI"/>
                <a:ea typeface="Segoe UI"/>
                <a:cs typeface="Segoe UI"/>
              </a:defRPr>
            </a:lvl6pPr>
            <a:lvl7pPr algn="l">
              <a:defRPr sz="750" b="0">
                <a:solidFill>
                  <a:srgbClr val="A6B3C4"/>
                </a:solidFill>
                <a:latin typeface="Segoe UI"/>
                <a:ea typeface="Segoe UI"/>
                <a:cs typeface="Segoe UI"/>
              </a:defRPr>
            </a:lvl7pPr>
            <a:lvl8pPr algn="l">
              <a:defRPr sz="750" b="0">
                <a:solidFill>
                  <a:srgbClr val="A6B3C4"/>
                </a:solidFill>
                <a:latin typeface="Segoe UI"/>
                <a:ea typeface="Segoe UI"/>
                <a:cs typeface="Segoe UI"/>
              </a:defRPr>
            </a:lvl8pPr>
            <a:lvl9pPr algn="l">
              <a:defRPr sz="750" b="0">
                <a:solidFill>
                  <a:srgbClr val="A6B3C4"/>
                </a:solidFill>
                <a:latin typeface="Segoe UI"/>
                <a:ea typeface="Segoe UI"/>
                <a:cs typeface="Segoe UI"/>
              </a:defRPr>
            </a:lvl9pPr>
          </a:lstStyle>
          <a:p xmlns:a="http://schemas.openxmlformats.org/drawingml/2006/main">
            <a:pPr algn="l">
              <a:defRPr sz="750" b="0">
                <a:solidFill>
                  <a:srgbClr val="A6B3C4"/>
                </a:solidFill>
                <a:latin typeface="Segoe UI"/>
                <a:ea typeface="Segoe UI"/>
                <a:cs typeface="Segoe UI"/>
              </a:defRPr>
            </a:pPr>
            <a:r>
              <a:rPr sz="750" b="0">
                <a:solidFill>
                  <a:srgbClr val="A6B3C4"/>
                </a:solidFill>
                <a:latin typeface="Segoe UI"/>
                <a:ea typeface="Segoe UI"/>
                <a:cs typeface="Segoe UI"/>
              </a:rPr>
              <a:t>AURA • Track VNG • 17/10/2026 • AFTER FEEDBACK</a:t>
            </a:r>
          </a:p>
        </p:txBody>
      </p:sp>
      <p:sp>
        <p:nvSpPr>
          <p:cNvPr id="3" name="Layout_PageNumber">
            <a:extLst xmlns:a="http://schemas.openxmlformats.org/drawingml/2006/main">
              <a:ext uri="{FF2B5EF4-FFF2-40B4-BE49-F238E27FC236}">
                <a16:creationId xmlns:a16="http://schemas.microsoft.com/office/drawing/2014/main" id="{80447396-91CC-4C0A-9658-9D32CCEF2EE3}"/>
              </a:ext>
            </a:extLst>
          </p:cNvPr>
          <p:cNvSpPr>
            <a:spLocks xmlns:a="http://schemas.openxmlformats.org/drawingml/2006/main" noGrp="1"/>
          </p:cNvSpPr>
          <p:nvPr/>
        </p:nvSpPr>
        <p:spPr>
          <a:xfrm xmlns:a="http://schemas.openxmlformats.org/drawingml/2006/main">
            <a:off x="11049000" y="6515100"/>
            <a:ext cx="590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750" b="1">
                <a:solidFill>
                  <a:srgbClr val="A6B3C4"/>
                </a:solidFill>
                <a:latin typeface="Segoe UI"/>
                <a:ea typeface="Segoe UI"/>
                <a:cs typeface="Segoe UI"/>
              </a:defRPr>
            </a:defPPr>
            <a:lvl1pPr algn="r">
              <a:defRPr sz="750" b="1">
                <a:solidFill>
                  <a:srgbClr val="A6B3C4"/>
                </a:solidFill>
                <a:latin typeface="Segoe UI"/>
                <a:ea typeface="Segoe UI"/>
                <a:cs typeface="Segoe UI"/>
              </a:defRPr>
            </a:lvl1pPr>
            <a:lvl2pPr algn="r">
              <a:defRPr sz="750" b="1">
                <a:solidFill>
                  <a:srgbClr val="A6B3C4"/>
                </a:solidFill>
                <a:latin typeface="Segoe UI"/>
                <a:ea typeface="Segoe UI"/>
                <a:cs typeface="Segoe UI"/>
              </a:defRPr>
            </a:lvl2pPr>
            <a:lvl3pPr algn="r">
              <a:defRPr sz="750" b="1">
                <a:solidFill>
                  <a:srgbClr val="A6B3C4"/>
                </a:solidFill>
                <a:latin typeface="Segoe UI"/>
                <a:ea typeface="Segoe UI"/>
                <a:cs typeface="Segoe UI"/>
              </a:defRPr>
            </a:lvl3pPr>
            <a:lvl4pPr algn="r">
              <a:defRPr sz="750" b="1">
                <a:solidFill>
                  <a:srgbClr val="A6B3C4"/>
                </a:solidFill>
                <a:latin typeface="Segoe UI"/>
                <a:ea typeface="Segoe UI"/>
                <a:cs typeface="Segoe UI"/>
              </a:defRPr>
            </a:lvl4pPr>
            <a:lvl5pPr algn="r">
              <a:defRPr sz="750" b="1">
                <a:solidFill>
                  <a:srgbClr val="A6B3C4"/>
                </a:solidFill>
                <a:latin typeface="Segoe UI"/>
                <a:ea typeface="Segoe UI"/>
                <a:cs typeface="Segoe UI"/>
              </a:defRPr>
            </a:lvl5pPr>
            <a:lvl6pPr algn="r">
              <a:defRPr sz="750" b="1">
                <a:solidFill>
                  <a:srgbClr val="A6B3C4"/>
                </a:solidFill>
                <a:latin typeface="Segoe UI"/>
                <a:ea typeface="Segoe UI"/>
                <a:cs typeface="Segoe UI"/>
              </a:defRPr>
            </a:lvl6pPr>
            <a:lvl7pPr algn="r">
              <a:defRPr sz="750" b="1">
                <a:solidFill>
                  <a:srgbClr val="A6B3C4"/>
                </a:solidFill>
                <a:latin typeface="Segoe UI"/>
                <a:ea typeface="Segoe UI"/>
                <a:cs typeface="Segoe UI"/>
              </a:defRPr>
            </a:lvl7pPr>
            <a:lvl8pPr algn="r">
              <a:defRPr sz="750" b="1">
                <a:solidFill>
                  <a:srgbClr val="A6B3C4"/>
                </a:solidFill>
                <a:latin typeface="Segoe UI"/>
                <a:ea typeface="Segoe UI"/>
                <a:cs typeface="Segoe UI"/>
              </a:defRPr>
            </a:lvl8pPr>
            <a:lvl9pPr algn="r">
              <a:defRPr sz="750" b="1">
                <a:solidFill>
                  <a:srgbClr val="A6B3C4"/>
                </a:solidFill>
                <a:latin typeface="Segoe UI"/>
                <a:ea typeface="Segoe UI"/>
                <a:cs typeface="Segoe UI"/>
              </a:defRPr>
            </a:lvl9pPr>
          </a:lstStyle>
          <a:p xmlns:a="http://schemas.openxmlformats.org/drawingml/2006/main">
            <a:pPr algn="r">
              <a:defRPr sz="750" b="1">
                <a:solidFill>
                  <a:srgbClr val="A6B3C4"/>
                </a:solidFill>
                <a:latin typeface="Segoe UI"/>
                <a:ea typeface="Segoe UI"/>
                <a:cs typeface="Segoe UI"/>
              </a:defRPr>
            </a:pPr>
            <a:r>
              <a:rPr sz="750" b="1">
                <a:solidFill>
                  <a:srgbClr val="A6B3C4"/>
                </a:solidFill>
                <a:latin typeface="Segoe UI"/>
                <a:ea typeface="Segoe UI"/>
                <a:cs typeface="Segoe UI"/>
              </a:rPr>
              <a:t>1</a:t>
            </a:r>
          </a:p>
        </p:txBody>
      </p:sp>
    </p:spTree>
  </p:cSld>
</p:sldLayout>
</file>

<file path=ppt/slideLayouts/slideLayout8.xml><?xml version="1.0" encoding="utf-8"?>
<p:sldLayout xmlns:p="http://schemas.openxmlformats.org/presentationml/2006/main">
  <p:cSld name="AURA_CONTENT_2">
    <p:spTree>
      <p:nvGrpSpPr>
        <p:cNvPr id="1" name=""/>
        <p:cNvGrpSpPr/>
        <p:nvPr/>
      </p:nvGrpSpPr>
      <p:grpSpPr>
        <a:xfrm xmlns:a="http://schemas.openxmlformats.org/drawingml/2006/main"/>
      </p:grpSpPr>
      <p:sp>
        <p:nvSpPr>
          <p:cNvPr id="4" name="Layout_Divider">
            <a:extLst xmlns:a="http://schemas.openxmlformats.org/drawingml/2006/main">
              <a:ext uri="{FF2B5EF4-FFF2-40B4-BE49-F238E27FC236}">
                <a16:creationId xmlns:a16="http://schemas.microsoft.com/office/drawing/2014/main" id="{C154E09E-C726-4E6C-8C00-7CFE91DBAB6B}"/>
              </a:ext>
            </a:extLst>
          </p:cNvPr>
          <p:cNvSpPr>
            <a:spLocks xmlns:a="http://schemas.openxmlformats.org/drawingml/2006/main" noGrp="1"/>
          </p:cNvSpPr>
          <p:nvPr/>
        </p:nvSpPr>
        <p:spPr>
          <a:xfrm xmlns:a="http://schemas.openxmlformats.org/drawingml/2006/main">
            <a:off x="552450" y="1104900"/>
            <a:ext cx="11087100" cy="0"/>
          </a:xfrm>
          <a:prstGeom xmlns:a="http://schemas.openxmlformats.org/drawingml/2006/main" prst="line">
            <a:avLst/>
          </a:prstGeom>
          <a:noFill xmlns:a="http://schemas.openxmlformats.org/drawingml/2006/main"/>
          <a:ln xmlns:a="http://schemas.openxmlformats.org/drawingml/2006/main" w="9525">
            <a:solidFill>
              <a:srgbClr val="31445C"/>
            </a:solidFill>
            <a:prstDash val="solid"/>
          </a:ln>
        </p:spPr>
      </p:sp>
      <p:sp>
        <p:nvSpPr>
          <p:cNvPr id="2" name="Layout_Footer">
            <a:extLst xmlns:a="http://schemas.openxmlformats.org/drawingml/2006/main">
              <a:ext uri="{FF2B5EF4-FFF2-40B4-BE49-F238E27FC236}">
                <a16:creationId xmlns:a16="http://schemas.microsoft.com/office/drawing/2014/main" id="{3AAECE1E-FAB6-4257-9657-06793EB8A7D4}"/>
              </a:ext>
            </a:extLst>
          </p:cNvPr>
          <p:cNvSpPr>
            <a:spLocks xmlns:a="http://schemas.openxmlformats.org/drawingml/2006/main" noGrp="1"/>
          </p:cNvSpPr>
          <p:nvPr/>
        </p:nvSpPr>
        <p:spPr>
          <a:xfrm xmlns:a="http://schemas.openxmlformats.org/drawingml/2006/main">
            <a:off x="552450" y="6534150"/>
            <a:ext cx="590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50" b="0">
                <a:solidFill>
                  <a:srgbClr val="A6B3C4"/>
                </a:solidFill>
                <a:latin typeface="Segoe UI"/>
                <a:ea typeface="Segoe UI"/>
                <a:cs typeface="Segoe UI"/>
              </a:defRPr>
            </a:defPPr>
            <a:lvl1pPr algn="l">
              <a:defRPr sz="750" b="0">
                <a:solidFill>
                  <a:srgbClr val="A6B3C4"/>
                </a:solidFill>
                <a:latin typeface="Segoe UI"/>
                <a:ea typeface="Segoe UI"/>
                <a:cs typeface="Segoe UI"/>
              </a:defRPr>
            </a:lvl1pPr>
            <a:lvl2pPr algn="l">
              <a:defRPr sz="750" b="0">
                <a:solidFill>
                  <a:srgbClr val="A6B3C4"/>
                </a:solidFill>
                <a:latin typeface="Segoe UI"/>
                <a:ea typeface="Segoe UI"/>
                <a:cs typeface="Segoe UI"/>
              </a:defRPr>
            </a:lvl2pPr>
            <a:lvl3pPr algn="l">
              <a:defRPr sz="750" b="0">
                <a:solidFill>
                  <a:srgbClr val="A6B3C4"/>
                </a:solidFill>
                <a:latin typeface="Segoe UI"/>
                <a:ea typeface="Segoe UI"/>
                <a:cs typeface="Segoe UI"/>
              </a:defRPr>
            </a:lvl3pPr>
            <a:lvl4pPr algn="l">
              <a:defRPr sz="750" b="0">
                <a:solidFill>
                  <a:srgbClr val="A6B3C4"/>
                </a:solidFill>
                <a:latin typeface="Segoe UI"/>
                <a:ea typeface="Segoe UI"/>
                <a:cs typeface="Segoe UI"/>
              </a:defRPr>
            </a:lvl4pPr>
            <a:lvl5pPr algn="l">
              <a:defRPr sz="750" b="0">
                <a:solidFill>
                  <a:srgbClr val="A6B3C4"/>
                </a:solidFill>
                <a:latin typeface="Segoe UI"/>
                <a:ea typeface="Segoe UI"/>
                <a:cs typeface="Segoe UI"/>
              </a:defRPr>
            </a:lvl5pPr>
            <a:lvl6pPr algn="l">
              <a:defRPr sz="750" b="0">
                <a:solidFill>
                  <a:srgbClr val="A6B3C4"/>
                </a:solidFill>
                <a:latin typeface="Segoe UI"/>
                <a:ea typeface="Segoe UI"/>
                <a:cs typeface="Segoe UI"/>
              </a:defRPr>
            </a:lvl6pPr>
            <a:lvl7pPr algn="l">
              <a:defRPr sz="750" b="0">
                <a:solidFill>
                  <a:srgbClr val="A6B3C4"/>
                </a:solidFill>
                <a:latin typeface="Segoe UI"/>
                <a:ea typeface="Segoe UI"/>
                <a:cs typeface="Segoe UI"/>
              </a:defRPr>
            </a:lvl7pPr>
            <a:lvl8pPr algn="l">
              <a:defRPr sz="750" b="0">
                <a:solidFill>
                  <a:srgbClr val="A6B3C4"/>
                </a:solidFill>
                <a:latin typeface="Segoe UI"/>
                <a:ea typeface="Segoe UI"/>
                <a:cs typeface="Segoe UI"/>
              </a:defRPr>
            </a:lvl8pPr>
            <a:lvl9pPr algn="l">
              <a:defRPr sz="750" b="0">
                <a:solidFill>
                  <a:srgbClr val="A6B3C4"/>
                </a:solidFill>
                <a:latin typeface="Segoe UI"/>
                <a:ea typeface="Segoe UI"/>
                <a:cs typeface="Segoe UI"/>
              </a:defRPr>
            </a:lvl9pPr>
          </a:lstStyle>
          <a:p xmlns:a="http://schemas.openxmlformats.org/drawingml/2006/main">
            <a:pPr algn="l">
              <a:defRPr sz="750" b="0">
                <a:solidFill>
                  <a:srgbClr val="A6B3C4"/>
                </a:solidFill>
                <a:latin typeface="Segoe UI"/>
                <a:ea typeface="Segoe UI"/>
                <a:cs typeface="Segoe UI"/>
              </a:defRPr>
            </a:pPr>
            <a:r>
              <a:rPr sz="750" b="0">
                <a:solidFill>
                  <a:srgbClr val="A6B3C4"/>
                </a:solidFill>
                <a:latin typeface="Segoe UI"/>
                <a:ea typeface="Segoe UI"/>
                <a:cs typeface="Segoe UI"/>
              </a:rPr>
              <a:t>AURA • Track VNG • 17/10/2026 • AFTER FEEDBACK</a:t>
            </a:r>
          </a:p>
        </p:txBody>
      </p:sp>
      <p:sp>
        <p:nvSpPr>
          <p:cNvPr id="3" name="Layout_PageNumber">
            <a:extLst xmlns:a="http://schemas.openxmlformats.org/drawingml/2006/main">
              <a:ext uri="{FF2B5EF4-FFF2-40B4-BE49-F238E27FC236}">
                <a16:creationId xmlns:a16="http://schemas.microsoft.com/office/drawing/2014/main" id="{5E33C388-7DEA-4FC2-B651-1AC5AA952EE0}"/>
              </a:ext>
            </a:extLst>
          </p:cNvPr>
          <p:cNvSpPr>
            <a:spLocks xmlns:a="http://schemas.openxmlformats.org/drawingml/2006/main" noGrp="1"/>
          </p:cNvSpPr>
          <p:nvPr/>
        </p:nvSpPr>
        <p:spPr>
          <a:xfrm xmlns:a="http://schemas.openxmlformats.org/drawingml/2006/main">
            <a:off x="11049000" y="6515100"/>
            <a:ext cx="590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750" b="1">
                <a:solidFill>
                  <a:srgbClr val="A6B3C4"/>
                </a:solidFill>
                <a:latin typeface="Segoe UI"/>
                <a:ea typeface="Segoe UI"/>
                <a:cs typeface="Segoe UI"/>
              </a:defRPr>
            </a:defPPr>
            <a:lvl1pPr algn="r">
              <a:defRPr sz="750" b="1">
                <a:solidFill>
                  <a:srgbClr val="A6B3C4"/>
                </a:solidFill>
                <a:latin typeface="Segoe UI"/>
                <a:ea typeface="Segoe UI"/>
                <a:cs typeface="Segoe UI"/>
              </a:defRPr>
            </a:lvl1pPr>
            <a:lvl2pPr algn="r">
              <a:defRPr sz="750" b="1">
                <a:solidFill>
                  <a:srgbClr val="A6B3C4"/>
                </a:solidFill>
                <a:latin typeface="Segoe UI"/>
                <a:ea typeface="Segoe UI"/>
                <a:cs typeface="Segoe UI"/>
              </a:defRPr>
            </a:lvl2pPr>
            <a:lvl3pPr algn="r">
              <a:defRPr sz="750" b="1">
                <a:solidFill>
                  <a:srgbClr val="A6B3C4"/>
                </a:solidFill>
                <a:latin typeface="Segoe UI"/>
                <a:ea typeface="Segoe UI"/>
                <a:cs typeface="Segoe UI"/>
              </a:defRPr>
            </a:lvl3pPr>
            <a:lvl4pPr algn="r">
              <a:defRPr sz="750" b="1">
                <a:solidFill>
                  <a:srgbClr val="A6B3C4"/>
                </a:solidFill>
                <a:latin typeface="Segoe UI"/>
                <a:ea typeface="Segoe UI"/>
                <a:cs typeface="Segoe UI"/>
              </a:defRPr>
            </a:lvl4pPr>
            <a:lvl5pPr algn="r">
              <a:defRPr sz="750" b="1">
                <a:solidFill>
                  <a:srgbClr val="A6B3C4"/>
                </a:solidFill>
                <a:latin typeface="Segoe UI"/>
                <a:ea typeface="Segoe UI"/>
                <a:cs typeface="Segoe UI"/>
              </a:defRPr>
            </a:lvl5pPr>
            <a:lvl6pPr algn="r">
              <a:defRPr sz="750" b="1">
                <a:solidFill>
                  <a:srgbClr val="A6B3C4"/>
                </a:solidFill>
                <a:latin typeface="Segoe UI"/>
                <a:ea typeface="Segoe UI"/>
                <a:cs typeface="Segoe UI"/>
              </a:defRPr>
            </a:lvl6pPr>
            <a:lvl7pPr algn="r">
              <a:defRPr sz="750" b="1">
                <a:solidFill>
                  <a:srgbClr val="A6B3C4"/>
                </a:solidFill>
                <a:latin typeface="Segoe UI"/>
                <a:ea typeface="Segoe UI"/>
                <a:cs typeface="Segoe UI"/>
              </a:defRPr>
            </a:lvl7pPr>
            <a:lvl8pPr algn="r">
              <a:defRPr sz="750" b="1">
                <a:solidFill>
                  <a:srgbClr val="A6B3C4"/>
                </a:solidFill>
                <a:latin typeface="Segoe UI"/>
                <a:ea typeface="Segoe UI"/>
                <a:cs typeface="Segoe UI"/>
              </a:defRPr>
            </a:lvl8pPr>
            <a:lvl9pPr algn="r">
              <a:defRPr sz="750" b="1">
                <a:solidFill>
                  <a:srgbClr val="A6B3C4"/>
                </a:solidFill>
                <a:latin typeface="Segoe UI"/>
                <a:ea typeface="Segoe UI"/>
                <a:cs typeface="Segoe UI"/>
              </a:defRPr>
            </a:lvl9pPr>
          </a:lstStyle>
          <a:p xmlns:a="http://schemas.openxmlformats.org/drawingml/2006/main">
            <a:pPr algn="r">
              <a:defRPr sz="750" b="1">
                <a:solidFill>
                  <a:srgbClr val="A6B3C4"/>
                </a:solidFill>
                <a:latin typeface="Segoe UI"/>
                <a:ea typeface="Segoe UI"/>
                <a:cs typeface="Segoe UI"/>
              </a:defRPr>
            </a:pPr>
            <a:r>
              <a:rPr sz="750" b="1">
                <a:solidFill>
                  <a:srgbClr val="A6B3C4"/>
                </a:solidFill>
                <a:latin typeface="Segoe UI"/>
                <a:ea typeface="Segoe UI"/>
                <a:cs typeface="Segoe UI"/>
              </a:rPr>
              <a:t>2</a:t>
            </a:r>
          </a:p>
        </p:txBody>
      </p:sp>
    </p:spTree>
  </p:cSld>
</p:sldLayout>
</file>

<file path=ppt/slideLayouts/slideLayout9.xml><?xml version="1.0" encoding="utf-8"?>
<p:sldLayout xmlns:p="http://schemas.openxmlformats.org/presentationml/2006/main">
  <p:cSld name="AURA_CONTENT_3">
    <p:spTree>
      <p:nvGrpSpPr>
        <p:cNvPr id="1" name=""/>
        <p:cNvGrpSpPr/>
        <p:nvPr/>
      </p:nvGrpSpPr>
      <p:grpSpPr>
        <a:xfrm xmlns:a="http://schemas.openxmlformats.org/drawingml/2006/main"/>
      </p:grpSpPr>
      <p:sp>
        <p:nvSpPr>
          <p:cNvPr id="4" name="Layout_Divider">
            <a:extLst xmlns:a="http://schemas.openxmlformats.org/drawingml/2006/main">
              <a:ext uri="{FF2B5EF4-FFF2-40B4-BE49-F238E27FC236}">
                <a16:creationId xmlns:a16="http://schemas.microsoft.com/office/drawing/2014/main" id="{E4210654-9DC0-4397-B117-3631BA1A9C25}"/>
              </a:ext>
            </a:extLst>
          </p:cNvPr>
          <p:cNvSpPr>
            <a:spLocks xmlns:a="http://schemas.openxmlformats.org/drawingml/2006/main" noGrp="1"/>
          </p:cNvSpPr>
          <p:nvPr/>
        </p:nvSpPr>
        <p:spPr>
          <a:xfrm xmlns:a="http://schemas.openxmlformats.org/drawingml/2006/main">
            <a:off x="552450" y="1104900"/>
            <a:ext cx="11087100" cy="0"/>
          </a:xfrm>
          <a:prstGeom xmlns:a="http://schemas.openxmlformats.org/drawingml/2006/main" prst="line">
            <a:avLst/>
          </a:prstGeom>
          <a:noFill xmlns:a="http://schemas.openxmlformats.org/drawingml/2006/main"/>
          <a:ln xmlns:a="http://schemas.openxmlformats.org/drawingml/2006/main" w="9525">
            <a:solidFill>
              <a:srgbClr val="31445C"/>
            </a:solidFill>
            <a:prstDash val="solid"/>
          </a:ln>
        </p:spPr>
      </p:sp>
      <p:sp>
        <p:nvSpPr>
          <p:cNvPr id="2" name="Layout_Footer">
            <a:extLst xmlns:a="http://schemas.openxmlformats.org/drawingml/2006/main">
              <a:ext uri="{FF2B5EF4-FFF2-40B4-BE49-F238E27FC236}">
                <a16:creationId xmlns:a16="http://schemas.microsoft.com/office/drawing/2014/main" id="{6CAA744C-49CA-4A19-A6C2-6BF541179923}"/>
              </a:ext>
            </a:extLst>
          </p:cNvPr>
          <p:cNvSpPr>
            <a:spLocks xmlns:a="http://schemas.openxmlformats.org/drawingml/2006/main" noGrp="1"/>
          </p:cNvSpPr>
          <p:nvPr/>
        </p:nvSpPr>
        <p:spPr>
          <a:xfrm xmlns:a="http://schemas.openxmlformats.org/drawingml/2006/main">
            <a:off x="552450" y="6534150"/>
            <a:ext cx="590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50" b="0">
                <a:solidFill>
                  <a:srgbClr val="A6B3C4"/>
                </a:solidFill>
                <a:latin typeface="Segoe UI"/>
                <a:ea typeface="Segoe UI"/>
                <a:cs typeface="Segoe UI"/>
              </a:defRPr>
            </a:defPPr>
            <a:lvl1pPr algn="l">
              <a:defRPr sz="750" b="0">
                <a:solidFill>
                  <a:srgbClr val="A6B3C4"/>
                </a:solidFill>
                <a:latin typeface="Segoe UI"/>
                <a:ea typeface="Segoe UI"/>
                <a:cs typeface="Segoe UI"/>
              </a:defRPr>
            </a:lvl1pPr>
            <a:lvl2pPr algn="l">
              <a:defRPr sz="750" b="0">
                <a:solidFill>
                  <a:srgbClr val="A6B3C4"/>
                </a:solidFill>
                <a:latin typeface="Segoe UI"/>
                <a:ea typeface="Segoe UI"/>
                <a:cs typeface="Segoe UI"/>
              </a:defRPr>
            </a:lvl2pPr>
            <a:lvl3pPr algn="l">
              <a:defRPr sz="750" b="0">
                <a:solidFill>
                  <a:srgbClr val="A6B3C4"/>
                </a:solidFill>
                <a:latin typeface="Segoe UI"/>
                <a:ea typeface="Segoe UI"/>
                <a:cs typeface="Segoe UI"/>
              </a:defRPr>
            </a:lvl3pPr>
            <a:lvl4pPr algn="l">
              <a:defRPr sz="750" b="0">
                <a:solidFill>
                  <a:srgbClr val="A6B3C4"/>
                </a:solidFill>
                <a:latin typeface="Segoe UI"/>
                <a:ea typeface="Segoe UI"/>
                <a:cs typeface="Segoe UI"/>
              </a:defRPr>
            </a:lvl4pPr>
            <a:lvl5pPr algn="l">
              <a:defRPr sz="750" b="0">
                <a:solidFill>
                  <a:srgbClr val="A6B3C4"/>
                </a:solidFill>
                <a:latin typeface="Segoe UI"/>
                <a:ea typeface="Segoe UI"/>
                <a:cs typeface="Segoe UI"/>
              </a:defRPr>
            </a:lvl5pPr>
            <a:lvl6pPr algn="l">
              <a:defRPr sz="750" b="0">
                <a:solidFill>
                  <a:srgbClr val="A6B3C4"/>
                </a:solidFill>
                <a:latin typeface="Segoe UI"/>
                <a:ea typeface="Segoe UI"/>
                <a:cs typeface="Segoe UI"/>
              </a:defRPr>
            </a:lvl6pPr>
            <a:lvl7pPr algn="l">
              <a:defRPr sz="750" b="0">
                <a:solidFill>
                  <a:srgbClr val="A6B3C4"/>
                </a:solidFill>
                <a:latin typeface="Segoe UI"/>
                <a:ea typeface="Segoe UI"/>
                <a:cs typeface="Segoe UI"/>
              </a:defRPr>
            </a:lvl7pPr>
            <a:lvl8pPr algn="l">
              <a:defRPr sz="750" b="0">
                <a:solidFill>
                  <a:srgbClr val="A6B3C4"/>
                </a:solidFill>
                <a:latin typeface="Segoe UI"/>
                <a:ea typeface="Segoe UI"/>
                <a:cs typeface="Segoe UI"/>
              </a:defRPr>
            </a:lvl8pPr>
            <a:lvl9pPr algn="l">
              <a:defRPr sz="750" b="0">
                <a:solidFill>
                  <a:srgbClr val="A6B3C4"/>
                </a:solidFill>
                <a:latin typeface="Segoe UI"/>
                <a:ea typeface="Segoe UI"/>
                <a:cs typeface="Segoe UI"/>
              </a:defRPr>
            </a:lvl9pPr>
          </a:lstStyle>
          <a:p xmlns:a="http://schemas.openxmlformats.org/drawingml/2006/main">
            <a:pPr algn="l">
              <a:defRPr sz="750" b="0">
                <a:solidFill>
                  <a:srgbClr val="A6B3C4"/>
                </a:solidFill>
                <a:latin typeface="Segoe UI"/>
                <a:ea typeface="Segoe UI"/>
                <a:cs typeface="Segoe UI"/>
              </a:defRPr>
            </a:pPr>
            <a:r>
              <a:rPr sz="750" b="0">
                <a:solidFill>
                  <a:srgbClr val="A6B3C4"/>
                </a:solidFill>
                <a:latin typeface="Segoe UI"/>
                <a:ea typeface="Segoe UI"/>
                <a:cs typeface="Segoe UI"/>
              </a:rPr>
              <a:t>AURA • Track VNG • 17/10/2026 • AFTER FEEDBACK</a:t>
            </a:r>
          </a:p>
        </p:txBody>
      </p:sp>
      <p:sp>
        <p:nvSpPr>
          <p:cNvPr id="3" name="Layout_PageNumber">
            <a:extLst xmlns:a="http://schemas.openxmlformats.org/drawingml/2006/main">
              <a:ext uri="{FF2B5EF4-FFF2-40B4-BE49-F238E27FC236}">
                <a16:creationId xmlns:a16="http://schemas.microsoft.com/office/drawing/2014/main" id="{E1C782D8-D54C-4984-B039-CBBB396CC34F}"/>
              </a:ext>
            </a:extLst>
          </p:cNvPr>
          <p:cNvSpPr>
            <a:spLocks xmlns:a="http://schemas.openxmlformats.org/drawingml/2006/main" noGrp="1"/>
          </p:cNvSpPr>
          <p:nvPr/>
        </p:nvSpPr>
        <p:spPr>
          <a:xfrm xmlns:a="http://schemas.openxmlformats.org/drawingml/2006/main">
            <a:off x="11049000" y="6515100"/>
            <a:ext cx="590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750" b="1">
                <a:solidFill>
                  <a:srgbClr val="A6B3C4"/>
                </a:solidFill>
                <a:latin typeface="Segoe UI"/>
                <a:ea typeface="Segoe UI"/>
                <a:cs typeface="Segoe UI"/>
              </a:defRPr>
            </a:defPPr>
            <a:lvl1pPr algn="r">
              <a:defRPr sz="750" b="1">
                <a:solidFill>
                  <a:srgbClr val="A6B3C4"/>
                </a:solidFill>
                <a:latin typeface="Segoe UI"/>
                <a:ea typeface="Segoe UI"/>
                <a:cs typeface="Segoe UI"/>
              </a:defRPr>
            </a:lvl1pPr>
            <a:lvl2pPr algn="r">
              <a:defRPr sz="750" b="1">
                <a:solidFill>
                  <a:srgbClr val="A6B3C4"/>
                </a:solidFill>
                <a:latin typeface="Segoe UI"/>
                <a:ea typeface="Segoe UI"/>
                <a:cs typeface="Segoe UI"/>
              </a:defRPr>
            </a:lvl2pPr>
            <a:lvl3pPr algn="r">
              <a:defRPr sz="750" b="1">
                <a:solidFill>
                  <a:srgbClr val="A6B3C4"/>
                </a:solidFill>
                <a:latin typeface="Segoe UI"/>
                <a:ea typeface="Segoe UI"/>
                <a:cs typeface="Segoe UI"/>
              </a:defRPr>
            </a:lvl3pPr>
            <a:lvl4pPr algn="r">
              <a:defRPr sz="750" b="1">
                <a:solidFill>
                  <a:srgbClr val="A6B3C4"/>
                </a:solidFill>
                <a:latin typeface="Segoe UI"/>
                <a:ea typeface="Segoe UI"/>
                <a:cs typeface="Segoe UI"/>
              </a:defRPr>
            </a:lvl4pPr>
            <a:lvl5pPr algn="r">
              <a:defRPr sz="750" b="1">
                <a:solidFill>
                  <a:srgbClr val="A6B3C4"/>
                </a:solidFill>
                <a:latin typeface="Segoe UI"/>
                <a:ea typeface="Segoe UI"/>
                <a:cs typeface="Segoe UI"/>
              </a:defRPr>
            </a:lvl5pPr>
            <a:lvl6pPr algn="r">
              <a:defRPr sz="750" b="1">
                <a:solidFill>
                  <a:srgbClr val="A6B3C4"/>
                </a:solidFill>
                <a:latin typeface="Segoe UI"/>
                <a:ea typeface="Segoe UI"/>
                <a:cs typeface="Segoe UI"/>
              </a:defRPr>
            </a:lvl6pPr>
            <a:lvl7pPr algn="r">
              <a:defRPr sz="750" b="1">
                <a:solidFill>
                  <a:srgbClr val="A6B3C4"/>
                </a:solidFill>
                <a:latin typeface="Segoe UI"/>
                <a:ea typeface="Segoe UI"/>
                <a:cs typeface="Segoe UI"/>
              </a:defRPr>
            </a:lvl7pPr>
            <a:lvl8pPr algn="r">
              <a:defRPr sz="750" b="1">
                <a:solidFill>
                  <a:srgbClr val="A6B3C4"/>
                </a:solidFill>
                <a:latin typeface="Segoe UI"/>
                <a:ea typeface="Segoe UI"/>
                <a:cs typeface="Segoe UI"/>
              </a:defRPr>
            </a:lvl8pPr>
            <a:lvl9pPr algn="r">
              <a:defRPr sz="750" b="1">
                <a:solidFill>
                  <a:srgbClr val="A6B3C4"/>
                </a:solidFill>
                <a:latin typeface="Segoe UI"/>
                <a:ea typeface="Segoe UI"/>
                <a:cs typeface="Segoe UI"/>
              </a:defRPr>
            </a:lvl9pPr>
          </a:lstStyle>
          <a:p xmlns:a="http://schemas.openxmlformats.org/drawingml/2006/main">
            <a:pPr algn="r">
              <a:defRPr sz="750" b="1">
                <a:solidFill>
                  <a:srgbClr val="A6B3C4"/>
                </a:solidFill>
                <a:latin typeface="Segoe UI"/>
                <a:ea typeface="Segoe UI"/>
                <a:cs typeface="Segoe UI"/>
              </a:defRPr>
            </a:pPr>
            <a:r>
              <a:rPr sz="750" b="1">
                <a:solidFill>
                  <a:srgbClr val="A6B3C4"/>
                </a:solidFill>
                <a:latin typeface="Segoe UI"/>
                <a:ea typeface="Segoe UI"/>
                <a:cs typeface="Segoe UI"/>
              </a:rPr>
              <a:t>3</a:t>
            </a:r>
          </a:p>
        </p:txBody>
      </p:sp>
    </p:spTree>
  </p:cSld>
</p:sldLayout>
</file>

<file path=ppt/slideLayouts/slideLayout10.xml><?xml version="1.0" encoding="utf-8"?>
<p:sldLayout xmlns:p="http://schemas.openxmlformats.org/presentationml/2006/main">
  <p:cSld name="AURA_CONTENT_4">
    <p:spTree>
      <p:nvGrpSpPr>
        <p:cNvPr id="1" name=""/>
        <p:cNvGrpSpPr/>
        <p:nvPr/>
      </p:nvGrpSpPr>
      <p:grpSpPr>
        <a:xfrm xmlns:a="http://schemas.openxmlformats.org/drawingml/2006/main"/>
      </p:grpSpPr>
      <p:sp>
        <p:nvSpPr>
          <p:cNvPr id="4" name="Layout_Divider">
            <a:extLst xmlns:a="http://schemas.openxmlformats.org/drawingml/2006/main">
              <a:ext uri="{FF2B5EF4-FFF2-40B4-BE49-F238E27FC236}">
                <a16:creationId xmlns:a16="http://schemas.microsoft.com/office/drawing/2014/main" id="{4F6CD396-A6E0-4DF3-B4C9-06F680ADE270}"/>
              </a:ext>
            </a:extLst>
          </p:cNvPr>
          <p:cNvSpPr>
            <a:spLocks xmlns:a="http://schemas.openxmlformats.org/drawingml/2006/main" noGrp="1"/>
          </p:cNvSpPr>
          <p:nvPr/>
        </p:nvSpPr>
        <p:spPr>
          <a:xfrm xmlns:a="http://schemas.openxmlformats.org/drawingml/2006/main">
            <a:off x="552450" y="1104900"/>
            <a:ext cx="11087100" cy="0"/>
          </a:xfrm>
          <a:prstGeom xmlns:a="http://schemas.openxmlformats.org/drawingml/2006/main" prst="line">
            <a:avLst/>
          </a:prstGeom>
          <a:noFill xmlns:a="http://schemas.openxmlformats.org/drawingml/2006/main"/>
          <a:ln xmlns:a="http://schemas.openxmlformats.org/drawingml/2006/main" w="9525">
            <a:solidFill>
              <a:srgbClr val="31445C"/>
            </a:solidFill>
            <a:prstDash val="solid"/>
          </a:ln>
        </p:spPr>
      </p:sp>
      <p:sp>
        <p:nvSpPr>
          <p:cNvPr id="2" name="Layout_Footer">
            <a:extLst xmlns:a="http://schemas.openxmlformats.org/drawingml/2006/main">
              <a:ext uri="{FF2B5EF4-FFF2-40B4-BE49-F238E27FC236}">
                <a16:creationId xmlns:a16="http://schemas.microsoft.com/office/drawing/2014/main" id="{2DB0A4AB-7C16-473F-8FEE-A9531F10F6A7}"/>
              </a:ext>
            </a:extLst>
          </p:cNvPr>
          <p:cNvSpPr>
            <a:spLocks xmlns:a="http://schemas.openxmlformats.org/drawingml/2006/main" noGrp="1"/>
          </p:cNvSpPr>
          <p:nvPr/>
        </p:nvSpPr>
        <p:spPr>
          <a:xfrm xmlns:a="http://schemas.openxmlformats.org/drawingml/2006/main">
            <a:off x="552450" y="6534150"/>
            <a:ext cx="590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50" b="0">
                <a:solidFill>
                  <a:srgbClr val="A6B3C4"/>
                </a:solidFill>
                <a:latin typeface="Segoe UI"/>
                <a:ea typeface="Segoe UI"/>
                <a:cs typeface="Segoe UI"/>
              </a:defRPr>
            </a:defPPr>
            <a:lvl1pPr algn="l">
              <a:defRPr sz="750" b="0">
                <a:solidFill>
                  <a:srgbClr val="A6B3C4"/>
                </a:solidFill>
                <a:latin typeface="Segoe UI"/>
                <a:ea typeface="Segoe UI"/>
                <a:cs typeface="Segoe UI"/>
              </a:defRPr>
            </a:lvl1pPr>
            <a:lvl2pPr algn="l">
              <a:defRPr sz="750" b="0">
                <a:solidFill>
                  <a:srgbClr val="A6B3C4"/>
                </a:solidFill>
                <a:latin typeface="Segoe UI"/>
                <a:ea typeface="Segoe UI"/>
                <a:cs typeface="Segoe UI"/>
              </a:defRPr>
            </a:lvl2pPr>
            <a:lvl3pPr algn="l">
              <a:defRPr sz="750" b="0">
                <a:solidFill>
                  <a:srgbClr val="A6B3C4"/>
                </a:solidFill>
                <a:latin typeface="Segoe UI"/>
                <a:ea typeface="Segoe UI"/>
                <a:cs typeface="Segoe UI"/>
              </a:defRPr>
            </a:lvl3pPr>
            <a:lvl4pPr algn="l">
              <a:defRPr sz="750" b="0">
                <a:solidFill>
                  <a:srgbClr val="A6B3C4"/>
                </a:solidFill>
                <a:latin typeface="Segoe UI"/>
                <a:ea typeface="Segoe UI"/>
                <a:cs typeface="Segoe UI"/>
              </a:defRPr>
            </a:lvl4pPr>
            <a:lvl5pPr algn="l">
              <a:defRPr sz="750" b="0">
                <a:solidFill>
                  <a:srgbClr val="A6B3C4"/>
                </a:solidFill>
                <a:latin typeface="Segoe UI"/>
                <a:ea typeface="Segoe UI"/>
                <a:cs typeface="Segoe UI"/>
              </a:defRPr>
            </a:lvl5pPr>
            <a:lvl6pPr algn="l">
              <a:defRPr sz="750" b="0">
                <a:solidFill>
                  <a:srgbClr val="A6B3C4"/>
                </a:solidFill>
                <a:latin typeface="Segoe UI"/>
                <a:ea typeface="Segoe UI"/>
                <a:cs typeface="Segoe UI"/>
              </a:defRPr>
            </a:lvl6pPr>
            <a:lvl7pPr algn="l">
              <a:defRPr sz="750" b="0">
                <a:solidFill>
                  <a:srgbClr val="A6B3C4"/>
                </a:solidFill>
                <a:latin typeface="Segoe UI"/>
                <a:ea typeface="Segoe UI"/>
                <a:cs typeface="Segoe UI"/>
              </a:defRPr>
            </a:lvl7pPr>
            <a:lvl8pPr algn="l">
              <a:defRPr sz="750" b="0">
                <a:solidFill>
                  <a:srgbClr val="A6B3C4"/>
                </a:solidFill>
                <a:latin typeface="Segoe UI"/>
                <a:ea typeface="Segoe UI"/>
                <a:cs typeface="Segoe UI"/>
              </a:defRPr>
            </a:lvl8pPr>
            <a:lvl9pPr algn="l">
              <a:defRPr sz="750" b="0">
                <a:solidFill>
                  <a:srgbClr val="A6B3C4"/>
                </a:solidFill>
                <a:latin typeface="Segoe UI"/>
                <a:ea typeface="Segoe UI"/>
                <a:cs typeface="Segoe UI"/>
              </a:defRPr>
            </a:lvl9pPr>
          </a:lstStyle>
          <a:p xmlns:a="http://schemas.openxmlformats.org/drawingml/2006/main">
            <a:pPr algn="l">
              <a:defRPr sz="750" b="0">
                <a:solidFill>
                  <a:srgbClr val="A6B3C4"/>
                </a:solidFill>
                <a:latin typeface="Segoe UI"/>
                <a:ea typeface="Segoe UI"/>
                <a:cs typeface="Segoe UI"/>
              </a:defRPr>
            </a:pPr>
            <a:r>
              <a:rPr sz="750" b="0">
                <a:solidFill>
                  <a:srgbClr val="A6B3C4"/>
                </a:solidFill>
                <a:latin typeface="Segoe UI"/>
                <a:ea typeface="Segoe UI"/>
                <a:cs typeface="Segoe UI"/>
              </a:rPr>
              <a:t>AURA • Track VNG • 17/10/2026 • AFTER FEEDBACK</a:t>
            </a:r>
          </a:p>
        </p:txBody>
      </p:sp>
      <p:sp>
        <p:nvSpPr>
          <p:cNvPr id="3" name="Layout_PageNumber">
            <a:extLst xmlns:a="http://schemas.openxmlformats.org/drawingml/2006/main">
              <a:ext uri="{FF2B5EF4-FFF2-40B4-BE49-F238E27FC236}">
                <a16:creationId xmlns:a16="http://schemas.microsoft.com/office/drawing/2014/main" id="{9D7711FE-6762-4AB2-89F2-14F47AFB43B3}"/>
              </a:ext>
            </a:extLst>
          </p:cNvPr>
          <p:cNvSpPr>
            <a:spLocks xmlns:a="http://schemas.openxmlformats.org/drawingml/2006/main" noGrp="1"/>
          </p:cNvSpPr>
          <p:nvPr/>
        </p:nvSpPr>
        <p:spPr>
          <a:xfrm xmlns:a="http://schemas.openxmlformats.org/drawingml/2006/main">
            <a:off x="11049000" y="6515100"/>
            <a:ext cx="590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750" b="1">
                <a:solidFill>
                  <a:srgbClr val="A6B3C4"/>
                </a:solidFill>
                <a:latin typeface="Segoe UI"/>
                <a:ea typeface="Segoe UI"/>
                <a:cs typeface="Segoe UI"/>
              </a:defRPr>
            </a:defPPr>
            <a:lvl1pPr algn="r">
              <a:defRPr sz="750" b="1">
                <a:solidFill>
                  <a:srgbClr val="A6B3C4"/>
                </a:solidFill>
                <a:latin typeface="Segoe UI"/>
                <a:ea typeface="Segoe UI"/>
                <a:cs typeface="Segoe UI"/>
              </a:defRPr>
            </a:lvl1pPr>
            <a:lvl2pPr algn="r">
              <a:defRPr sz="750" b="1">
                <a:solidFill>
                  <a:srgbClr val="A6B3C4"/>
                </a:solidFill>
                <a:latin typeface="Segoe UI"/>
                <a:ea typeface="Segoe UI"/>
                <a:cs typeface="Segoe UI"/>
              </a:defRPr>
            </a:lvl2pPr>
            <a:lvl3pPr algn="r">
              <a:defRPr sz="750" b="1">
                <a:solidFill>
                  <a:srgbClr val="A6B3C4"/>
                </a:solidFill>
                <a:latin typeface="Segoe UI"/>
                <a:ea typeface="Segoe UI"/>
                <a:cs typeface="Segoe UI"/>
              </a:defRPr>
            </a:lvl3pPr>
            <a:lvl4pPr algn="r">
              <a:defRPr sz="750" b="1">
                <a:solidFill>
                  <a:srgbClr val="A6B3C4"/>
                </a:solidFill>
                <a:latin typeface="Segoe UI"/>
                <a:ea typeface="Segoe UI"/>
                <a:cs typeface="Segoe UI"/>
              </a:defRPr>
            </a:lvl4pPr>
            <a:lvl5pPr algn="r">
              <a:defRPr sz="750" b="1">
                <a:solidFill>
                  <a:srgbClr val="A6B3C4"/>
                </a:solidFill>
                <a:latin typeface="Segoe UI"/>
                <a:ea typeface="Segoe UI"/>
                <a:cs typeface="Segoe UI"/>
              </a:defRPr>
            </a:lvl5pPr>
            <a:lvl6pPr algn="r">
              <a:defRPr sz="750" b="1">
                <a:solidFill>
                  <a:srgbClr val="A6B3C4"/>
                </a:solidFill>
                <a:latin typeface="Segoe UI"/>
                <a:ea typeface="Segoe UI"/>
                <a:cs typeface="Segoe UI"/>
              </a:defRPr>
            </a:lvl6pPr>
            <a:lvl7pPr algn="r">
              <a:defRPr sz="750" b="1">
                <a:solidFill>
                  <a:srgbClr val="A6B3C4"/>
                </a:solidFill>
                <a:latin typeface="Segoe UI"/>
                <a:ea typeface="Segoe UI"/>
                <a:cs typeface="Segoe UI"/>
              </a:defRPr>
            </a:lvl7pPr>
            <a:lvl8pPr algn="r">
              <a:defRPr sz="750" b="1">
                <a:solidFill>
                  <a:srgbClr val="A6B3C4"/>
                </a:solidFill>
                <a:latin typeface="Segoe UI"/>
                <a:ea typeface="Segoe UI"/>
                <a:cs typeface="Segoe UI"/>
              </a:defRPr>
            </a:lvl8pPr>
            <a:lvl9pPr algn="r">
              <a:defRPr sz="750" b="1">
                <a:solidFill>
                  <a:srgbClr val="A6B3C4"/>
                </a:solidFill>
                <a:latin typeface="Segoe UI"/>
                <a:ea typeface="Segoe UI"/>
                <a:cs typeface="Segoe UI"/>
              </a:defRPr>
            </a:lvl9pPr>
          </a:lstStyle>
          <a:p xmlns:a="http://schemas.openxmlformats.org/drawingml/2006/main">
            <a:pPr algn="r">
              <a:defRPr sz="750" b="1">
                <a:solidFill>
                  <a:srgbClr val="A6B3C4"/>
                </a:solidFill>
                <a:latin typeface="Segoe UI"/>
                <a:ea typeface="Segoe UI"/>
                <a:cs typeface="Segoe UI"/>
              </a:defRPr>
            </a:pPr>
            <a:r>
              <a:rPr sz="750" b="1">
                <a:solidFill>
                  <a:srgbClr val="A6B3C4"/>
                </a:solidFill>
                <a:latin typeface="Segoe UI"/>
                <a:ea typeface="Segoe UI"/>
                <a:cs typeface="Segoe UI"/>
              </a:rPr>
              <a:t>4</a:t>
            </a:r>
          </a:p>
        </p:txBody>
      </p:sp>
    </p:spTree>
  </p:cSld>
</p:sldLayout>
</file>

<file path=ppt/slideLayouts/slideLayout11.xml><?xml version="1.0" encoding="utf-8"?>
<p:sldLayout xmlns:p="http://schemas.openxmlformats.org/presentationml/2006/main">
  <p:cSld name="AURA_CONTENT_5">
    <p:spTree>
      <p:nvGrpSpPr>
        <p:cNvPr id="1" name=""/>
        <p:cNvGrpSpPr/>
        <p:nvPr/>
      </p:nvGrpSpPr>
      <p:grpSpPr>
        <a:xfrm xmlns:a="http://schemas.openxmlformats.org/drawingml/2006/main"/>
      </p:grpSpPr>
      <p:sp>
        <p:nvSpPr>
          <p:cNvPr id="5" name="Layout_Divider">
            <a:extLst xmlns:a="http://schemas.openxmlformats.org/drawingml/2006/main">
              <a:ext uri="{FF2B5EF4-FFF2-40B4-BE49-F238E27FC236}">
                <a16:creationId xmlns:a16="http://schemas.microsoft.com/office/drawing/2014/main" id="{3CDB3A81-D278-45BA-BC8D-5190E8E4B439}"/>
              </a:ext>
            </a:extLst>
          </p:cNvPr>
          <p:cNvSpPr>
            <a:spLocks xmlns:a="http://schemas.openxmlformats.org/drawingml/2006/main" noGrp="1"/>
          </p:cNvSpPr>
          <p:nvPr/>
        </p:nvSpPr>
        <p:spPr>
          <a:xfrm xmlns:a="http://schemas.openxmlformats.org/drawingml/2006/main">
            <a:off x="552450" y="1104900"/>
            <a:ext cx="11087100" cy="0"/>
          </a:xfrm>
          <a:prstGeom xmlns:a="http://schemas.openxmlformats.org/drawingml/2006/main" prst="line">
            <a:avLst/>
          </a:prstGeom>
          <a:noFill xmlns:a="http://schemas.openxmlformats.org/drawingml/2006/main"/>
          <a:ln xmlns:a="http://schemas.openxmlformats.org/drawingml/2006/main" w="9525">
            <a:solidFill>
              <a:srgbClr val="31445C"/>
            </a:solidFill>
            <a:prstDash val="solid"/>
          </a:ln>
        </p:spPr>
      </p:sp>
      <p:sp>
        <p:nvSpPr>
          <p:cNvPr id="2" name="Layout_Footer">
            <a:extLst xmlns:a="http://schemas.openxmlformats.org/drawingml/2006/main">
              <a:ext uri="{FF2B5EF4-FFF2-40B4-BE49-F238E27FC236}">
                <a16:creationId xmlns:a16="http://schemas.microsoft.com/office/drawing/2014/main" id="{4E0F32BF-BE4A-4C88-8E59-144FF1847C9C}"/>
              </a:ext>
            </a:extLst>
          </p:cNvPr>
          <p:cNvSpPr>
            <a:spLocks xmlns:a="http://schemas.openxmlformats.org/drawingml/2006/main" noGrp="1"/>
          </p:cNvSpPr>
          <p:nvPr/>
        </p:nvSpPr>
        <p:spPr>
          <a:xfrm xmlns:a="http://schemas.openxmlformats.org/drawingml/2006/main">
            <a:off x="552450" y="6534150"/>
            <a:ext cx="590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50" b="0">
                <a:solidFill>
                  <a:srgbClr val="A6B3C4"/>
                </a:solidFill>
                <a:latin typeface="Segoe UI"/>
                <a:ea typeface="Segoe UI"/>
                <a:cs typeface="Segoe UI"/>
              </a:defRPr>
            </a:defPPr>
            <a:lvl1pPr algn="l">
              <a:defRPr sz="750" b="0">
                <a:solidFill>
                  <a:srgbClr val="A6B3C4"/>
                </a:solidFill>
                <a:latin typeface="Segoe UI"/>
                <a:ea typeface="Segoe UI"/>
                <a:cs typeface="Segoe UI"/>
              </a:defRPr>
            </a:lvl1pPr>
            <a:lvl2pPr algn="l">
              <a:defRPr sz="750" b="0">
                <a:solidFill>
                  <a:srgbClr val="A6B3C4"/>
                </a:solidFill>
                <a:latin typeface="Segoe UI"/>
                <a:ea typeface="Segoe UI"/>
                <a:cs typeface="Segoe UI"/>
              </a:defRPr>
            </a:lvl2pPr>
            <a:lvl3pPr algn="l">
              <a:defRPr sz="750" b="0">
                <a:solidFill>
                  <a:srgbClr val="A6B3C4"/>
                </a:solidFill>
                <a:latin typeface="Segoe UI"/>
                <a:ea typeface="Segoe UI"/>
                <a:cs typeface="Segoe UI"/>
              </a:defRPr>
            </a:lvl3pPr>
            <a:lvl4pPr algn="l">
              <a:defRPr sz="750" b="0">
                <a:solidFill>
                  <a:srgbClr val="A6B3C4"/>
                </a:solidFill>
                <a:latin typeface="Segoe UI"/>
                <a:ea typeface="Segoe UI"/>
                <a:cs typeface="Segoe UI"/>
              </a:defRPr>
            </a:lvl4pPr>
            <a:lvl5pPr algn="l">
              <a:defRPr sz="750" b="0">
                <a:solidFill>
                  <a:srgbClr val="A6B3C4"/>
                </a:solidFill>
                <a:latin typeface="Segoe UI"/>
                <a:ea typeface="Segoe UI"/>
                <a:cs typeface="Segoe UI"/>
              </a:defRPr>
            </a:lvl5pPr>
            <a:lvl6pPr algn="l">
              <a:defRPr sz="750" b="0">
                <a:solidFill>
                  <a:srgbClr val="A6B3C4"/>
                </a:solidFill>
                <a:latin typeface="Segoe UI"/>
                <a:ea typeface="Segoe UI"/>
                <a:cs typeface="Segoe UI"/>
              </a:defRPr>
            </a:lvl6pPr>
            <a:lvl7pPr algn="l">
              <a:defRPr sz="750" b="0">
                <a:solidFill>
                  <a:srgbClr val="A6B3C4"/>
                </a:solidFill>
                <a:latin typeface="Segoe UI"/>
                <a:ea typeface="Segoe UI"/>
                <a:cs typeface="Segoe UI"/>
              </a:defRPr>
            </a:lvl7pPr>
            <a:lvl8pPr algn="l">
              <a:defRPr sz="750" b="0">
                <a:solidFill>
                  <a:srgbClr val="A6B3C4"/>
                </a:solidFill>
                <a:latin typeface="Segoe UI"/>
                <a:ea typeface="Segoe UI"/>
                <a:cs typeface="Segoe UI"/>
              </a:defRPr>
            </a:lvl8pPr>
            <a:lvl9pPr algn="l">
              <a:defRPr sz="750" b="0">
                <a:solidFill>
                  <a:srgbClr val="A6B3C4"/>
                </a:solidFill>
                <a:latin typeface="Segoe UI"/>
                <a:ea typeface="Segoe UI"/>
                <a:cs typeface="Segoe UI"/>
              </a:defRPr>
            </a:lvl9pPr>
          </a:lstStyle>
          <a:p xmlns:a="http://schemas.openxmlformats.org/drawingml/2006/main">
            <a:pPr algn="l">
              <a:defRPr sz="750" b="0">
                <a:solidFill>
                  <a:srgbClr val="A6B3C4"/>
                </a:solidFill>
                <a:latin typeface="Segoe UI"/>
                <a:ea typeface="Segoe UI"/>
                <a:cs typeface="Segoe UI"/>
              </a:defRPr>
            </a:pPr>
            <a:r>
              <a:rPr sz="750" b="0">
                <a:solidFill>
                  <a:srgbClr val="A6B3C4"/>
                </a:solidFill>
                <a:latin typeface="Segoe UI"/>
                <a:ea typeface="Segoe UI"/>
                <a:cs typeface="Segoe UI"/>
              </a:rPr>
              <a:t>AURA • Track VNG • 17/10/2026 • AFTER FEEDBACK</a:t>
            </a:r>
          </a:p>
        </p:txBody>
      </p:sp>
      <p:sp>
        <p:nvSpPr>
          <p:cNvPr id="3" name="Layout_LimitFooter">
            <a:extLst xmlns:a="http://schemas.openxmlformats.org/drawingml/2006/main">
              <a:ext uri="{FF2B5EF4-FFF2-40B4-BE49-F238E27FC236}">
                <a16:creationId xmlns:a16="http://schemas.microsoft.com/office/drawing/2014/main" id="{AD559905-2F7C-48AC-BA96-6E5D83A1BBE8}"/>
              </a:ext>
            </a:extLst>
          </p:cNvPr>
          <p:cNvSpPr>
            <a:spLocks xmlns:a="http://schemas.openxmlformats.org/drawingml/2006/main" noGrp="1"/>
          </p:cNvSpPr>
          <p:nvPr/>
        </p:nvSpPr>
        <p:spPr>
          <a:xfrm xmlns:a="http://schemas.openxmlformats.org/drawingml/2006/main">
            <a:off x="3048000" y="6534150"/>
            <a:ext cx="6096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750" b="0">
                <a:solidFill>
                  <a:srgbClr val="A6B3C4"/>
                </a:solidFill>
                <a:latin typeface="Segoe UI"/>
                <a:ea typeface="Segoe UI"/>
                <a:cs typeface="Segoe UI"/>
              </a:defRPr>
            </a:defPPr>
            <a:lvl1pPr algn="ctr">
              <a:defRPr sz="750" b="0">
                <a:solidFill>
                  <a:srgbClr val="A6B3C4"/>
                </a:solidFill>
                <a:latin typeface="Segoe UI"/>
                <a:ea typeface="Segoe UI"/>
                <a:cs typeface="Segoe UI"/>
              </a:defRPr>
            </a:lvl1pPr>
            <a:lvl2pPr algn="ctr">
              <a:defRPr sz="750" b="0">
                <a:solidFill>
                  <a:srgbClr val="A6B3C4"/>
                </a:solidFill>
                <a:latin typeface="Segoe UI"/>
                <a:ea typeface="Segoe UI"/>
                <a:cs typeface="Segoe UI"/>
              </a:defRPr>
            </a:lvl2pPr>
            <a:lvl3pPr algn="ctr">
              <a:defRPr sz="750" b="0">
                <a:solidFill>
                  <a:srgbClr val="A6B3C4"/>
                </a:solidFill>
                <a:latin typeface="Segoe UI"/>
                <a:ea typeface="Segoe UI"/>
                <a:cs typeface="Segoe UI"/>
              </a:defRPr>
            </a:lvl3pPr>
            <a:lvl4pPr algn="ctr">
              <a:defRPr sz="750" b="0">
                <a:solidFill>
                  <a:srgbClr val="A6B3C4"/>
                </a:solidFill>
                <a:latin typeface="Segoe UI"/>
                <a:ea typeface="Segoe UI"/>
                <a:cs typeface="Segoe UI"/>
              </a:defRPr>
            </a:lvl4pPr>
            <a:lvl5pPr algn="ctr">
              <a:defRPr sz="750" b="0">
                <a:solidFill>
                  <a:srgbClr val="A6B3C4"/>
                </a:solidFill>
                <a:latin typeface="Segoe UI"/>
                <a:ea typeface="Segoe UI"/>
                <a:cs typeface="Segoe UI"/>
              </a:defRPr>
            </a:lvl5pPr>
            <a:lvl6pPr algn="ctr">
              <a:defRPr sz="750" b="0">
                <a:solidFill>
                  <a:srgbClr val="A6B3C4"/>
                </a:solidFill>
                <a:latin typeface="Segoe UI"/>
                <a:ea typeface="Segoe UI"/>
                <a:cs typeface="Segoe UI"/>
              </a:defRPr>
            </a:lvl6pPr>
            <a:lvl7pPr algn="ctr">
              <a:defRPr sz="750" b="0">
                <a:solidFill>
                  <a:srgbClr val="A6B3C4"/>
                </a:solidFill>
                <a:latin typeface="Segoe UI"/>
                <a:ea typeface="Segoe UI"/>
                <a:cs typeface="Segoe UI"/>
              </a:defRPr>
            </a:lvl7pPr>
            <a:lvl8pPr algn="ctr">
              <a:defRPr sz="750" b="0">
                <a:solidFill>
                  <a:srgbClr val="A6B3C4"/>
                </a:solidFill>
                <a:latin typeface="Segoe UI"/>
                <a:ea typeface="Segoe UI"/>
                <a:cs typeface="Segoe UI"/>
              </a:defRPr>
            </a:lvl8pPr>
            <a:lvl9pPr algn="ctr">
              <a:defRPr sz="750" b="0">
                <a:solidFill>
                  <a:srgbClr val="A6B3C4"/>
                </a:solidFill>
                <a:latin typeface="Segoe UI"/>
                <a:ea typeface="Segoe UI"/>
                <a:cs typeface="Segoe UI"/>
              </a:defRPr>
            </a:lvl9pPr>
          </a:lstStyle>
          <a:p xmlns:a="http://schemas.openxmlformats.org/drawingml/2006/main">
            <a:pPr algn="ctr">
              <a:defRPr sz="750" b="0">
                <a:solidFill>
                  <a:srgbClr val="A6B3C4"/>
                </a:solidFill>
                <a:latin typeface="Segoe UI"/>
                <a:ea typeface="Segoe UI"/>
                <a:cs typeface="Segoe UI"/>
              </a:defRPr>
            </a:pPr>
            <a:r>
              <a:rPr sz="750" b="0">
                <a:solidFill>
                  <a:srgbClr val="A6B3C4"/>
                </a:solidFill>
                <a:latin typeface="Segoe UI"/>
                <a:ea typeface="Segoe UI"/>
                <a:cs typeface="Segoe UI"/>
              </a:rPr>
              <a:t>Giới hạn hiện tại, không phải lời hứa marketing</a:t>
            </a:r>
          </a:p>
        </p:txBody>
      </p:sp>
      <p:sp>
        <p:nvSpPr>
          <p:cNvPr id="4" name="Layout_PageNumber">
            <a:extLst xmlns:a="http://schemas.openxmlformats.org/drawingml/2006/main">
              <a:ext uri="{FF2B5EF4-FFF2-40B4-BE49-F238E27FC236}">
                <a16:creationId xmlns:a16="http://schemas.microsoft.com/office/drawing/2014/main" id="{E4BFB60F-F1C6-4C20-838C-42C0D9954AB1}"/>
              </a:ext>
            </a:extLst>
          </p:cNvPr>
          <p:cNvSpPr>
            <a:spLocks xmlns:a="http://schemas.openxmlformats.org/drawingml/2006/main" noGrp="1"/>
          </p:cNvSpPr>
          <p:nvPr/>
        </p:nvSpPr>
        <p:spPr>
          <a:xfrm xmlns:a="http://schemas.openxmlformats.org/drawingml/2006/main">
            <a:off x="11049000" y="6515100"/>
            <a:ext cx="590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750" b="1">
                <a:solidFill>
                  <a:srgbClr val="A6B3C4"/>
                </a:solidFill>
                <a:latin typeface="Segoe UI"/>
                <a:ea typeface="Segoe UI"/>
                <a:cs typeface="Segoe UI"/>
              </a:defRPr>
            </a:defPPr>
            <a:lvl1pPr algn="r">
              <a:defRPr sz="750" b="1">
                <a:solidFill>
                  <a:srgbClr val="A6B3C4"/>
                </a:solidFill>
                <a:latin typeface="Segoe UI"/>
                <a:ea typeface="Segoe UI"/>
                <a:cs typeface="Segoe UI"/>
              </a:defRPr>
            </a:lvl1pPr>
            <a:lvl2pPr algn="r">
              <a:defRPr sz="750" b="1">
                <a:solidFill>
                  <a:srgbClr val="A6B3C4"/>
                </a:solidFill>
                <a:latin typeface="Segoe UI"/>
                <a:ea typeface="Segoe UI"/>
                <a:cs typeface="Segoe UI"/>
              </a:defRPr>
            </a:lvl2pPr>
            <a:lvl3pPr algn="r">
              <a:defRPr sz="750" b="1">
                <a:solidFill>
                  <a:srgbClr val="A6B3C4"/>
                </a:solidFill>
                <a:latin typeface="Segoe UI"/>
                <a:ea typeface="Segoe UI"/>
                <a:cs typeface="Segoe UI"/>
              </a:defRPr>
            </a:lvl3pPr>
            <a:lvl4pPr algn="r">
              <a:defRPr sz="750" b="1">
                <a:solidFill>
                  <a:srgbClr val="A6B3C4"/>
                </a:solidFill>
                <a:latin typeface="Segoe UI"/>
                <a:ea typeface="Segoe UI"/>
                <a:cs typeface="Segoe UI"/>
              </a:defRPr>
            </a:lvl4pPr>
            <a:lvl5pPr algn="r">
              <a:defRPr sz="750" b="1">
                <a:solidFill>
                  <a:srgbClr val="A6B3C4"/>
                </a:solidFill>
                <a:latin typeface="Segoe UI"/>
                <a:ea typeface="Segoe UI"/>
                <a:cs typeface="Segoe UI"/>
              </a:defRPr>
            </a:lvl5pPr>
            <a:lvl6pPr algn="r">
              <a:defRPr sz="750" b="1">
                <a:solidFill>
                  <a:srgbClr val="A6B3C4"/>
                </a:solidFill>
                <a:latin typeface="Segoe UI"/>
                <a:ea typeface="Segoe UI"/>
                <a:cs typeface="Segoe UI"/>
              </a:defRPr>
            </a:lvl6pPr>
            <a:lvl7pPr algn="r">
              <a:defRPr sz="750" b="1">
                <a:solidFill>
                  <a:srgbClr val="A6B3C4"/>
                </a:solidFill>
                <a:latin typeface="Segoe UI"/>
                <a:ea typeface="Segoe UI"/>
                <a:cs typeface="Segoe UI"/>
              </a:defRPr>
            </a:lvl7pPr>
            <a:lvl8pPr algn="r">
              <a:defRPr sz="750" b="1">
                <a:solidFill>
                  <a:srgbClr val="A6B3C4"/>
                </a:solidFill>
                <a:latin typeface="Segoe UI"/>
                <a:ea typeface="Segoe UI"/>
                <a:cs typeface="Segoe UI"/>
              </a:defRPr>
            </a:lvl8pPr>
            <a:lvl9pPr algn="r">
              <a:defRPr sz="750" b="1">
                <a:solidFill>
                  <a:srgbClr val="A6B3C4"/>
                </a:solidFill>
                <a:latin typeface="Segoe UI"/>
                <a:ea typeface="Segoe UI"/>
                <a:cs typeface="Segoe UI"/>
              </a:defRPr>
            </a:lvl9pPr>
          </a:lstStyle>
          <a:p xmlns:a="http://schemas.openxmlformats.org/drawingml/2006/main">
            <a:pPr algn="r">
              <a:defRPr sz="750" b="1">
                <a:solidFill>
                  <a:srgbClr val="A6B3C4"/>
                </a:solidFill>
                <a:latin typeface="Segoe UI"/>
                <a:ea typeface="Segoe UI"/>
                <a:cs typeface="Segoe UI"/>
              </a:defRPr>
            </a:pPr>
            <a:r>
              <a:rPr sz="750" b="1">
                <a:solidFill>
                  <a:srgbClr val="A6B3C4"/>
                </a:solidFill>
                <a:latin typeface="Segoe UI"/>
                <a:ea typeface="Segoe UI"/>
                <a:cs typeface="Segoe UI"/>
              </a:rPr>
              <a:t>5</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a9ccc4f1314e8a" /><Relationship Type="http://schemas.openxmlformats.org/officeDocument/2006/relationships/slideLayout" Target="/ppt/slideLayouts/slideLayout1.xml" Id="Rc5fd84240dfc455c" /><Relationship Type="http://schemas.openxmlformats.org/officeDocument/2006/relationships/slideLayout" Target="/ppt/slideLayouts/slideLayout2.xml" Id="Rcdc4ed1303aa45ce" /><Relationship Type="http://schemas.openxmlformats.org/officeDocument/2006/relationships/slideLayout" Target="/ppt/slideLayouts/slideLayout3.xml" Id="R047d3afa2d9740a0" /><Relationship Type="http://schemas.openxmlformats.org/officeDocument/2006/relationships/slideLayout" Target="/ppt/slideLayouts/slideLayout4.xml" Id="Ra302de8f63394927" /><Relationship Type="http://schemas.openxmlformats.org/officeDocument/2006/relationships/slideLayout" Target="/ppt/slideLayouts/slideLayout5.xml" Id="R0cfc28b2a0384f72" /><Relationship Type="http://schemas.openxmlformats.org/officeDocument/2006/relationships/slideLayout" Target="/ppt/slideLayouts/slideLayout6.xml" Id="R5a168920aaf941c7" /><Relationship Type="http://schemas.openxmlformats.org/officeDocument/2006/relationships/slideLayout" Target="/ppt/slideLayouts/slideLayout7.xml" Id="Rd374b80323f44307" /><Relationship Type="http://schemas.openxmlformats.org/officeDocument/2006/relationships/slideLayout" Target="/ppt/slideLayouts/slideLayout8.xml" Id="R05453e16e1eb46f1" /><Relationship Type="http://schemas.openxmlformats.org/officeDocument/2006/relationships/slideLayout" Target="/ppt/slideLayouts/slideLayout9.xml" Id="R2dd8180ff3a3441b" /><Relationship Type="http://schemas.openxmlformats.org/officeDocument/2006/relationships/slideLayout" Target="/ppt/slideLayouts/slideLayout10.xml" Id="R48e4e4396ee140b9" /><Relationship Type="http://schemas.openxmlformats.org/officeDocument/2006/relationships/slideLayout" Target="/ppt/slideLayouts/slideLayout11.xml" Id="R6656a7a73b3b4b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fd84240dfc455c"/>
    <p:sldLayoutId xmlns:r="http://schemas.openxmlformats.org/officeDocument/2006/relationships" id="2147483650" r:id="Rcdc4ed1303aa45ce"/>
    <p:sldLayoutId xmlns:r="http://schemas.openxmlformats.org/officeDocument/2006/relationships" id="2147483651" r:id="R047d3afa2d9740a0"/>
    <p:sldLayoutId xmlns:r="http://schemas.openxmlformats.org/officeDocument/2006/relationships" id="2147483652" r:id="Ra302de8f63394927"/>
    <p:sldLayoutId xmlns:r="http://schemas.openxmlformats.org/officeDocument/2006/relationships" id="2147483653" r:id="R0cfc28b2a0384f72"/>
    <p:sldLayoutId xmlns:r="http://schemas.openxmlformats.org/officeDocument/2006/relationships" id="2147483654" r:id="R5a168920aaf941c7"/>
    <p:sldLayoutId xmlns:r="http://schemas.openxmlformats.org/officeDocument/2006/relationships" id="2147483655" r:id="Rd374b80323f44307"/>
    <p:sldLayoutId xmlns:r="http://schemas.openxmlformats.org/officeDocument/2006/relationships" id="2147483656" r:id="R05453e16e1eb46f1"/>
    <p:sldLayoutId xmlns:r="http://schemas.openxmlformats.org/officeDocument/2006/relationships" id="2147483657" r:id="R2dd8180ff3a3441b"/>
    <p:sldLayoutId xmlns:r="http://schemas.openxmlformats.org/officeDocument/2006/relationships" id="2147483658" r:id="R48e4e4396ee140b9"/>
    <p:sldLayoutId xmlns:r="http://schemas.openxmlformats.org/officeDocument/2006/relationships" id="2147483659" r:id="R6656a7a73b3b4b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URA restrained navy">
      <a:dk1>
        <a:srgbClr val="091522"/>
      </a:dk1>
      <a:lt1>
        <a:srgbClr val="F4F7FB"/>
      </a:lt1>
      <a:dk2>
        <a:srgbClr val="162A42"/>
      </a:dk2>
      <a:lt2>
        <a:srgbClr val="A6B3C4"/>
      </a:lt2>
      <a:accent1>
        <a:srgbClr val="5F8FD8"/>
      </a:accent1>
      <a:accent2>
        <a:srgbClr val="45A9BE"/>
      </a:accent2>
      <a:accent3>
        <a:srgbClr val="C59A4A"/>
      </a:accent3>
      <a:accent4>
        <a:srgbClr val="4FAF91"/>
      </a:accent4>
      <a:accent5>
        <a:srgbClr val="162A42"/>
      </a:accent5>
      <a:accent6>
        <a:srgbClr val="31445C"/>
      </a:accent6>
      <a:hlink>
        <a:srgbClr val="5F8FD8"/>
      </a:hlink>
      <a:folHlink>
        <a:srgbClr val="45A9BE"/>
      </a:folHlink>
    </a:clrScheme>
    <a:fontScheme name="">
      <a:majorFont>
        <a:latin typeface="Segoe UI"/>
        <a:ea typeface=""/>
        <a:cs typeface=""/>
      </a:majorFont>
      <a:minorFont>
        <a:latin typeface="Segoe UI"/>
        <a:ea typeface=""/>
        <a:cs typeface=""/>
      </a:minorFont>
    </a:fontScheme>
    <a:fmtScheme name="AURA restrained nav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564965bd7e54321" /><Relationship Type="http://schemas.openxmlformats.org/officeDocument/2006/relationships/notesSlide" Target="/ppt/notesSlides/notesSlide1.xml" Id="R88d94a87193940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945ecacd0b9e4e57" /><Relationship Type="http://schemas.openxmlformats.org/officeDocument/2006/relationships/notesSlide" Target="/ppt/notesSlides/notesSlide2.xml" Id="Rbfc6872876e24f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a8856913f0384096" /><Relationship Type="http://schemas.openxmlformats.org/officeDocument/2006/relationships/notesSlide" Target="/ppt/notesSlides/notesSlide3.xml" Id="Raed17ddebad647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0.xml" Id="R36f8f7fe5a994e5a" /><Relationship Type="http://schemas.openxmlformats.org/officeDocument/2006/relationships/notesSlide" Target="/ppt/notesSlides/notesSlide4.xml" Id="R520b8595d3af41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52de97fa933c432f" /><Relationship Type="http://schemas.openxmlformats.org/officeDocument/2006/relationships/notesSlide" Target="/ppt/notesSlides/notesSlide5.xml" Id="R0487abba3819441f" /></Relationships>
</file>

<file path=ppt/slides/slide1.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sp>
        <p:nvSpPr>
          <p:cNvPr id="37" name="Slide_Title">
            <a:extLst xmlns:a="http://schemas.openxmlformats.org/drawingml/2006/main">
              <a:ext uri="{FF2B5EF4-FFF2-40B4-BE49-F238E27FC236}">
                <a16:creationId xmlns:a16="http://schemas.microsoft.com/office/drawing/2014/main" id="{6B318F80-3727-4069-8DFF-7D97771F56EA}"/>
              </a:ext>
            </a:extLst>
          </p:cNvPr>
          <p:cNvSpPr>
            <a:spLocks xmlns:a="http://schemas.openxmlformats.org/drawingml/2006/main" noGrp="1"/>
          </p:cNvSpPr>
          <p:nvPr/>
        </p:nvSpPr>
        <p:spPr>
          <a:xfrm xmlns:a="http://schemas.openxmlformats.org/drawingml/2006/main">
            <a:off x="552450" y="266700"/>
            <a:ext cx="11087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F4F7FB"/>
                </a:solidFill>
                <a:latin typeface="Segoe UI"/>
                <a:ea typeface="Segoe UI"/>
                <a:cs typeface="Segoe UI"/>
              </a:defRPr>
            </a:defPPr>
            <a:lvl1pPr algn="l">
              <a:defRPr sz="2400" b="1">
                <a:solidFill>
                  <a:srgbClr val="F4F7FB"/>
                </a:solidFill>
                <a:latin typeface="Segoe UI"/>
                <a:ea typeface="Segoe UI"/>
                <a:cs typeface="Segoe UI"/>
              </a:defRPr>
            </a:lvl1pPr>
            <a:lvl2pPr algn="l">
              <a:defRPr sz="2400" b="1">
                <a:solidFill>
                  <a:srgbClr val="F4F7FB"/>
                </a:solidFill>
                <a:latin typeface="Segoe UI"/>
                <a:ea typeface="Segoe UI"/>
                <a:cs typeface="Segoe UI"/>
              </a:defRPr>
            </a:lvl2pPr>
            <a:lvl3pPr algn="l">
              <a:defRPr sz="2400" b="1">
                <a:solidFill>
                  <a:srgbClr val="F4F7FB"/>
                </a:solidFill>
                <a:latin typeface="Segoe UI"/>
                <a:ea typeface="Segoe UI"/>
                <a:cs typeface="Segoe UI"/>
              </a:defRPr>
            </a:lvl3pPr>
            <a:lvl4pPr algn="l">
              <a:defRPr sz="2400" b="1">
                <a:solidFill>
                  <a:srgbClr val="F4F7FB"/>
                </a:solidFill>
                <a:latin typeface="Segoe UI"/>
                <a:ea typeface="Segoe UI"/>
                <a:cs typeface="Segoe UI"/>
              </a:defRPr>
            </a:lvl4pPr>
            <a:lvl5pPr algn="l">
              <a:defRPr sz="2400" b="1">
                <a:solidFill>
                  <a:srgbClr val="F4F7FB"/>
                </a:solidFill>
                <a:latin typeface="Segoe UI"/>
                <a:ea typeface="Segoe UI"/>
                <a:cs typeface="Segoe UI"/>
              </a:defRPr>
            </a:lvl5pPr>
            <a:lvl6pPr algn="l">
              <a:defRPr sz="2400" b="1">
                <a:solidFill>
                  <a:srgbClr val="F4F7FB"/>
                </a:solidFill>
                <a:latin typeface="Segoe UI"/>
                <a:ea typeface="Segoe UI"/>
                <a:cs typeface="Segoe UI"/>
              </a:defRPr>
            </a:lvl6pPr>
            <a:lvl7pPr algn="l">
              <a:defRPr sz="2400" b="1">
                <a:solidFill>
                  <a:srgbClr val="F4F7FB"/>
                </a:solidFill>
                <a:latin typeface="Segoe UI"/>
                <a:ea typeface="Segoe UI"/>
                <a:cs typeface="Segoe UI"/>
              </a:defRPr>
            </a:lvl7pPr>
            <a:lvl8pPr algn="l">
              <a:defRPr sz="2400" b="1">
                <a:solidFill>
                  <a:srgbClr val="F4F7FB"/>
                </a:solidFill>
                <a:latin typeface="Segoe UI"/>
                <a:ea typeface="Segoe UI"/>
                <a:cs typeface="Segoe UI"/>
              </a:defRPr>
            </a:lvl8pPr>
            <a:lvl9pPr algn="l">
              <a:defRPr sz="2400" b="1">
                <a:solidFill>
                  <a:srgbClr val="F4F7FB"/>
                </a:solidFill>
                <a:latin typeface="Segoe UI"/>
                <a:ea typeface="Segoe UI"/>
                <a:cs typeface="Segoe UI"/>
              </a:defRPr>
            </a:lvl9pPr>
          </a:lstStyle>
          <a:p xmlns:a="http://schemas.openxmlformats.org/drawingml/2006/main">
            <a:pPr algn="l">
              <a:defRPr sz="2400" b="1">
                <a:solidFill>
                  <a:srgbClr val="F4F7FB"/>
                </a:solidFill>
                <a:latin typeface="Segoe UI"/>
                <a:ea typeface="Segoe UI"/>
                <a:cs typeface="Segoe UI"/>
              </a:defRPr>
            </a:pPr>
            <a:r>
              <a:rPr sz="2400" b="1">
                <a:solidFill>
                  <a:srgbClr val="F4F7FB"/>
                </a:solidFill>
                <a:latin typeface="Segoe UI"/>
                <a:ea typeface="Segoe UI"/>
                <a:cs typeface="Segoe UI"/>
              </a:rPr>
              <a:t>Quy trình hoàn ứng hiện tại: năm điểm chờ thiếu bằng chứng</a:t>
            </a:r>
          </a:p>
        </p:txBody>
      </p:sp>
      <p:sp>
        <p:nvSpPr>
          <p:cNvPr id="2" name="Slide_Subtitle">
            <a:extLst xmlns:a="http://schemas.openxmlformats.org/drawingml/2006/main">
              <a:ext uri="{FF2B5EF4-FFF2-40B4-BE49-F238E27FC236}">
                <a16:creationId xmlns:a16="http://schemas.microsoft.com/office/drawing/2014/main" id="{920B0482-9D3C-4892-BC16-0AF2EC3100CD}"/>
              </a:ext>
            </a:extLst>
          </p:cNvPr>
          <p:cNvSpPr>
            <a:spLocks xmlns:a="http://schemas.openxmlformats.org/drawingml/2006/main" noGrp="1"/>
          </p:cNvSpPr>
          <p:nvPr/>
        </p:nvSpPr>
        <p:spPr>
          <a:xfrm xmlns:a="http://schemas.openxmlformats.org/drawingml/2006/main">
            <a:off x="552450" y="7239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3C4"/>
                </a:solidFill>
                <a:latin typeface="Segoe UI"/>
                <a:ea typeface="Segoe UI"/>
                <a:cs typeface="Segoe UI"/>
              </a:defRPr>
            </a:defPPr>
            <a:lvl1pPr algn="l">
              <a:defRPr sz="1275" b="0">
                <a:solidFill>
                  <a:srgbClr val="A6B3C4"/>
                </a:solidFill>
                <a:latin typeface="Segoe UI"/>
                <a:ea typeface="Segoe UI"/>
                <a:cs typeface="Segoe UI"/>
              </a:defRPr>
            </a:lvl1pPr>
            <a:lvl2pPr algn="l">
              <a:defRPr sz="1275" b="0">
                <a:solidFill>
                  <a:srgbClr val="A6B3C4"/>
                </a:solidFill>
                <a:latin typeface="Segoe UI"/>
                <a:ea typeface="Segoe UI"/>
                <a:cs typeface="Segoe UI"/>
              </a:defRPr>
            </a:lvl2pPr>
            <a:lvl3pPr algn="l">
              <a:defRPr sz="1275" b="0">
                <a:solidFill>
                  <a:srgbClr val="A6B3C4"/>
                </a:solidFill>
                <a:latin typeface="Segoe UI"/>
                <a:ea typeface="Segoe UI"/>
                <a:cs typeface="Segoe UI"/>
              </a:defRPr>
            </a:lvl3pPr>
            <a:lvl4pPr algn="l">
              <a:defRPr sz="1275" b="0">
                <a:solidFill>
                  <a:srgbClr val="A6B3C4"/>
                </a:solidFill>
                <a:latin typeface="Segoe UI"/>
                <a:ea typeface="Segoe UI"/>
                <a:cs typeface="Segoe UI"/>
              </a:defRPr>
            </a:lvl4pPr>
            <a:lvl5pPr algn="l">
              <a:defRPr sz="1275" b="0">
                <a:solidFill>
                  <a:srgbClr val="A6B3C4"/>
                </a:solidFill>
                <a:latin typeface="Segoe UI"/>
                <a:ea typeface="Segoe UI"/>
                <a:cs typeface="Segoe UI"/>
              </a:defRPr>
            </a:lvl5pPr>
            <a:lvl6pPr algn="l">
              <a:defRPr sz="1275" b="0">
                <a:solidFill>
                  <a:srgbClr val="A6B3C4"/>
                </a:solidFill>
                <a:latin typeface="Segoe UI"/>
                <a:ea typeface="Segoe UI"/>
                <a:cs typeface="Segoe UI"/>
              </a:defRPr>
            </a:lvl6pPr>
            <a:lvl7pPr algn="l">
              <a:defRPr sz="1275" b="0">
                <a:solidFill>
                  <a:srgbClr val="A6B3C4"/>
                </a:solidFill>
                <a:latin typeface="Segoe UI"/>
                <a:ea typeface="Segoe UI"/>
                <a:cs typeface="Segoe UI"/>
              </a:defRPr>
            </a:lvl7pPr>
            <a:lvl8pPr algn="l">
              <a:defRPr sz="1275" b="0">
                <a:solidFill>
                  <a:srgbClr val="A6B3C4"/>
                </a:solidFill>
                <a:latin typeface="Segoe UI"/>
                <a:ea typeface="Segoe UI"/>
                <a:cs typeface="Segoe UI"/>
              </a:defRPr>
            </a:lvl8pPr>
            <a:lvl9pPr algn="l">
              <a:defRPr sz="1275" b="0">
                <a:solidFill>
                  <a:srgbClr val="A6B3C4"/>
                </a:solidFill>
                <a:latin typeface="Segoe UI"/>
                <a:ea typeface="Segoe UI"/>
                <a:cs typeface="Segoe UI"/>
              </a:defRPr>
            </a:lvl9pPr>
          </a:lstStyle>
          <a:p xmlns:a="http://schemas.openxmlformats.org/drawingml/2006/main">
            <a:pPr algn="l">
              <a:defRPr sz="1275" b="0">
                <a:solidFill>
                  <a:srgbClr val="A6B3C4"/>
                </a:solidFill>
                <a:latin typeface="Segoe UI"/>
                <a:ea typeface="Segoe UI"/>
                <a:cs typeface="Segoe UI"/>
              </a:defRPr>
            </a:pPr>
            <a:r>
              <a:rPr sz="1275" b="0">
                <a:solidFill>
                  <a:srgbClr val="A6B3C4"/>
                </a:solidFill>
                <a:latin typeface="Segoe UI"/>
                <a:ea typeface="Segoe UI"/>
                <a:cs typeface="Segoe UI"/>
              </a:rPr>
              <a:t>Khoảng trống nằm ở ngoại lệ: người duyệt phải tự ghép dữ kiện, quy định và lịch sử.</a:t>
            </a:r>
          </a:p>
        </p:txBody>
      </p:sp>
      <p:sp>
        <p:nvSpPr>
          <p:cNvPr id="3" name="S1_Flow_1">
            <a:extLst xmlns:a="http://schemas.openxmlformats.org/drawingml/2006/main">
              <a:ext uri="{FF2B5EF4-FFF2-40B4-BE49-F238E27FC236}">
                <a16:creationId xmlns:a16="http://schemas.microsoft.com/office/drawing/2014/main" id="{788952B1-871F-4485-902C-AA8FF5B4143B}"/>
              </a:ext>
            </a:extLst>
          </p:cNvPr>
          <p:cNvSpPr>
            <a:spLocks xmlns:a="http://schemas.openxmlformats.org/drawingml/2006/main" noGrp="1"/>
          </p:cNvSpPr>
          <p:nvPr/>
        </p:nvSpPr>
        <p:spPr>
          <a:xfrm xmlns:a="http://schemas.openxmlformats.org/drawingml/2006/main">
            <a:off x="552450" y="1428750"/>
            <a:ext cx="2057400" cy="2190750"/>
          </a:xfrm>
          <a:prstGeom xmlns:a="http://schemas.openxmlformats.org/drawingml/2006/main" prst="roundRect">
            <a:avLst>
              <a:gd name="adj" fmla="val 2778"/>
            </a:avLst>
          </a:prstGeom>
          <a:solidFill xmlns:a="http://schemas.openxmlformats.org/drawingml/2006/main">
            <a:srgbClr val="112338"/>
          </a:solidFill>
          <a:ln xmlns:a="http://schemas.openxmlformats.org/drawingml/2006/main" w="9525">
            <a:solidFill>
              <a:srgbClr val="31445C"/>
            </a:solidFill>
            <a:prstDash val="solid"/>
          </a:ln>
        </p:spPr>
      </p:sp>
      <p:sp>
        <p:nvSpPr>
          <p:cNvPr id="4" name="S1_FlowIcon_1">
            <a:extLst xmlns:a="http://schemas.openxmlformats.org/drawingml/2006/main">
              <a:ext uri="{FF2B5EF4-FFF2-40B4-BE49-F238E27FC236}">
                <a16:creationId xmlns:a16="http://schemas.microsoft.com/office/drawing/2014/main" id="{DD7BF85B-1616-4E23-8EA9-9EEF497BD4D6}"/>
              </a:ext>
            </a:extLst>
          </p:cNvPr>
          <p:cNvSpPr>
            <a:spLocks xmlns:a="http://schemas.openxmlformats.org/drawingml/2006/main" noGrp="1"/>
          </p:cNvSpPr>
          <p:nvPr/>
        </p:nvSpPr>
        <p:spPr>
          <a:xfrm xmlns:a="http://schemas.openxmlformats.org/drawingml/2006/main">
            <a:off x="704850" y="1619250"/>
            <a:ext cx="323850" cy="323850"/>
          </a:xfrm>
          <a:prstGeom xmlns:a="http://schemas.openxmlformats.org/drawingml/2006/main" prst="ellipse">
            <a:avLst/>
          </a:prstGeom>
          <a:noFill xmlns:a="http://schemas.openxmlformats.org/drawingml/2006/main"/>
          <a:ln xmlns:a="http://schemas.openxmlformats.org/drawingml/2006/main" w="14288">
            <a:solidFill>
              <a:srgbClr val="45A9BE"/>
            </a:solidFill>
            <a:prstDash val="solid"/>
          </a:ln>
        </p:spPr>
        <p:txBody>
          <a:bodyPr xmlns:a="http://schemas.openxmlformats.org/drawingml/2006/main" lIns="0" tIns="0" rIns="0" bIns="0" anchor="ctr">
            <a:noAutofit/>
          </a:bodyPr>
          <a:lstStyle xmlns:a="http://schemas.openxmlformats.org/drawingml/2006/main">
            <a:defPPr algn="ctr">
              <a:defRPr sz="900" b="1">
                <a:solidFill>
                  <a:srgbClr val="45A9BE"/>
                </a:solidFill>
                <a:latin typeface="Segoe UI"/>
                <a:ea typeface="Segoe UI"/>
                <a:cs typeface="Segoe UI"/>
              </a:defRPr>
            </a:defPPr>
            <a:lvl1pPr algn="ctr">
              <a:defRPr sz="900" b="1">
                <a:solidFill>
                  <a:srgbClr val="45A9BE"/>
                </a:solidFill>
                <a:latin typeface="Segoe UI"/>
                <a:ea typeface="Segoe UI"/>
                <a:cs typeface="Segoe UI"/>
              </a:defRPr>
            </a:lvl1pPr>
            <a:lvl2pPr algn="ctr">
              <a:defRPr sz="900" b="1">
                <a:solidFill>
                  <a:srgbClr val="45A9BE"/>
                </a:solidFill>
                <a:latin typeface="Segoe UI"/>
                <a:ea typeface="Segoe UI"/>
                <a:cs typeface="Segoe UI"/>
              </a:defRPr>
            </a:lvl2pPr>
            <a:lvl3pPr algn="ctr">
              <a:defRPr sz="900" b="1">
                <a:solidFill>
                  <a:srgbClr val="45A9BE"/>
                </a:solidFill>
                <a:latin typeface="Segoe UI"/>
                <a:ea typeface="Segoe UI"/>
                <a:cs typeface="Segoe UI"/>
              </a:defRPr>
            </a:lvl3pPr>
            <a:lvl4pPr algn="ctr">
              <a:defRPr sz="900" b="1">
                <a:solidFill>
                  <a:srgbClr val="45A9BE"/>
                </a:solidFill>
                <a:latin typeface="Segoe UI"/>
                <a:ea typeface="Segoe UI"/>
                <a:cs typeface="Segoe UI"/>
              </a:defRPr>
            </a:lvl4pPr>
            <a:lvl5pPr algn="ctr">
              <a:defRPr sz="900" b="1">
                <a:solidFill>
                  <a:srgbClr val="45A9BE"/>
                </a:solidFill>
                <a:latin typeface="Segoe UI"/>
                <a:ea typeface="Segoe UI"/>
                <a:cs typeface="Segoe UI"/>
              </a:defRPr>
            </a:lvl5pPr>
            <a:lvl6pPr algn="ctr">
              <a:defRPr sz="900" b="1">
                <a:solidFill>
                  <a:srgbClr val="45A9BE"/>
                </a:solidFill>
                <a:latin typeface="Segoe UI"/>
                <a:ea typeface="Segoe UI"/>
                <a:cs typeface="Segoe UI"/>
              </a:defRPr>
            </a:lvl6pPr>
            <a:lvl7pPr algn="ctr">
              <a:defRPr sz="900" b="1">
                <a:solidFill>
                  <a:srgbClr val="45A9BE"/>
                </a:solidFill>
                <a:latin typeface="Segoe UI"/>
                <a:ea typeface="Segoe UI"/>
                <a:cs typeface="Segoe UI"/>
              </a:defRPr>
            </a:lvl7pPr>
            <a:lvl8pPr algn="ctr">
              <a:defRPr sz="900" b="1">
                <a:solidFill>
                  <a:srgbClr val="45A9BE"/>
                </a:solidFill>
                <a:latin typeface="Segoe UI"/>
                <a:ea typeface="Segoe UI"/>
                <a:cs typeface="Segoe UI"/>
              </a:defRPr>
            </a:lvl8pPr>
            <a:lvl9pPr algn="ctr">
              <a:defRPr sz="900" b="1">
                <a:solidFill>
                  <a:srgbClr val="45A9BE"/>
                </a:solidFill>
                <a:latin typeface="Segoe UI"/>
                <a:ea typeface="Segoe UI"/>
                <a:cs typeface="Segoe UI"/>
              </a:defRPr>
            </a:lvl9pPr>
          </a:lstStyle>
          <a:p xmlns:a="http://schemas.openxmlformats.org/drawingml/2006/main">
            <a:pPr algn="ctr">
              <a:defRPr sz="900" b="1">
                <a:solidFill>
                  <a:srgbClr val="45A9BE"/>
                </a:solidFill>
                <a:latin typeface="Segoe UI"/>
                <a:ea typeface="Segoe UI"/>
                <a:cs typeface="Segoe UI"/>
              </a:defRPr>
            </a:pPr>
            <a:r>
              <a:rPr sz="900" b="1">
                <a:solidFill>
                  <a:srgbClr val="45A9BE"/>
                </a:solidFill>
                <a:latin typeface="Segoe UI"/>
                <a:ea typeface="Segoe UI"/>
                <a:cs typeface="Segoe UI"/>
              </a:rPr>
              <a:t>01</a:t>
            </a:r>
          </a:p>
        </p:txBody>
      </p:sp>
      <p:sp>
        <p:nvSpPr>
          <p:cNvPr id="5" name="S1_FlowLabel_1">
            <a:extLst xmlns:a="http://schemas.openxmlformats.org/drawingml/2006/main">
              <a:ext uri="{FF2B5EF4-FFF2-40B4-BE49-F238E27FC236}">
                <a16:creationId xmlns:a16="http://schemas.microsoft.com/office/drawing/2014/main" id="{D4723D74-B9F8-4DE2-86A2-F55A2E3A6002}"/>
              </a:ext>
            </a:extLst>
          </p:cNvPr>
          <p:cNvSpPr>
            <a:spLocks xmlns:a="http://schemas.openxmlformats.org/drawingml/2006/main" noGrp="1"/>
          </p:cNvSpPr>
          <p:nvPr/>
        </p:nvSpPr>
        <p:spPr>
          <a:xfrm xmlns:a="http://schemas.openxmlformats.org/drawingml/2006/main">
            <a:off x="704850" y="2095500"/>
            <a:ext cx="1752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1">
                <a:solidFill>
                  <a:srgbClr val="F4F7FB"/>
                </a:solidFill>
                <a:latin typeface="Segoe UI"/>
                <a:ea typeface="Segoe UI"/>
                <a:cs typeface="Segoe UI"/>
              </a:defRPr>
            </a:defPPr>
            <a:lvl1pPr algn="l">
              <a:defRPr sz="1350" b="1">
                <a:solidFill>
                  <a:srgbClr val="F4F7FB"/>
                </a:solidFill>
                <a:latin typeface="Segoe UI"/>
                <a:ea typeface="Segoe UI"/>
                <a:cs typeface="Segoe UI"/>
              </a:defRPr>
            </a:lvl1pPr>
            <a:lvl2pPr algn="l">
              <a:defRPr sz="1350" b="1">
                <a:solidFill>
                  <a:srgbClr val="F4F7FB"/>
                </a:solidFill>
                <a:latin typeface="Segoe UI"/>
                <a:ea typeface="Segoe UI"/>
                <a:cs typeface="Segoe UI"/>
              </a:defRPr>
            </a:lvl2pPr>
            <a:lvl3pPr algn="l">
              <a:defRPr sz="1350" b="1">
                <a:solidFill>
                  <a:srgbClr val="F4F7FB"/>
                </a:solidFill>
                <a:latin typeface="Segoe UI"/>
                <a:ea typeface="Segoe UI"/>
                <a:cs typeface="Segoe UI"/>
              </a:defRPr>
            </a:lvl3pPr>
            <a:lvl4pPr algn="l">
              <a:defRPr sz="1350" b="1">
                <a:solidFill>
                  <a:srgbClr val="F4F7FB"/>
                </a:solidFill>
                <a:latin typeface="Segoe UI"/>
                <a:ea typeface="Segoe UI"/>
                <a:cs typeface="Segoe UI"/>
              </a:defRPr>
            </a:lvl4pPr>
            <a:lvl5pPr algn="l">
              <a:defRPr sz="1350" b="1">
                <a:solidFill>
                  <a:srgbClr val="F4F7FB"/>
                </a:solidFill>
                <a:latin typeface="Segoe UI"/>
                <a:ea typeface="Segoe UI"/>
                <a:cs typeface="Segoe UI"/>
              </a:defRPr>
            </a:lvl5pPr>
            <a:lvl6pPr algn="l">
              <a:defRPr sz="1350" b="1">
                <a:solidFill>
                  <a:srgbClr val="F4F7FB"/>
                </a:solidFill>
                <a:latin typeface="Segoe UI"/>
                <a:ea typeface="Segoe UI"/>
                <a:cs typeface="Segoe UI"/>
              </a:defRPr>
            </a:lvl6pPr>
            <a:lvl7pPr algn="l">
              <a:defRPr sz="1350" b="1">
                <a:solidFill>
                  <a:srgbClr val="F4F7FB"/>
                </a:solidFill>
                <a:latin typeface="Segoe UI"/>
                <a:ea typeface="Segoe UI"/>
                <a:cs typeface="Segoe UI"/>
              </a:defRPr>
            </a:lvl7pPr>
            <a:lvl8pPr algn="l">
              <a:defRPr sz="1350" b="1">
                <a:solidFill>
                  <a:srgbClr val="F4F7FB"/>
                </a:solidFill>
                <a:latin typeface="Segoe UI"/>
                <a:ea typeface="Segoe UI"/>
                <a:cs typeface="Segoe UI"/>
              </a:defRPr>
            </a:lvl8pPr>
            <a:lvl9pPr algn="l">
              <a:defRPr sz="1350" b="1">
                <a:solidFill>
                  <a:srgbClr val="F4F7FB"/>
                </a:solidFill>
                <a:latin typeface="Segoe UI"/>
                <a:ea typeface="Segoe UI"/>
                <a:cs typeface="Segoe UI"/>
              </a:defRPr>
            </a:lvl9pPr>
          </a:lstStyle>
          <a:p xmlns:a="http://schemas.openxmlformats.org/drawingml/2006/main">
            <a:pPr algn="l">
              <a:defRPr sz="1350" b="1">
                <a:solidFill>
                  <a:srgbClr val="F4F7FB"/>
                </a:solidFill>
                <a:latin typeface="Segoe UI"/>
                <a:ea typeface="Segoe UI"/>
                <a:cs typeface="Segoe UI"/>
              </a:defRPr>
            </a:pPr>
            <a:r>
              <a:rPr sz="1350" b="1">
                <a:solidFill>
                  <a:srgbClr val="F4F7FB"/>
                </a:solidFill>
                <a:latin typeface="Segoe UI"/>
                <a:ea typeface="Segoe UI"/>
                <a:cs typeface="Segoe UI"/>
              </a:rPr>
              <a:t>Gửi chứng từ</a:t>
            </a:r>
          </a:p>
        </p:txBody>
      </p:sp>
      <p:sp>
        <p:nvSpPr>
          <p:cNvPr id="6" name="S1_FlowRule_1">
            <a:extLst xmlns:a="http://schemas.openxmlformats.org/drawingml/2006/main">
              <a:ext uri="{FF2B5EF4-FFF2-40B4-BE49-F238E27FC236}">
                <a16:creationId xmlns:a16="http://schemas.microsoft.com/office/drawing/2014/main" id="{05873335-0B70-4FC2-A0E4-9C09519B2C6D}"/>
              </a:ext>
            </a:extLst>
          </p:cNvPr>
          <p:cNvSpPr>
            <a:spLocks xmlns:a="http://schemas.openxmlformats.org/drawingml/2006/main" noGrp="1"/>
          </p:cNvSpPr>
          <p:nvPr/>
        </p:nvSpPr>
        <p:spPr>
          <a:xfrm xmlns:a="http://schemas.openxmlformats.org/drawingml/2006/main">
            <a:off x="704850" y="2686050"/>
            <a:ext cx="1752600" cy="0"/>
          </a:xfrm>
          <a:prstGeom xmlns:a="http://schemas.openxmlformats.org/drawingml/2006/main" prst="line">
            <a:avLst/>
          </a:prstGeom>
          <a:noFill xmlns:a="http://schemas.openxmlformats.org/drawingml/2006/main"/>
          <a:ln xmlns:a="http://schemas.openxmlformats.org/drawingml/2006/main" w="9525">
            <a:solidFill>
              <a:srgbClr val="31445C"/>
            </a:solidFill>
            <a:prstDash val="solid"/>
          </a:ln>
        </p:spPr>
      </p:sp>
      <p:sp>
        <p:nvSpPr>
          <p:cNvPr id="7" name="S1_FlowPain_1">
            <a:extLst xmlns:a="http://schemas.openxmlformats.org/drawingml/2006/main">
              <a:ext uri="{FF2B5EF4-FFF2-40B4-BE49-F238E27FC236}">
                <a16:creationId xmlns:a16="http://schemas.microsoft.com/office/drawing/2014/main" id="{94B71277-974C-41B7-8DF1-8518E0BDE82A}"/>
              </a:ext>
            </a:extLst>
          </p:cNvPr>
          <p:cNvSpPr>
            <a:spLocks xmlns:a="http://schemas.openxmlformats.org/drawingml/2006/main" noGrp="1"/>
          </p:cNvSpPr>
          <p:nvPr/>
        </p:nvSpPr>
        <p:spPr>
          <a:xfrm xmlns:a="http://schemas.openxmlformats.org/drawingml/2006/main">
            <a:off x="704850" y="2876550"/>
            <a:ext cx="1752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A6B3C4"/>
                </a:solidFill>
                <a:latin typeface="Segoe UI"/>
                <a:ea typeface="Segoe UI"/>
                <a:cs typeface="Segoe UI"/>
              </a:defRPr>
            </a:defPPr>
            <a:lvl1pPr algn="l">
              <a:defRPr sz="1125" b="0">
                <a:solidFill>
                  <a:srgbClr val="A6B3C4"/>
                </a:solidFill>
                <a:latin typeface="Segoe UI"/>
                <a:ea typeface="Segoe UI"/>
                <a:cs typeface="Segoe UI"/>
              </a:defRPr>
            </a:lvl1pPr>
            <a:lvl2pPr algn="l">
              <a:defRPr sz="1125" b="0">
                <a:solidFill>
                  <a:srgbClr val="A6B3C4"/>
                </a:solidFill>
                <a:latin typeface="Segoe UI"/>
                <a:ea typeface="Segoe UI"/>
                <a:cs typeface="Segoe UI"/>
              </a:defRPr>
            </a:lvl2pPr>
            <a:lvl3pPr algn="l">
              <a:defRPr sz="1125" b="0">
                <a:solidFill>
                  <a:srgbClr val="A6B3C4"/>
                </a:solidFill>
                <a:latin typeface="Segoe UI"/>
                <a:ea typeface="Segoe UI"/>
                <a:cs typeface="Segoe UI"/>
              </a:defRPr>
            </a:lvl3pPr>
            <a:lvl4pPr algn="l">
              <a:defRPr sz="1125" b="0">
                <a:solidFill>
                  <a:srgbClr val="A6B3C4"/>
                </a:solidFill>
                <a:latin typeface="Segoe UI"/>
                <a:ea typeface="Segoe UI"/>
                <a:cs typeface="Segoe UI"/>
              </a:defRPr>
            </a:lvl4pPr>
            <a:lvl5pPr algn="l">
              <a:defRPr sz="1125" b="0">
                <a:solidFill>
                  <a:srgbClr val="A6B3C4"/>
                </a:solidFill>
                <a:latin typeface="Segoe UI"/>
                <a:ea typeface="Segoe UI"/>
                <a:cs typeface="Segoe UI"/>
              </a:defRPr>
            </a:lvl5pPr>
            <a:lvl6pPr algn="l">
              <a:defRPr sz="1125" b="0">
                <a:solidFill>
                  <a:srgbClr val="A6B3C4"/>
                </a:solidFill>
                <a:latin typeface="Segoe UI"/>
                <a:ea typeface="Segoe UI"/>
                <a:cs typeface="Segoe UI"/>
              </a:defRPr>
            </a:lvl6pPr>
            <a:lvl7pPr algn="l">
              <a:defRPr sz="1125" b="0">
                <a:solidFill>
                  <a:srgbClr val="A6B3C4"/>
                </a:solidFill>
                <a:latin typeface="Segoe UI"/>
                <a:ea typeface="Segoe UI"/>
                <a:cs typeface="Segoe UI"/>
              </a:defRPr>
            </a:lvl7pPr>
            <a:lvl8pPr algn="l">
              <a:defRPr sz="1125" b="0">
                <a:solidFill>
                  <a:srgbClr val="A6B3C4"/>
                </a:solidFill>
                <a:latin typeface="Segoe UI"/>
                <a:ea typeface="Segoe UI"/>
                <a:cs typeface="Segoe UI"/>
              </a:defRPr>
            </a:lvl8pPr>
            <a:lvl9pPr algn="l">
              <a:defRPr sz="1125" b="0">
                <a:solidFill>
                  <a:srgbClr val="A6B3C4"/>
                </a:solidFill>
                <a:latin typeface="Segoe UI"/>
                <a:ea typeface="Segoe UI"/>
                <a:cs typeface="Segoe UI"/>
              </a:defRPr>
            </a:lvl9pPr>
          </a:lstStyle>
          <a:p xmlns:a="http://schemas.openxmlformats.org/drawingml/2006/main">
            <a:pPr algn="l">
              <a:defRPr sz="1125" b="0">
                <a:solidFill>
                  <a:srgbClr val="A6B3C4"/>
                </a:solidFill>
                <a:latin typeface="Segoe UI"/>
                <a:ea typeface="Segoe UI"/>
                <a:cs typeface="Segoe UI"/>
              </a:defRPr>
            </a:pPr>
            <a:r>
              <a:rPr sz="1125" b="0">
                <a:solidFill>
                  <a:srgbClr val="A6B3C4"/>
                </a:solidFill>
                <a:latin typeface="Segoe UI"/>
                <a:ea typeface="Segoe UI"/>
                <a:cs typeface="Segoe UI"/>
              </a:rPr>
              <a:t>Ảnh, số tiền và metadata nằm rời nhau.</a:t>
            </a:r>
          </a:p>
        </p:txBody>
      </p:sp>
      <p:sp>
        <p:nvSpPr>
          <p:cNvPr id="8" name="S1_Arrow_1">
            <a:extLst xmlns:a="http://schemas.openxmlformats.org/drawingml/2006/main">
              <a:ext uri="{FF2B5EF4-FFF2-40B4-BE49-F238E27FC236}">
                <a16:creationId xmlns:a16="http://schemas.microsoft.com/office/drawing/2014/main" id="{7E8C1DEF-34DB-49DF-851E-FD193A1AF765}"/>
              </a:ext>
            </a:extLst>
          </p:cNvPr>
          <p:cNvSpPr>
            <a:spLocks xmlns:a="http://schemas.openxmlformats.org/drawingml/2006/main" noGrp="1"/>
          </p:cNvSpPr>
          <p:nvPr/>
        </p:nvSpPr>
        <p:spPr>
          <a:xfrm xmlns:a="http://schemas.openxmlformats.org/drawingml/2006/main">
            <a:off x="2619375" y="2419350"/>
            <a:ext cx="152400" cy="209550"/>
          </a:xfrm>
          <a:prstGeom xmlns:a="http://schemas.openxmlformats.org/drawingml/2006/main" prst="rightArrow">
            <a:avLst/>
          </a:prstGeom>
          <a:solidFill xmlns:a="http://schemas.openxmlformats.org/drawingml/2006/main">
            <a:srgbClr val="31445C"/>
          </a:solidFill>
          <a:ln xmlns:a="http://schemas.openxmlformats.org/drawingml/2006/main" w="0">
            <a:solidFill>
              <a:srgbClr val="31445C"/>
            </a:solidFill>
          </a:ln>
        </p:spPr>
      </p:sp>
      <p:sp>
        <p:nvSpPr>
          <p:cNvPr id="9" name="S1_Flow_2">
            <a:extLst xmlns:a="http://schemas.openxmlformats.org/drawingml/2006/main">
              <a:ext uri="{FF2B5EF4-FFF2-40B4-BE49-F238E27FC236}">
                <a16:creationId xmlns:a16="http://schemas.microsoft.com/office/drawing/2014/main" id="{FE28981B-7ECE-4829-A483-C2EE4EA94082}"/>
              </a:ext>
            </a:extLst>
          </p:cNvPr>
          <p:cNvSpPr>
            <a:spLocks xmlns:a="http://schemas.openxmlformats.org/drawingml/2006/main" noGrp="1"/>
          </p:cNvSpPr>
          <p:nvPr/>
        </p:nvSpPr>
        <p:spPr>
          <a:xfrm xmlns:a="http://schemas.openxmlformats.org/drawingml/2006/main">
            <a:off x="2781300" y="1428750"/>
            <a:ext cx="2057400" cy="2190750"/>
          </a:xfrm>
          <a:prstGeom xmlns:a="http://schemas.openxmlformats.org/drawingml/2006/main" prst="roundRect">
            <a:avLst>
              <a:gd name="adj" fmla="val 2778"/>
            </a:avLst>
          </a:prstGeom>
          <a:solidFill xmlns:a="http://schemas.openxmlformats.org/drawingml/2006/main">
            <a:srgbClr val="112338"/>
          </a:solidFill>
          <a:ln xmlns:a="http://schemas.openxmlformats.org/drawingml/2006/main" w="9525">
            <a:solidFill>
              <a:srgbClr val="31445C"/>
            </a:solidFill>
            <a:prstDash val="solid"/>
          </a:ln>
        </p:spPr>
      </p:sp>
      <p:sp>
        <p:nvSpPr>
          <p:cNvPr id="10" name="S1_FlowIcon_2">
            <a:extLst xmlns:a="http://schemas.openxmlformats.org/drawingml/2006/main">
              <a:ext uri="{FF2B5EF4-FFF2-40B4-BE49-F238E27FC236}">
                <a16:creationId xmlns:a16="http://schemas.microsoft.com/office/drawing/2014/main" id="{5984069F-1E90-47E2-846B-93C67139673C}"/>
              </a:ext>
            </a:extLst>
          </p:cNvPr>
          <p:cNvSpPr>
            <a:spLocks xmlns:a="http://schemas.openxmlformats.org/drawingml/2006/main" noGrp="1"/>
          </p:cNvSpPr>
          <p:nvPr/>
        </p:nvSpPr>
        <p:spPr>
          <a:xfrm xmlns:a="http://schemas.openxmlformats.org/drawingml/2006/main">
            <a:off x="2933700" y="1619250"/>
            <a:ext cx="323850" cy="323850"/>
          </a:xfrm>
          <a:prstGeom xmlns:a="http://schemas.openxmlformats.org/drawingml/2006/main" prst="ellipse">
            <a:avLst/>
          </a:prstGeom>
          <a:noFill xmlns:a="http://schemas.openxmlformats.org/drawingml/2006/main"/>
          <a:ln xmlns:a="http://schemas.openxmlformats.org/drawingml/2006/main" w="14288">
            <a:solidFill>
              <a:srgbClr val="45A9BE"/>
            </a:solidFill>
            <a:prstDash val="solid"/>
          </a:ln>
        </p:spPr>
        <p:txBody>
          <a:bodyPr xmlns:a="http://schemas.openxmlformats.org/drawingml/2006/main" lIns="0" tIns="0" rIns="0" bIns="0" anchor="ctr">
            <a:noAutofit/>
          </a:bodyPr>
          <a:lstStyle xmlns:a="http://schemas.openxmlformats.org/drawingml/2006/main">
            <a:defPPr algn="ctr">
              <a:defRPr sz="900" b="1">
                <a:solidFill>
                  <a:srgbClr val="45A9BE"/>
                </a:solidFill>
                <a:latin typeface="Segoe UI"/>
                <a:ea typeface="Segoe UI"/>
                <a:cs typeface="Segoe UI"/>
              </a:defRPr>
            </a:defPPr>
            <a:lvl1pPr algn="ctr">
              <a:defRPr sz="900" b="1">
                <a:solidFill>
                  <a:srgbClr val="45A9BE"/>
                </a:solidFill>
                <a:latin typeface="Segoe UI"/>
                <a:ea typeface="Segoe UI"/>
                <a:cs typeface="Segoe UI"/>
              </a:defRPr>
            </a:lvl1pPr>
            <a:lvl2pPr algn="ctr">
              <a:defRPr sz="900" b="1">
                <a:solidFill>
                  <a:srgbClr val="45A9BE"/>
                </a:solidFill>
                <a:latin typeface="Segoe UI"/>
                <a:ea typeface="Segoe UI"/>
                <a:cs typeface="Segoe UI"/>
              </a:defRPr>
            </a:lvl2pPr>
            <a:lvl3pPr algn="ctr">
              <a:defRPr sz="900" b="1">
                <a:solidFill>
                  <a:srgbClr val="45A9BE"/>
                </a:solidFill>
                <a:latin typeface="Segoe UI"/>
                <a:ea typeface="Segoe UI"/>
                <a:cs typeface="Segoe UI"/>
              </a:defRPr>
            </a:lvl3pPr>
            <a:lvl4pPr algn="ctr">
              <a:defRPr sz="900" b="1">
                <a:solidFill>
                  <a:srgbClr val="45A9BE"/>
                </a:solidFill>
                <a:latin typeface="Segoe UI"/>
                <a:ea typeface="Segoe UI"/>
                <a:cs typeface="Segoe UI"/>
              </a:defRPr>
            </a:lvl4pPr>
            <a:lvl5pPr algn="ctr">
              <a:defRPr sz="900" b="1">
                <a:solidFill>
                  <a:srgbClr val="45A9BE"/>
                </a:solidFill>
                <a:latin typeface="Segoe UI"/>
                <a:ea typeface="Segoe UI"/>
                <a:cs typeface="Segoe UI"/>
              </a:defRPr>
            </a:lvl5pPr>
            <a:lvl6pPr algn="ctr">
              <a:defRPr sz="900" b="1">
                <a:solidFill>
                  <a:srgbClr val="45A9BE"/>
                </a:solidFill>
                <a:latin typeface="Segoe UI"/>
                <a:ea typeface="Segoe UI"/>
                <a:cs typeface="Segoe UI"/>
              </a:defRPr>
            </a:lvl6pPr>
            <a:lvl7pPr algn="ctr">
              <a:defRPr sz="900" b="1">
                <a:solidFill>
                  <a:srgbClr val="45A9BE"/>
                </a:solidFill>
                <a:latin typeface="Segoe UI"/>
                <a:ea typeface="Segoe UI"/>
                <a:cs typeface="Segoe UI"/>
              </a:defRPr>
            </a:lvl7pPr>
            <a:lvl8pPr algn="ctr">
              <a:defRPr sz="900" b="1">
                <a:solidFill>
                  <a:srgbClr val="45A9BE"/>
                </a:solidFill>
                <a:latin typeface="Segoe UI"/>
                <a:ea typeface="Segoe UI"/>
                <a:cs typeface="Segoe UI"/>
              </a:defRPr>
            </a:lvl8pPr>
            <a:lvl9pPr algn="ctr">
              <a:defRPr sz="900" b="1">
                <a:solidFill>
                  <a:srgbClr val="45A9BE"/>
                </a:solidFill>
                <a:latin typeface="Segoe UI"/>
                <a:ea typeface="Segoe UI"/>
                <a:cs typeface="Segoe UI"/>
              </a:defRPr>
            </a:lvl9pPr>
          </a:lstStyle>
          <a:p xmlns:a="http://schemas.openxmlformats.org/drawingml/2006/main">
            <a:pPr algn="ctr">
              <a:defRPr sz="900" b="1">
                <a:solidFill>
                  <a:srgbClr val="45A9BE"/>
                </a:solidFill>
                <a:latin typeface="Segoe UI"/>
                <a:ea typeface="Segoe UI"/>
                <a:cs typeface="Segoe UI"/>
              </a:defRPr>
            </a:pPr>
            <a:r>
              <a:rPr sz="900" b="1">
                <a:solidFill>
                  <a:srgbClr val="45A9BE"/>
                </a:solidFill>
                <a:latin typeface="Segoe UI"/>
                <a:ea typeface="Segoe UI"/>
                <a:cs typeface="Segoe UI"/>
              </a:rPr>
              <a:t>02</a:t>
            </a:r>
          </a:p>
        </p:txBody>
      </p:sp>
      <p:sp>
        <p:nvSpPr>
          <p:cNvPr id="11" name="S1_FlowLabel_2">
            <a:extLst xmlns:a="http://schemas.openxmlformats.org/drawingml/2006/main">
              <a:ext uri="{FF2B5EF4-FFF2-40B4-BE49-F238E27FC236}">
                <a16:creationId xmlns:a16="http://schemas.microsoft.com/office/drawing/2014/main" id="{FFDB831D-A42B-4AF8-A552-ED9C62D86326}"/>
              </a:ext>
            </a:extLst>
          </p:cNvPr>
          <p:cNvSpPr>
            <a:spLocks xmlns:a="http://schemas.openxmlformats.org/drawingml/2006/main" noGrp="1"/>
          </p:cNvSpPr>
          <p:nvPr/>
        </p:nvSpPr>
        <p:spPr>
          <a:xfrm xmlns:a="http://schemas.openxmlformats.org/drawingml/2006/main">
            <a:off x="2933700" y="2095500"/>
            <a:ext cx="1752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1">
                <a:solidFill>
                  <a:srgbClr val="F4F7FB"/>
                </a:solidFill>
                <a:latin typeface="Segoe UI"/>
                <a:ea typeface="Segoe UI"/>
                <a:cs typeface="Segoe UI"/>
              </a:defRPr>
            </a:defPPr>
            <a:lvl1pPr algn="l">
              <a:defRPr sz="1350" b="1">
                <a:solidFill>
                  <a:srgbClr val="F4F7FB"/>
                </a:solidFill>
                <a:latin typeface="Segoe UI"/>
                <a:ea typeface="Segoe UI"/>
                <a:cs typeface="Segoe UI"/>
              </a:defRPr>
            </a:lvl1pPr>
            <a:lvl2pPr algn="l">
              <a:defRPr sz="1350" b="1">
                <a:solidFill>
                  <a:srgbClr val="F4F7FB"/>
                </a:solidFill>
                <a:latin typeface="Segoe UI"/>
                <a:ea typeface="Segoe UI"/>
                <a:cs typeface="Segoe UI"/>
              </a:defRPr>
            </a:lvl2pPr>
            <a:lvl3pPr algn="l">
              <a:defRPr sz="1350" b="1">
                <a:solidFill>
                  <a:srgbClr val="F4F7FB"/>
                </a:solidFill>
                <a:latin typeface="Segoe UI"/>
                <a:ea typeface="Segoe UI"/>
                <a:cs typeface="Segoe UI"/>
              </a:defRPr>
            </a:lvl3pPr>
            <a:lvl4pPr algn="l">
              <a:defRPr sz="1350" b="1">
                <a:solidFill>
                  <a:srgbClr val="F4F7FB"/>
                </a:solidFill>
                <a:latin typeface="Segoe UI"/>
                <a:ea typeface="Segoe UI"/>
                <a:cs typeface="Segoe UI"/>
              </a:defRPr>
            </a:lvl4pPr>
            <a:lvl5pPr algn="l">
              <a:defRPr sz="1350" b="1">
                <a:solidFill>
                  <a:srgbClr val="F4F7FB"/>
                </a:solidFill>
                <a:latin typeface="Segoe UI"/>
                <a:ea typeface="Segoe UI"/>
                <a:cs typeface="Segoe UI"/>
              </a:defRPr>
            </a:lvl5pPr>
            <a:lvl6pPr algn="l">
              <a:defRPr sz="1350" b="1">
                <a:solidFill>
                  <a:srgbClr val="F4F7FB"/>
                </a:solidFill>
                <a:latin typeface="Segoe UI"/>
                <a:ea typeface="Segoe UI"/>
                <a:cs typeface="Segoe UI"/>
              </a:defRPr>
            </a:lvl6pPr>
            <a:lvl7pPr algn="l">
              <a:defRPr sz="1350" b="1">
                <a:solidFill>
                  <a:srgbClr val="F4F7FB"/>
                </a:solidFill>
                <a:latin typeface="Segoe UI"/>
                <a:ea typeface="Segoe UI"/>
                <a:cs typeface="Segoe UI"/>
              </a:defRPr>
            </a:lvl7pPr>
            <a:lvl8pPr algn="l">
              <a:defRPr sz="1350" b="1">
                <a:solidFill>
                  <a:srgbClr val="F4F7FB"/>
                </a:solidFill>
                <a:latin typeface="Segoe UI"/>
                <a:ea typeface="Segoe UI"/>
                <a:cs typeface="Segoe UI"/>
              </a:defRPr>
            </a:lvl8pPr>
            <a:lvl9pPr algn="l">
              <a:defRPr sz="1350" b="1">
                <a:solidFill>
                  <a:srgbClr val="F4F7FB"/>
                </a:solidFill>
                <a:latin typeface="Segoe UI"/>
                <a:ea typeface="Segoe UI"/>
                <a:cs typeface="Segoe UI"/>
              </a:defRPr>
            </a:lvl9pPr>
          </a:lstStyle>
          <a:p xmlns:a="http://schemas.openxmlformats.org/drawingml/2006/main">
            <a:pPr algn="l">
              <a:defRPr sz="1350" b="1">
                <a:solidFill>
                  <a:srgbClr val="F4F7FB"/>
                </a:solidFill>
                <a:latin typeface="Segoe UI"/>
                <a:ea typeface="Segoe UI"/>
                <a:cs typeface="Segoe UI"/>
              </a:defRPr>
            </a:pPr>
            <a:r>
              <a:rPr sz="1350" b="1">
                <a:solidFill>
                  <a:srgbClr val="F4F7FB"/>
                </a:solidFill>
                <a:latin typeface="Segoe UI"/>
                <a:ea typeface="Segoe UI"/>
                <a:cs typeface="Segoe UI"/>
              </a:rPr>
              <a:t>Đọc thủ công</a:t>
            </a:r>
          </a:p>
        </p:txBody>
      </p:sp>
      <p:sp>
        <p:nvSpPr>
          <p:cNvPr id="12" name="S1_FlowRule_2">
            <a:extLst xmlns:a="http://schemas.openxmlformats.org/drawingml/2006/main">
              <a:ext uri="{FF2B5EF4-FFF2-40B4-BE49-F238E27FC236}">
                <a16:creationId xmlns:a16="http://schemas.microsoft.com/office/drawing/2014/main" id="{D3F8D3BC-123B-4D9C-B065-ACB881967BF5}"/>
              </a:ext>
            </a:extLst>
          </p:cNvPr>
          <p:cNvSpPr>
            <a:spLocks xmlns:a="http://schemas.openxmlformats.org/drawingml/2006/main" noGrp="1"/>
          </p:cNvSpPr>
          <p:nvPr/>
        </p:nvSpPr>
        <p:spPr>
          <a:xfrm xmlns:a="http://schemas.openxmlformats.org/drawingml/2006/main">
            <a:off x="2933700" y="2686050"/>
            <a:ext cx="1752600" cy="0"/>
          </a:xfrm>
          <a:prstGeom xmlns:a="http://schemas.openxmlformats.org/drawingml/2006/main" prst="line">
            <a:avLst/>
          </a:prstGeom>
          <a:noFill xmlns:a="http://schemas.openxmlformats.org/drawingml/2006/main"/>
          <a:ln xmlns:a="http://schemas.openxmlformats.org/drawingml/2006/main" w="9525">
            <a:solidFill>
              <a:srgbClr val="31445C"/>
            </a:solidFill>
            <a:prstDash val="solid"/>
          </a:ln>
        </p:spPr>
      </p:sp>
      <p:sp>
        <p:nvSpPr>
          <p:cNvPr id="13" name="S1_FlowPain_2">
            <a:extLst xmlns:a="http://schemas.openxmlformats.org/drawingml/2006/main">
              <a:ext uri="{FF2B5EF4-FFF2-40B4-BE49-F238E27FC236}">
                <a16:creationId xmlns:a16="http://schemas.microsoft.com/office/drawing/2014/main" id="{F9B69E6C-61EB-4F1A-BDFC-3845787EC0BF}"/>
              </a:ext>
            </a:extLst>
          </p:cNvPr>
          <p:cNvSpPr>
            <a:spLocks xmlns:a="http://schemas.openxmlformats.org/drawingml/2006/main" noGrp="1"/>
          </p:cNvSpPr>
          <p:nvPr/>
        </p:nvSpPr>
        <p:spPr>
          <a:xfrm xmlns:a="http://schemas.openxmlformats.org/drawingml/2006/main">
            <a:off x="2933700" y="2876550"/>
            <a:ext cx="1752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A6B3C4"/>
                </a:solidFill>
                <a:latin typeface="Segoe UI"/>
                <a:ea typeface="Segoe UI"/>
                <a:cs typeface="Segoe UI"/>
              </a:defRPr>
            </a:defPPr>
            <a:lvl1pPr algn="l">
              <a:defRPr sz="1125" b="0">
                <a:solidFill>
                  <a:srgbClr val="A6B3C4"/>
                </a:solidFill>
                <a:latin typeface="Segoe UI"/>
                <a:ea typeface="Segoe UI"/>
                <a:cs typeface="Segoe UI"/>
              </a:defRPr>
            </a:lvl1pPr>
            <a:lvl2pPr algn="l">
              <a:defRPr sz="1125" b="0">
                <a:solidFill>
                  <a:srgbClr val="A6B3C4"/>
                </a:solidFill>
                <a:latin typeface="Segoe UI"/>
                <a:ea typeface="Segoe UI"/>
                <a:cs typeface="Segoe UI"/>
              </a:defRPr>
            </a:lvl2pPr>
            <a:lvl3pPr algn="l">
              <a:defRPr sz="1125" b="0">
                <a:solidFill>
                  <a:srgbClr val="A6B3C4"/>
                </a:solidFill>
                <a:latin typeface="Segoe UI"/>
                <a:ea typeface="Segoe UI"/>
                <a:cs typeface="Segoe UI"/>
              </a:defRPr>
            </a:lvl3pPr>
            <a:lvl4pPr algn="l">
              <a:defRPr sz="1125" b="0">
                <a:solidFill>
                  <a:srgbClr val="A6B3C4"/>
                </a:solidFill>
                <a:latin typeface="Segoe UI"/>
                <a:ea typeface="Segoe UI"/>
                <a:cs typeface="Segoe UI"/>
              </a:defRPr>
            </a:lvl4pPr>
            <a:lvl5pPr algn="l">
              <a:defRPr sz="1125" b="0">
                <a:solidFill>
                  <a:srgbClr val="A6B3C4"/>
                </a:solidFill>
                <a:latin typeface="Segoe UI"/>
                <a:ea typeface="Segoe UI"/>
                <a:cs typeface="Segoe UI"/>
              </a:defRPr>
            </a:lvl5pPr>
            <a:lvl6pPr algn="l">
              <a:defRPr sz="1125" b="0">
                <a:solidFill>
                  <a:srgbClr val="A6B3C4"/>
                </a:solidFill>
                <a:latin typeface="Segoe UI"/>
                <a:ea typeface="Segoe UI"/>
                <a:cs typeface="Segoe UI"/>
              </a:defRPr>
            </a:lvl6pPr>
            <a:lvl7pPr algn="l">
              <a:defRPr sz="1125" b="0">
                <a:solidFill>
                  <a:srgbClr val="A6B3C4"/>
                </a:solidFill>
                <a:latin typeface="Segoe UI"/>
                <a:ea typeface="Segoe UI"/>
                <a:cs typeface="Segoe UI"/>
              </a:defRPr>
            </a:lvl7pPr>
            <a:lvl8pPr algn="l">
              <a:defRPr sz="1125" b="0">
                <a:solidFill>
                  <a:srgbClr val="A6B3C4"/>
                </a:solidFill>
                <a:latin typeface="Segoe UI"/>
                <a:ea typeface="Segoe UI"/>
                <a:cs typeface="Segoe UI"/>
              </a:defRPr>
            </a:lvl8pPr>
            <a:lvl9pPr algn="l">
              <a:defRPr sz="1125" b="0">
                <a:solidFill>
                  <a:srgbClr val="A6B3C4"/>
                </a:solidFill>
                <a:latin typeface="Segoe UI"/>
                <a:ea typeface="Segoe UI"/>
                <a:cs typeface="Segoe UI"/>
              </a:defRPr>
            </a:lvl9pPr>
          </a:lstStyle>
          <a:p xmlns:a="http://schemas.openxmlformats.org/drawingml/2006/main">
            <a:pPr algn="l">
              <a:defRPr sz="1125" b="0">
                <a:solidFill>
                  <a:srgbClr val="A6B3C4"/>
                </a:solidFill>
                <a:latin typeface="Segoe UI"/>
                <a:ea typeface="Segoe UI"/>
                <a:cs typeface="Segoe UI"/>
              </a:defRPr>
            </a:pPr>
            <a:r>
              <a:rPr sz="1125" b="0">
                <a:solidFill>
                  <a:srgbClr val="A6B3C4"/>
                </a:solidFill>
                <a:latin typeface="Segoe UI"/>
                <a:ea typeface="Segoe UI"/>
                <a:cs typeface="Segoe UI"/>
              </a:rPr>
              <a:t>Tên, ngày, mã và tổng tiền dễ bị bỏ sót.</a:t>
            </a:r>
          </a:p>
        </p:txBody>
      </p:sp>
      <p:sp>
        <p:nvSpPr>
          <p:cNvPr id="14" name="S1_Arrow_2">
            <a:extLst xmlns:a="http://schemas.openxmlformats.org/drawingml/2006/main">
              <a:ext uri="{FF2B5EF4-FFF2-40B4-BE49-F238E27FC236}">
                <a16:creationId xmlns:a16="http://schemas.microsoft.com/office/drawing/2014/main" id="{8211CD97-CD12-4ED5-8818-4B385377070A}"/>
              </a:ext>
            </a:extLst>
          </p:cNvPr>
          <p:cNvSpPr>
            <a:spLocks xmlns:a="http://schemas.openxmlformats.org/drawingml/2006/main" noGrp="1"/>
          </p:cNvSpPr>
          <p:nvPr/>
        </p:nvSpPr>
        <p:spPr>
          <a:xfrm xmlns:a="http://schemas.openxmlformats.org/drawingml/2006/main">
            <a:off x="4848225" y="2419350"/>
            <a:ext cx="152400" cy="209550"/>
          </a:xfrm>
          <a:prstGeom xmlns:a="http://schemas.openxmlformats.org/drawingml/2006/main" prst="rightArrow">
            <a:avLst/>
          </a:prstGeom>
          <a:solidFill xmlns:a="http://schemas.openxmlformats.org/drawingml/2006/main">
            <a:srgbClr val="31445C"/>
          </a:solidFill>
          <a:ln xmlns:a="http://schemas.openxmlformats.org/drawingml/2006/main" w="0">
            <a:solidFill>
              <a:srgbClr val="31445C"/>
            </a:solidFill>
          </a:ln>
        </p:spPr>
      </p:sp>
      <p:sp>
        <p:nvSpPr>
          <p:cNvPr id="15" name="S1_Flow_3">
            <a:extLst xmlns:a="http://schemas.openxmlformats.org/drawingml/2006/main">
              <a:ext uri="{FF2B5EF4-FFF2-40B4-BE49-F238E27FC236}">
                <a16:creationId xmlns:a16="http://schemas.microsoft.com/office/drawing/2014/main" id="{A8F7D0EB-3965-4151-A5BF-1BBD4E969882}"/>
              </a:ext>
            </a:extLst>
          </p:cNvPr>
          <p:cNvSpPr>
            <a:spLocks xmlns:a="http://schemas.openxmlformats.org/drawingml/2006/main" noGrp="1"/>
          </p:cNvSpPr>
          <p:nvPr/>
        </p:nvSpPr>
        <p:spPr>
          <a:xfrm xmlns:a="http://schemas.openxmlformats.org/drawingml/2006/main">
            <a:off x="5010150" y="1428750"/>
            <a:ext cx="2057400" cy="2190750"/>
          </a:xfrm>
          <a:prstGeom xmlns:a="http://schemas.openxmlformats.org/drawingml/2006/main" prst="roundRect">
            <a:avLst>
              <a:gd name="adj" fmla="val 2778"/>
            </a:avLst>
          </a:prstGeom>
          <a:solidFill xmlns:a="http://schemas.openxmlformats.org/drawingml/2006/main">
            <a:srgbClr val="112338"/>
          </a:solidFill>
          <a:ln xmlns:a="http://schemas.openxmlformats.org/drawingml/2006/main" w="9525">
            <a:solidFill>
              <a:srgbClr val="31445C"/>
            </a:solidFill>
            <a:prstDash val="solid"/>
          </a:ln>
        </p:spPr>
      </p:sp>
      <p:sp>
        <p:nvSpPr>
          <p:cNvPr id="16" name="S1_FlowIcon_3">
            <a:extLst xmlns:a="http://schemas.openxmlformats.org/drawingml/2006/main">
              <a:ext uri="{FF2B5EF4-FFF2-40B4-BE49-F238E27FC236}">
                <a16:creationId xmlns:a16="http://schemas.microsoft.com/office/drawing/2014/main" id="{F6C2DC5A-0970-4565-8E35-0AA4FEA250A4}"/>
              </a:ext>
            </a:extLst>
          </p:cNvPr>
          <p:cNvSpPr>
            <a:spLocks xmlns:a="http://schemas.openxmlformats.org/drawingml/2006/main" noGrp="1"/>
          </p:cNvSpPr>
          <p:nvPr/>
        </p:nvSpPr>
        <p:spPr>
          <a:xfrm xmlns:a="http://schemas.openxmlformats.org/drawingml/2006/main">
            <a:off x="5162550" y="1619250"/>
            <a:ext cx="323850" cy="323850"/>
          </a:xfrm>
          <a:prstGeom xmlns:a="http://schemas.openxmlformats.org/drawingml/2006/main" prst="ellipse">
            <a:avLst/>
          </a:prstGeom>
          <a:noFill xmlns:a="http://schemas.openxmlformats.org/drawingml/2006/main"/>
          <a:ln xmlns:a="http://schemas.openxmlformats.org/drawingml/2006/main" w="14288">
            <a:solidFill>
              <a:srgbClr val="45A9BE"/>
            </a:solidFill>
            <a:prstDash val="solid"/>
          </a:ln>
        </p:spPr>
        <p:txBody>
          <a:bodyPr xmlns:a="http://schemas.openxmlformats.org/drawingml/2006/main" lIns="0" tIns="0" rIns="0" bIns="0" anchor="ctr">
            <a:noAutofit/>
          </a:bodyPr>
          <a:lstStyle xmlns:a="http://schemas.openxmlformats.org/drawingml/2006/main">
            <a:defPPr algn="ctr">
              <a:defRPr sz="900" b="1">
                <a:solidFill>
                  <a:srgbClr val="45A9BE"/>
                </a:solidFill>
                <a:latin typeface="Segoe UI"/>
                <a:ea typeface="Segoe UI"/>
                <a:cs typeface="Segoe UI"/>
              </a:defRPr>
            </a:defPPr>
            <a:lvl1pPr algn="ctr">
              <a:defRPr sz="900" b="1">
                <a:solidFill>
                  <a:srgbClr val="45A9BE"/>
                </a:solidFill>
                <a:latin typeface="Segoe UI"/>
                <a:ea typeface="Segoe UI"/>
                <a:cs typeface="Segoe UI"/>
              </a:defRPr>
            </a:lvl1pPr>
            <a:lvl2pPr algn="ctr">
              <a:defRPr sz="900" b="1">
                <a:solidFill>
                  <a:srgbClr val="45A9BE"/>
                </a:solidFill>
                <a:latin typeface="Segoe UI"/>
                <a:ea typeface="Segoe UI"/>
                <a:cs typeface="Segoe UI"/>
              </a:defRPr>
            </a:lvl2pPr>
            <a:lvl3pPr algn="ctr">
              <a:defRPr sz="900" b="1">
                <a:solidFill>
                  <a:srgbClr val="45A9BE"/>
                </a:solidFill>
                <a:latin typeface="Segoe UI"/>
                <a:ea typeface="Segoe UI"/>
                <a:cs typeface="Segoe UI"/>
              </a:defRPr>
            </a:lvl3pPr>
            <a:lvl4pPr algn="ctr">
              <a:defRPr sz="900" b="1">
                <a:solidFill>
                  <a:srgbClr val="45A9BE"/>
                </a:solidFill>
                <a:latin typeface="Segoe UI"/>
                <a:ea typeface="Segoe UI"/>
                <a:cs typeface="Segoe UI"/>
              </a:defRPr>
            </a:lvl4pPr>
            <a:lvl5pPr algn="ctr">
              <a:defRPr sz="900" b="1">
                <a:solidFill>
                  <a:srgbClr val="45A9BE"/>
                </a:solidFill>
                <a:latin typeface="Segoe UI"/>
                <a:ea typeface="Segoe UI"/>
                <a:cs typeface="Segoe UI"/>
              </a:defRPr>
            </a:lvl5pPr>
            <a:lvl6pPr algn="ctr">
              <a:defRPr sz="900" b="1">
                <a:solidFill>
                  <a:srgbClr val="45A9BE"/>
                </a:solidFill>
                <a:latin typeface="Segoe UI"/>
                <a:ea typeface="Segoe UI"/>
                <a:cs typeface="Segoe UI"/>
              </a:defRPr>
            </a:lvl6pPr>
            <a:lvl7pPr algn="ctr">
              <a:defRPr sz="900" b="1">
                <a:solidFill>
                  <a:srgbClr val="45A9BE"/>
                </a:solidFill>
                <a:latin typeface="Segoe UI"/>
                <a:ea typeface="Segoe UI"/>
                <a:cs typeface="Segoe UI"/>
              </a:defRPr>
            </a:lvl7pPr>
            <a:lvl8pPr algn="ctr">
              <a:defRPr sz="900" b="1">
                <a:solidFill>
                  <a:srgbClr val="45A9BE"/>
                </a:solidFill>
                <a:latin typeface="Segoe UI"/>
                <a:ea typeface="Segoe UI"/>
                <a:cs typeface="Segoe UI"/>
              </a:defRPr>
            </a:lvl8pPr>
            <a:lvl9pPr algn="ctr">
              <a:defRPr sz="900" b="1">
                <a:solidFill>
                  <a:srgbClr val="45A9BE"/>
                </a:solidFill>
                <a:latin typeface="Segoe UI"/>
                <a:ea typeface="Segoe UI"/>
                <a:cs typeface="Segoe UI"/>
              </a:defRPr>
            </a:lvl9pPr>
          </a:lstStyle>
          <a:p xmlns:a="http://schemas.openxmlformats.org/drawingml/2006/main">
            <a:pPr algn="ctr">
              <a:defRPr sz="900" b="1">
                <a:solidFill>
                  <a:srgbClr val="45A9BE"/>
                </a:solidFill>
                <a:latin typeface="Segoe UI"/>
                <a:ea typeface="Segoe UI"/>
                <a:cs typeface="Segoe UI"/>
              </a:defRPr>
            </a:pPr>
            <a:r>
              <a:rPr sz="900" b="1">
                <a:solidFill>
                  <a:srgbClr val="45A9BE"/>
                </a:solidFill>
                <a:latin typeface="Segoe UI"/>
                <a:ea typeface="Segoe UI"/>
                <a:cs typeface="Segoe UI"/>
              </a:rPr>
              <a:t>03</a:t>
            </a:r>
          </a:p>
        </p:txBody>
      </p:sp>
      <p:sp>
        <p:nvSpPr>
          <p:cNvPr id="17" name="S1_FlowLabel_3">
            <a:extLst xmlns:a="http://schemas.openxmlformats.org/drawingml/2006/main">
              <a:ext uri="{FF2B5EF4-FFF2-40B4-BE49-F238E27FC236}">
                <a16:creationId xmlns:a16="http://schemas.microsoft.com/office/drawing/2014/main" id="{D23BC839-36C0-4F5C-8AAE-EDC4D7247295}"/>
              </a:ext>
            </a:extLst>
          </p:cNvPr>
          <p:cNvSpPr>
            <a:spLocks xmlns:a="http://schemas.openxmlformats.org/drawingml/2006/main" noGrp="1"/>
          </p:cNvSpPr>
          <p:nvPr/>
        </p:nvSpPr>
        <p:spPr>
          <a:xfrm xmlns:a="http://schemas.openxmlformats.org/drawingml/2006/main">
            <a:off x="5162550" y="2095500"/>
            <a:ext cx="1752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1">
                <a:solidFill>
                  <a:srgbClr val="F4F7FB"/>
                </a:solidFill>
                <a:latin typeface="Segoe UI"/>
                <a:ea typeface="Segoe UI"/>
                <a:cs typeface="Segoe UI"/>
              </a:defRPr>
            </a:defPPr>
            <a:lvl1pPr algn="l">
              <a:defRPr sz="1350" b="1">
                <a:solidFill>
                  <a:srgbClr val="F4F7FB"/>
                </a:solidFill>
                <a:latin typeface="Segoe UI"/>
                <a:ea typeface="Segoe UI"/>
                <a:cs typeface="Segoe UI"/>
              </a:defRPr>
            </a:lvl1pPr>
            <a:lvl2pPr algn="l">
              <a:defRPr sz="1350" b="1">
                <a:solidFill>
                  <a:srgbClr val="F4F7FB"/>
                </a:solidFill>
                <a:latin typeface="Segoe UI"/>
                <a:ea typeface="Segoe UI"/>
                <a:cs typeface="Segoe UI"/>
              </a:defRPr>
            </a:lvl2pPr>
            <a:lvl3pPr algn="l">
              <a:defRPr sz="1350" b="1">
                <a:solidFill>
                  <a:srgbClr val="F4F7FB"/>
                </a:solidFill>
                <a:latin typeface="Segoe UI"/>
                <a:ea typeface="Segoe UI"/>
                <a:cs typeface="Segoe UI"/>
              </a:defRPr>
            </a:lvl3pPr>
            <a:lvl4pPr algn="l">
              <a:defRPr sz="1350" b="1">
                <a:solidFill>
                  <a:srgbClr val="F4F7FB"/>
                </a:solidFill>
                <a:latin typeface="Segoe UI"/>
                <a:ea typeface="Segoe UI"/>
                <a:cs typeface="Segoe UI"/>
              </a:defRPr>
            </a:lvl4pPr>
            <a:lvl5pPr algn="l">
              <a:defRPr sz="1350" b="1">
                <a:solidFill>
                  <a:srgbClr val="F4F7FB"/>
                </a:solidFill>
                <a:latin typeface="Segoe UI"/>
                <a:ea typeface="Segoe UI"/>
                <a:cs typeface="Segoe UI"/>
              </a:defRPr>
            </a:lvl5pPr>
            <a:lvl6pPr algn="l">
              <a:defRPr sz="1350" b="1">
                <a:solidFill>
                  <a:srgbClr val="F4F7FB"/>
                </a:solidFill>
                <a:latin typeface="Segoe UI"/>
                <a:ea typeface="Segoe UI"/>
                <a:cs typeface="Segoe UI"/>
              </a:defRPr>
            </a:lvl6pPr>
            <a:lvl7pPr algn="l">
              <a:defRPr sz="1350" b="1">
                <a:solidFill>
                  <a:srgbClr val="F4F7FB"/>
                </a:solidFill>
                <a:latin typeface="Segoe UI"/>
                <a:ea typeface="Segoe UI"/>
                <a:cs typeface="Segoe UI"/>
              </a:defRPr>
            </a:lvl7pPr>
            <a:lvl8pPr algn="l">
              <a:defRPr sz="1350" b="1">
                <a:solidFill>
                  <a:srgbClr val="F4F7FB"/>
                </a:solidFill>
                <a:latin typeface="Segoe UI"/>
                <a:ea typeface="Segoe UI"/>
                <a:cs typeface="Segoe UI"/>
              </a:defRPr>
            </a:lvl8pPr>
            <a:lvl9pPr algn="l">
              <a:defRPr sz="1350" b="1">
                <a:solidFill>
                  <a:srgbClr val="F4F7FB"/>
                </a:solidFill>
                <a:latin typeface="Segoe UI"/>
                <a:ea typeface="Segoe UI"/>
                <a:cs typeface="Segoe UI"/>
              </a:defRPr>
            </a:lvl9pPr>
          </a:lstStyle>
          <a:p xmlns:a="http://schemas.openxmlformats.org/drawingml/2006/main">
            <a:pPr algn="l">
              <a:defRPr sz="1350" b="1">
                <a:solidFill>
                  <a:srgbClr val="F4F7FB"/>
                </a:solidFill>
                <a:latin typeface="Segoe UI"/>
                <a:ea typeface="Segoe UI"/>
                <a:cs typeface="Segoe UI"/>
              </a:defRPr>
            </a:pPr>
            <a:r>
              <a:rPr sz="1350" b="1">
                <a:solidFill>
                  <a:srgbClr val="F4F7FB"/>
                </a:solidFill>
                <a:latin typeface="Segoe UI"/>
                <a:ea typeface="Segoe UI"/>
                <a:cs typeface="Segoe UI"/>
              </a:rPr>
              <a:t>Đối chiếu quy định</a:t>
            </a:r>
          </a:p>
        </p:txBody>
      </p:sp>
      <p:sp>
        <p:nvSpPr>
          <p:cNvPr id="18" name="S1_FlowRule_3">
            <a:extLst xmlns:a="http://schemas.openxmlformats.org/drawingml/2006/main">
              <a:ext uri="{FF2B5EF4-FFF2-40B4-BE49-F238E27FC236}">
                <a16:creationId xmlns:a16="http://schemas.microsoft.com/office/drawing/2014/main" id="{9C3E96EA-5D05-41CB-8DB1-F1DF19B80670}"/>
              </a:ext>
            </a:extLst>
          </p:cNvPr>
          <p:cNvSpPr>
            <a:spLocks xmlns:a="http://schemas.openxmlformats.org/drawingml/2006/main" noGrp="1"/>
          </p:cNvSpPr>
          <p:nvPr/>
        </p:nvSpPr>
        <p:spPr>
          <a:xfrm xmlns:a="http://schemas.openxmlformats.org/drawingml/2006/main">
            <a:off x="5162550" y="2686050"/>
            <a:ext cx="1752600" cy="0"/>
          </a:xfrm>
          <a:prstGeom xmlns:a="http://schemas.openxmlformats.org/drawingml/2006/main" prst="line">
            <a:avLst/>
          </a:prstGeom>
          <a:noFill xmlns:a="http://schemas.openxmlformats.org/drawingml/2006/main"/>
          <a:ln xmlns:a="http://schemas.openxmlformats.org/drawingml/2006/main" w="9525">
            <a:solidFill>
              <a:srgbClr val="31445C"/>
            </a:solidFill>
            <a:prstDash val="solid"/>
          </a:ln>
        </p:spPr>
      </p:sp>
      <p:sp>
        <p:nvSpPr>
          <p:cNvPr id="19" name="S1_FlowPain_3">
            <a:extLst xmlns:a="http://schemas.openxmlformats.org/drawingml/2006/main">
              <a:ext uri="{FF2B5EF4-FFF2-40B4-BE49-F238E27FC236}">
                <a16:creationId xmlns:a16="http://schemas.microsoft.com/office/drawing/2014/main" id="{183D64BC-635C-4948-8CEB-AD81A539D5BC}"/>
              </a:ext>
            </a:extLst>
          </p:cNvPr>
          <p:cNvSpPr>
            <a:spLocks xmlns:a="http://schemas.openxmlformats.org/drawingml/2006/main" noGrp="1"/>
          </p:cNvSpPr>
          <p:nvPr/>
        </p:nvSpPr>
        <p:spPr>
          <a:xfrm xmlns:a="http://schemas.openxmlformats.org/drawingml/2006/main">
            <a:off x="5162550" y="2876550"/>
            <a:ext cx="1752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A6B3C4"/>
                </a:solidFill>
                <a:latin typeface="Segoe UI"/>
                <a:ea typeface="Segoe UI"/>
                <a:cs typeface="Segoe UI"/>
              </a:defRPr>
            </a:defPPr>
            <a:lvl1pPr algn="l">
              <a:defRPr sz="1125" b="0">
                <a:solidFill>
                  <a:srgbClr val="A6B3C4"/>
                </a:solidFill>
                <a:latin typeface="Segoe UI"/>
                <a:ea typeface="Segoe UI"/>
                <a:cs typeface="Segoe UI"/>
              </a:defRPr>
            </a:lvl1pPr>
            <a:lvl2pPr algn="l">
              <a:defRPr sz="1125" b="0">
                <a:solidFill>
                  <a:srgbClr val="A6B3C4"/>
                </a:solidFill>
                <a:latin typeface="Segoe UI"/>
                <a:ea typeface="Segoe UI"/>
                <a:cs typeface="Segoe UI"/>
              </a:defRPr>
            </a:lvl2pPr>
            <a:lvl3pPr algn="l">
              <a:defRPr sz="1125" b="0">
                <a:solidFill>
                  <a:srgbClr val="A6B3C4"/>
                </a:solidFill>
                <a:latin typeface="Segoe UI"/>
                <a:ea typeface="Segoe UI"/>
                <a:cs typeface="Segoe UI"/>
              </a:defRPr>
            </a:lvl3pPr>
            <a:lvl4pPr algn="l">
              <a:defRPr sz="1125" b="0">
                <a:solidFill>
                  <a:srgbClr val="A6B3C4"/>
                </a:solidFill>
                <a:latin typeface="Segoe UI"/>
                <a:ea typeface="Segoe UI"/>
                <a:cs typeface="Segoe UI"/>
              </a:defRPr>
            </a:lvl4pPr>
            <a:lvl5pPr algn="l">
              <a:defRPr sz="1125" b="0">
                <a:solidFill>
                  <a:srgbClr val="A6B3C4"/>
                </a:solidFill>
                <a:latin typeface="Segoe UI"/>
                <a:ea typeface="Segoe UI"/>
                <a:cs typeface="Segoe UI"/>
              </a:defRPr>
            </a:lvl5pPr>
            <a:lvl6pPr algn="l">
              <a:defRPr sz="1125" b="0">
                <a:solidFill>
                  <a:srgbClr val="A6B3C4"/>
                </a:solidFill>
                <a:latin typeface="Segoe UI"/>
                <a:ea typeface="Segoe UI"/>
                <a:cs typeface="Segoe UI"/>
              </a:defRPr>
            </a:lvl6pPr>
            <a:lvl7pPr algn="l">
              <a:defRPr sz="1125" b="0">
                <a:solidFill>
                  <a:srgbClr val="A6B3C4"/>
                </a:solidFill>
                <a:latin typeface="Segoe UI"/>
                <a:ea typeface="Segoe UI"/>
                <a:cs typeface="Segoe UI"/>
              </a:defRPr>
            </a:lvl7pPr>
            <a:lvl8pPr algn="l">
              <a:defRPr sz="1125" b="0">
                <a:solidFill>
                  <a:srgbClr val="A6B3C4"/>
                </a:solidFill>
                <a:latin typeface="Segoe UI"/>
                <a:ea typeface="Segoe UI"/>
                <a:cs typeface="Segoe UI"/>
              </a:defRPr>
            </a:lvl8pPr>
            <a:lvl9pPr algn="l">
              <a:defRPr sz="1125" b="0">
                <a:solidFill>
                  <a:srgbClr val="A6B3C4"/>
                </a:solidFill>
                <a:latin typeface="Segoe UI"/>
                <a:ea typeface="Segoe UI"/>
                <a:cs typeface="Segoe UI"/>
              </a:defRPr>
            </a:lvl9pPr>
          </a:lstStyle>
          <a:p xmlns:a="http://schemas.openxmlformats.org/drawingml/2006/main">
            <a:pPr algn="l">
              <a:defRPr sz="1125" b="0">
                <a:solidFill>
                  <a:srgbClr val="A6B3C4"/>
                </a:solidFill>
                <a:latin typeface="Segoe UI"/>
                <a:ea typeface="Segoe UI"/>
                <a:cs typeface="Segoe UI"/>
              </a:defRPr>
            </a:pPr>
            <a:r>
              <a:rPr sz="1125" b="0">
                <a:solidFill>
                  <a:srgbClr val="A6B3C4"/>
                </a:solidFill>
                <a:latin typeface="Segoe UI"/>
                <a:ea typeface="Segoe UI"/>
                <a:cs typeface="Segoe UI"/>
              </a:rPr>
              <a:t>FACT và POLICY dễ bị trộn khi giải thích.</a:t>
            </a:r>
          </a:p>
        </p:txBody>
      </p:sp>
      <p:sp>
        <p:nvSpPr>
          <p:cNvPr id="20" name="S1_Arrow_3">
            <a:extLst xmlns:a="http://schemas.openxmlformats.org/drawingml/2006/main">
              <a:ext uri="{FF2B5EF4-FFF2-40B4-BE49-F238E27FC236}">
                <a16:creationId xmlns:a16="http://schemas.microsoft.com/office/drawing/2014/main" id="{D8BB2769-E250-4D78-BA53-F4ACDD9C1C56}"/>
              </a:ext>
            </a:extLst>
          </p:cNvPr>
          <p:cNvSpPr>
            <a:spLocks xmlns:a="http://schemas.openxmlformats.org/drawingml/2006/main" noGrp="1"/>
          </p:cNvSpPr>
          <p:nvPr/>
        </p:nvSpPr>
        <p:spPr>
          <a:xfrm xmlns:a="http://schemas.openxmlformats.org/drawingml/2006/main">
            <a:off x="7077075" y="2419350"/>
            <a:ext cx="152400" cy="209550"/>
          </a:xfrm>
          <a:prstGeom xmlns:a="http://schemas.openxmlformats.org/drawingml/2006/main" prst="rightArrow">
            <a:avLst/>
          </a:prstGeom>
          <a:solidFill xmlns:a="http://schemas.openxmlformats.org/drawingml/2006/main">
            <a:srgbClr val="31445C"/>
          </a:solidFill>
          <a:ln xmlns:a="http://schemas.openxmlformats.org/drawingml/2006/main" w="0">
            <a:solidFill>
              <a:srgbClr val="31445C"/>
            </a:solidFill>
          </a:ln>
        </p:spPr>
      </p:sp>
      <p:sp>
        <p:nvSpPr>
          <p:cNvPr id="21" name="S1_Flow_4">
            <a:extLst xmlns:a="http://schemas.openxmlformats.org/drawingml/2006/main">
              <a:ext uri="{FF2B5EF4-FFF2-40B4-BE49-F238E27FC236}">
                <a16:creationId xmlns:a16="http://schemas.microsoft.com/office/drawing/2014/main" id="{E38574FB-DCA3-4F42-8DDA-C0239ED1F0C1}"/>
              </a:ext>
            </a:extLst>
          </p:cNvPr>
          <p:cNvSpPr>
            <a:spLocks xmlns:a="http://schemas.openxmlformats.org/drawingml/2006/main" noGrp="1"/>
          </p:cNvSpPr>
          <p:nvPr/>
        </p:nvSpPr>
        <p:spPr>
          <a:xfrm xmlns:a="http://schemas.openxmlformats.org/drawingml/2006/main">
            <a:off x="7239000" y="1428750"/>
            <a:ext cx="2057400" cy="2190750"/>
          </a:xfrm>
          <a:prstGeom xmlns:a="http://schemas.openxmlformats.org/drawingml/2006/main" prst="roundRect">
            <a:avLst>
              <a:gd name="adj" fmla="val 2778"/>
            </a:avLst>
          </a:prstGeom>
          <a:solidFill xmlns:a="http://schemas.openxmlformats.org/drawingml/2006/main">
            <a:srgbClr val="112338"/>
          </a:solidFill>
          <a:ln xmlns:a="http://schemas.openxmlformats.org/drawingml/2006/main" w="9525">
            <a:solidFill>
              <a:srgbClr val="C59A4A"/>
            </a:solidFill>
            <a:prstDash val="solid"/>
          </a:ln>
        </p:spPr>
      </p:sp>
      <p:sp>
        <p:nvSpPr>
          <p:cNvPr id="22" name="S1_FlowIcon_4">
            <a:extLst xmlns:a="http://schemas.openxmlformats.org/drawingml/2006/main">
              <a:ext uri="{FF2B5EF4-FFF2-40B4-BE49-F238E27FC236}">
                <a16:creationId xmlns:a16="http://schemas.microsoft.com/office/drawing/2014/main" id="{EF5FDA22-31E3-4304-9852-0EA59F643B9C}"/>
              </a:ext>
            </a:extLst>
          </p:cNvPr>
          <p:cNvSpPr>
            <a:spLocks xmlns:a="http://schemas.openxmlformats.org/drawingml/2006/main" noGrp="1"/>
          </p:cNvSpPr>
          <p:nvPr/>
        </p:nvSpPr>
        <p:spPr>
          <a:xfrm xmlns:a="http://schemas.openxmlformats.org/drawingml/2006/main">
            <a:off x="7391400" y="1619250"/>
            <a:ext cx="323850" cy="323850"/>
          </a:xfrm>
          <a:prstGeom xmlns:a="http://schemas.openxmlformats.org/drawingml/2006/main" prst="ellipse">
            <a:avLst/>
          </a:prstGeom>
          <a:noFill xmlns:a="http://schemas.openxmlformats.org/drawingml/2006/main"/>
          <a:ln xmlns:a="http://schemas.openxmlformats.org/drawingml/2006/main" w="14288">
            <a:solidFill>
              <a:srgbClr val="C59A4A"/>
            </a:solidFill>
            <a:prstDash val="solid"/>
          </a:ln>
        </p:spPr>
        <p:txBody>
          <a:bodyPr xmlns:a="http://schemas.openxmlformats.org/drawingml/2006/main" lIns="0" tIns="0" rIns="0" bIns="0" anchor="ctr">
            <a:noAutofit/>
          </a:bodyPr>
          <a:lstStyle xmlns:a="http://schemas.openxmlformats.org/drawingml/2006/main">
            <a:defPPr algn="ctr">
              <a:defRPr sz="900" b="1">
                <a:solidFill>
                  <a:srgbClr val="C59A4A"/>
                </a:solidFill>
                <a:latin typeface="Segoe UI"/>
                <a:ea typeface="Segoe UI"/>
                <a:cs typeface="Segoe UI"/>
              </a:defRPr>
            </a:defPPr>
            <a:lvl1pPr algn="ctr">
              <a:defRPr sz="900" b="1">
                <a:solidFill>
                  <a:srgbClr val="C59A4A"/>
                </a:solidFill>
                <a:latin typeface="Segoe UI"/>
                <a:ea typeface="Segoe UI"/>
                <a:cs typeface="Segoe UI"/>
              </a:defRPr>
            </a:lvl1pPr>
            <a:lvl2pPr algn="ctr">
              <a:defRPr sz="900" b="1">
                <a:solidFill>
                  <a:srgbClr val="C59A4A"/>
                </a:solidFill>
                <a:latin typeface="Segoe UI"/>
                <a:ea typeface="Segoe UI"/>
                <a:cs typeface="Segoe UI"/>
              </a:defRPr>
            </a:lvl2pPr>
            <a:lvl3pPr algn="ctr">
              <a:defRPr sz="900" b="1">
                <a:solidFill>
                  <a:srgbClr val="C59A4A"/>
                </a:solidFill>
                <a:latin typeface="Segoe UI"/>
                <a:ea typeface="Segoe UI"/>
                <a:cs typeface="Segoe UI"/>
              </a:defRPr>
            </a:lvl3pPr>
            <a:lvl4pPr algn="ctr">
              <a:defRPr sz="900" b="1">
                <a:solidFill>
                  <a:srgbClr val="C59A4A"/>
                </a:solidFill>
                <a:latin typeface="Segoe UI"/>
                <a:ea typeface="Segoe UI"/>
                <a:cs typeface="Segoe UI"/>
              </a:defRPr>
            </a:lvl4pPr>
            <a:lvl5pPr algn="ctr">
              <a:defRPr sz="900" b="1">
                <a:solidFill>
                  <a:srgbClr val="C59A4A"/>
                </a:solidFill>
                <a:latin typeface="Segoe UI"/>
                <a:ea typeface="Segoe UI"/>
                <a:cs typeface="Segoe UI"/>
              </a:defRPr>
            </a:lvl5pPr>
            <a:lvl6pPr algn="ctr">
              <a:defRPr sz="900" b="1">
                <a:solidFill>
                  <a:srgbClr val="C59A4A"/>
                </a:solidFill>
                <a:latin typeface="Segoe UI"/>
                <a:ea typeface="Segoe UI"/>
                <a:cs typeface="Segoe UI"/>
              </a:defRPr>
            </a:lvl6pPr>
            <a:lvl7pPr algn="ctr">
              <a:defRPr sz="900" b="1">
                <a:solidFill>
                  <a:srgbClr val="C59A4A"/>
                </a:solidFill>
                <a:latin typeface="Segoe UI"/>
                <a:ea typeface="Segoe UI"/>
                <a:cs typeface="Segoe UI"/>
              </a:defRPr>
            </a:lvl7pPr>
            <a:lvl8pPr algn="ctr">
              <a:defRPr sz="900" b="1">
                <a:solidFill>
                  <a:srgbClr val="C59A4A"/>
                </a:solidFill>
                <a:latin typeface="Segoe UI"/>
                <a:ea typeface="Segoe UI"/>
                <a:cs typeface="Segoe UI"/>
              </a:defRPr>
            </a:lvl8pPr>
            <a:lvl9pPr algn="ctr">
              <a:defRPr sz="900" b="1">
                <a:solidFill>
                  <a:srgbClr val="C59A4A"/>
                </a:solidFill>
                <a:latin typeface="Segoe UI"/>
                <a:ea typeface="Segoe UI"/>
                <a:cs typeface="Segoe UI"/>
              </a:defRPr>
            </a:lvl9pPr>
          </a:lstStyle>
          <a:p xmlns:a="http://schemas.openxmlformats.org/drawingml/2006/main">
            <a:pPr algn="ctr">
              <a:defRPr sz="900" b="1">
                <a:solidFill>
                  <a:srgbClr val="C59A4A"/>
                </a:solidFill>
                <a:latin typeface="Segoe UI"/>
                <a:ea typeface="Segoe UI"/>
                <a:cs typeface="Segoe UI"/>
              </a:defRPr>
            </a:pPr>
            <a:r>
              <a:rPr sz="900" b="1">
                <a:solidFill>
                  <a:srgbClr val="C59A4A"/>
                </a:solidFill>
                <a:latin typeface="Segoe UI"/>
                <a:ea typeface="Segoe UI"/>
                <a:cs typeface="Segoe UI"/>
              </a:rPr>
              <a:t>04</a:t>
            </a:r>
          </a:p>
        </p:txBody>
      </p:sp>
      <p:sp>
        <p:nvSpPr>
          <p:cNvPr id="23" name="S1_FlowLabel_4">
            <a:extLst xmlns:a="http://schemas.openxmlformats.org/drawingml/2006/main">
              <a:ext uri="{FF2B5EF4-FFF2-40B4-BE49-F238E27FC236}">
                <a16:creationId xmlns:a16="http://schemas.microsoft.com/office/drawing/2014/main" id="{3D2DDEBB-6070-4B7B-969E-6C6BF3228C9E}"/>
              </a:ext>
            </a:extLst>
          </p:cNvPr>
          <p:cNvSpPr>
            <a:spLocks xmlns:a="http://schemas.openxmlformats.org/drawingml/2006/main" noGrp="1"/>
          </p:cNvSpPr>
          <p:nvPr/>
        </p:nvSpPr>
        <p:spPr>
          <a:xfrm xmlns:a="http://schemas.openxmlformats.org/drawingml/2006/main">
            <a:off x="7391400" y="2095500"/>
            <a:ext cx="1752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1">
                <a:solidFill>
                  <a:srgbClr val="F4F7FB"/>
                </a:solidFill>
                <a:latin typeface="Segoe UI"/>
                <a:ea typeface="Segoe UI"/>
                <a:cs typeface="Segoe UI"/>
              </a:defRPr>
            </a:defPPr>
            <a:lvl1pPr algn="l">
              <a:defRPr sz="1350" b="1">
                <a:solidFill>
                  <a:srgbClr val="F4F7FB"/>
                </a:solidFill>
                <a:latin typeface="Segoe UI"/>
                <a:ea typeface="Segoe UI"/>
                <a:cs typeface="Segoe UI"/>
              </a:defRPr>
            </a:lvl1pPr>
            <a:lvl2pPr algn="l">
              <a:defRPr sz="1350" b="1">
                <a:solidFill>
                  <a:srgbClr val="F4F7FB"/>
                </a:solidFill>
                <a:latin typeface="Segoe UI"/>
                <a:ea typeface="Segoe UI"/>
                <a:cs typeface="Segoe UI"/>
              </a:defRPr>
            </a:lvl2pPr>
            <a:lvl3pPr algn="l">
              <a:defRPr sz="1350" b="1">
                <a:solidFill>
                  <a:srgbClr val="F4F7FB"/>
                </a:solidFill>
                <a:latin typeface="Segoe UI"/>
                <a:ea typeface="Segoe UI"/>
                <a:cs typeface="Segoe UI"/>
              </a:defRPr>
            </a:lvl3pPr>
            <a:lvl4pPr algn="l">
              <a:defRPr sz="1350" b="1">
                <a:solidFill>
                  <a:srgbClr val="F4F7FB"/>
                </a:solidFill>
                <a:latin typeface="Segoe UI"/>
                <a:ea typeface="Segoe UI"/>
                <a:cs typeface="Segoe UI"/>
              </a:defRPr>
            </a:lvl4pPr>
            <a:lvl5pPr algn="l">
              <a:defRPr sz="1350" b="1">
                <a:solidFill>
                  <a:srgbClr val="F4F7FB"/>
                </a:solidFill>
                <a:latin typeface="Segoe UI"/>
                <a:ea typeface="Segoe UI"/>
                <a:cs typeface="Segoe UI"/>
              </a:defRPr>
            </a:lvl5pPr>
            <a:lvl6pPr algn="l">
              <a:defRPr sz="1350" b="1">
                <a:solidFill>
                  <a:srgbClr val="F4F7FB"/>
                </a:solidFill>
                <a:latin typeface="Segoe UI"/>
                <a:ea typeface="Segoe UI"/>
                <a:cs typeface="Segoe UI"/>
              </a:defRPr>
            </a:lvl6pPr>
            <a:lvl7pPr algn="l">
              <a:defRPr sz="1350" b="1">
                <a:solidFill>
                  <a:srgbClr val="F4F7FB"/>
                </a:solidFill>
                <a:latin typeface="Segoe UI"/>
                <a:ea typeface="Segoe UI"/>
                <a:cs typeface="Segoe UI"/>
              </a:defRPr>
            </a:lvl7pPr>
            <a:lvl8pPr algn="l">
              <a:defRPr sz="1350" b="1">
                <a:solidFill>
                  <a:srgbClr val="F4F7FB"/>
                </a:solidFill>
                <a:latin typeface="Segoe UI"/>
                <a:ea typeface="Segoe UI"/>
                <a:cs typeface="Segoe UI"/>
              </a:defRPr>
            </a:lvl8pPr>
            <a:lvl9pPr algn="l">
              <a:defRPr sz="1350" b="1">
                <a:solidFill>
                  <a:srgbClr val="F4F7FB"/>
                </a:solidFill>
                <a:latin typeface="Segoe UI"/>
                <a:ea typeface="Segoe UI"/>
                <a:cs typeface="Segoe UI"/>
              </a:defRPr>
            </a:lvl9pPr>
          </a:lstStyle>
          <a:p xmlns:a="http://schemas.openxmlformats.org/drawingml/2006/main">
            <a:pPr algn="l">
              <a:defRPr sz="1350" b="1">
                <a:solidFill>
                  <a:srgbClr val="F4F7FB"/>
                </a:solidFill>
                <a:latin typeface="Segoe UI"/>
                <a:ea typeface="Segoe UI"/>
                <a:cs typeface="Segoe UI"/>
              </a:defRPr>
            </a:pPr>
            <a:r>
              <a:rPr sz="1350" b="1">
                <a:solidFill>
                  <a:srgbClr val="F4F7FB"/>
                </a:solidFill>
                <a:latin typeface="Segoe UI"/>
                <a:ea typeface="Segoe UI"/>
                <a:cs typeface="Segoe UI"/>
              </a:rPr>
              <a:t>Hỏi cấp trên</a:t>
            </a:r>
          </a:p>
        </p:txBody>
      </p:sp>
      <p:sp>
        <p:nvSpPr>
          <p:cNvPr id="24" name="S1_FlowRule_4">
            <a:extLst xmlns:a="http://schemas.openxmlformats.org/drawingml/2006/main">
              <a:ext uri="{FF2B5EF4-FFF2-40B4-BE49-F238E27FC236}">
                <a16:creationId xmlns:a16="http://schemas.microsoft.com/office/drawing/2014/main" id="{76599961-8AA8-43D4-822B-EC6858C49BEA}"/>
              </a:ext>
            </a:extLst>
          </p:cNvPr>
          <p:cNvSpPr>
            <a:spLocks xmlns:a="http://schemas.openxmlformats.org/drawingml/2006/main" noGrp="1"/>
          </p:cNvSpPr>
          <p:nvPr/>
        </p:nvSpPr>
        <p:spPr>
          <a:xfrm xmlns:a="http://schemas.openxmlformats.org/drawingml/2006/main">
            <a:off x="7391400" y="2686050"/>
            <a:ext cx="1752600" cy="0"/>
          </a:xfrm>
          <a:prstGeom xmlns:a="http://schemas.openxmlformats.org/drawingml/2006/main" prst="line">
            <a:avLst/>
          </a:prstGeom>
          <a:noFill xmlns:a="http://schemas.openxmlformats.org/drawingml/2006/main"/>
          <a:ln xmlns:a="http://schemas.openxmlformats.org/drawingml/2006/main" w="9525">
            <a:solidFill>
              <a:srgbClr val="31445C"/>
            </a:solidFill>
            <a:prstDash val="solid"/>
          </a:ln>
        </p:spPr>
      </p:sp>
      <p:sp>
        <p:nvSpPr>
          <p:cNvPr id="25" name="S1_FlowPain_4">
            <a:extLst xmlns:a="http://schemas.openxmlformats.org/drawingml/2006/main">
              <a:ext uri="{FF2B5EF4-FFF2-40B4-BE49-F238E27FC236}">
                <a16:creationId xmlns:a16="http://schemas.microsoft.com/office/drawing/2014/main" id="{BC640636-2919-4A3F-A830-2EEC9516286C}"/>
              </a:ext>
            </a:extLst>
          </p:cNvPr>
          <p:cNvSpPr>
            <a:spLocks xmlns:a="http://schemas.openxmlformats.org/drawingml/2006/main" noGrp="1"/>
          </p:cNvSpPr>
          <p:nvPr/>
        </p:nvSpPr>
        <p:spPr>
          <a:xfrm xmlns:a="http://schemas.openxmlformats.org/drawingml/2006/main">
            <a:off x="7391400" y="2876550"/>
            <a:ext cx="1752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1">
                <a:solidFill>
                  <a:srgbClr val="C59A4A"/>
                </a:solidFill>
                <a:latin typeface="Segoe UI"/>
                <a:ea typeface="Segoe UI"/>
                <a:cs typeface="Segoe UI"/>
              </a:defRPr>
            </a:defPPr>
            <a:lvl1pPr algn="l">
              <a:defRPr sz="1125" b="1">
                <a:solidFill>
                  <a:srgbClr val="C59A4A"/>
                </a:solidFill>
                <a:latin typeface="Segoe UI"/>
                <a:ea typeface="Segoe UI"/>
                <a:cs typeface="Segoe UI"/>
              </a:defRPr>
            </a:lvl1pPr>
            <a:lvl2pPr algn="l">
              <a:defRPr sz="1125" b="1">
                <a:solidFill>
                  <a:srgbClr val="C59A4A"/>
                </a:solidFill>
                <a:latin typeface="Segoe UI"/>
                <a:ea typeface="Segoe UI"/>
                <a:cs typeface="Segoe UI"/>
              </a:defRPr>
            </a:lvl2pPr>
            <a:lvl3pPr algn="l">
              <a:defRPr sz="1125" b="1">
                <a:solidFill>
                  <a:srgbClr val="C59A4A"/>
                </a:solidFill>
                <a:latin typeface="Segoe UI"/>
                <a:ea typeface="Segoe UI"/>
                <a:cs typeface="Segoe UI"/>
              </a:defRPr>
            </a:lvl3pPr>
            <a:lvl4pPr algn="l">
              <a:defRPr sz="1125" b="1">
                <a:solidFill>
                  <a:srgbClr val="C59A4A"/>
                </a:solidFill>
                <a:latin typeface="Segoe UI"/>
                <a:ea typeface="Segoe UI"/>
                <a:cs typeface="Segoe UI"/>
              </a:defRPr>
            </a:lvl4pPr>
            <a:lvl5pPr algn="l">
              <a:defRPr sz="1125" b="1">
                <a:solidFill>
                  <a:srgbClr val="C59A4A"/>
                </a:solidFill>
                <a:latin typeface="Segoe UI"/>
                <a:ea typeface="Segoe UI"/>
                <a:cs typeface="Segoe UI"/>
              </a:defRPr>
            </a:lvl5pPr>
            <a:lvl6pPr algn="l">
              <a:defRPr sz="1125" b="1">
                <a:solidFill>
                  <a:srgbClr val="C59A4A"/>
                </a:solidFill>
                <a:latin typeface="Segoe UI"/>
                <a:ea typeface="Segoe UI"/>
                <a:cs typeface="Segoe UI"/>
              </a:defRPr>
            </a:lvl6pPr>
            <a:lvl7pPr algn="l">
              <a:defRPr sz="1125" b="1">
                <a:solidFill>
                  <a:srgbClr val="C59A4A"/>
                </a:solidFill>
                <a:latin typeface="Segoe UI"/>
                <a:ea typeface="Segoe UI"/>
                <a:cs typeface="Segoe UI"/>
              </a:defRPr>
            </a:lvl7pPr>
            <a:lvl8pPr algn="l">
              <a:defRPr sz="1125" b="1">
                <a:solidFill>
                  <a:srgbClr val="C59A4A"/>
                </a:solidFill>
                <a:latin typeface="Segoe UI"/>
                <a:ea typeface="Segoe UI"/>
                <a:cs typeface="Segoe UI"/>
              </a:defRPr>
            </a:lvl8pPr>
            <a:lvl9pPr algn="l">
              <a:defRPr sz="1125" b="1">
                <a:solidFill>
                  <a:srgbClr val="C59A4A"/>
                </a:solidFill>
                <a:latin typeface="Segoe UI"/>
                <a:ea typeface="Segoe UI"/>
                <a:cs typeface="Segoe UI"/>
              </a:defRPr>
            </a:lvl9pPr>
          </a:lstStyle>
          <a:p xmlns:a="http://schemas.openxmlformats.org/drawingml/2006/main">
            <a:pPr algn="l">
              <a:defRPr sz="1125" b="1">
                <a:solidFill>
                  <a:srgbClr val="C59A4A"/>
                </a:solidFill>
                <a:latin typeface="Segoe UI"/>
                <a:ea typeface="Segoe UI"/>
                <a:cs typeface="Segoe UI"/>
              </a:defRPr>
            </a:pPr>
            <a:r>
              <a:rPr sz="1125" b="1">
                <a:solidFill>
                  <a:srgbClr val="C59A4A"/>
                </a:solidFill>
                <a:latin typeface="Segoe UI"/>
                <a:ea typeface="Segoe UI"/>
                <a:cs typeface="Segoe UI"/>
              </a:rPr>
              <a:t>Câu hỏi thiếu dữ kiện để trả lời CÓ / KHÔNG.</a:t>
            </a:r>
          </a:p>
        </p:txBody>
      </p:sp>
      <p:sp>
        <p:nvSpPr>
          <p:cNvPr id="26" name="S1_Arrow_4">
            <a:extLst xmlns:a="http://schemas.openxmlformats.org/drawingml/2006/main">
              <a:ext uri="{FF2B5EF4-FFF2-40B4-BE49-F238E27FC236}">
                <a16:creationId xmlns:a16="http://schemas.microsoft.com/office/drawing/2014/main" id="{86F9A40E-25B7-4334-9245-23DB38AD40DD}"/>
              </a:ext>
            </a:extLst>
          </p:cNvPr>
          <p:cNvSpPr>
            <a:spLocks xmlns:a="http://schemas.openxmlformats.org/drawingml/2006/main" noGrp="1"/>
          </p:cNvSpPr>
          <p:nvPr/>
        </p:nvSpPr>
        <p:spPr>
          <a:xfrm xmlns:a="http://schemas.openxmlformats.org/drawingml/2006/main">
            <a:off x="9305925" y="2419350"/>
            <a:ext cx="152400" cy="209550"/>
          </a:xfrm>
          <a:prstGeom xmlns:a="http://schemas.openxmlformats.org/drawingml/2006/main" prst="rightArrow">
            <a:avLst/>
          </a:prstGeom>
          <a:solidFill xmlns:a="http://schemas.openxmlformats.org/drawingml/2006/main">
            <a:srgbClr val="31445C"/>
          </a:solidFill>
          <a:ln xmlns:a="http://schemas.openxmlformats.org/drawingml/2006/main" w="0">
            <a:solidFill>
              <a:srgbClr val="31445C"/>
            </a:solidFill>
          </a:ln>
        </p:spPr>
      </p:sp>
      <p:sp>
        <p:nvSpPr>
          <p:cNvPr id="27" name="S1_Flow_5">
            <a:extLst xmlns:a="http://schemas.openxmlformats.org/drawingml/2006/main">
              <a:ext uri="{FF2B5EF4-FFF2-40B4-BE49-F238E27FC236}">
                <a16:creationId xmlns:a16="http://schemas.microsoft.com/office/drawing/2014/main" id="{659EC34B-9826-4B9D-9E08-FF62A6DF25D5}"/>
              </a:ext>
            </a:extLst>
          </p:cNvPr>
          <p:cNvSpPr>
            <a:spLocks xmlns:a="http://schemas.openxmlformats.org/drawingml/2006/main" noGrp="1"/>
          </p:cNvSpPr>
          <p:nvPr/>
        </p:nvSpPr>
        <p:spPr>
          <a:xfrm xmlns:a="http://schemas.openxmlformats.org/drawingml/2006/main">
            <a:off x="9467850" y="1428750"/>
            <a:ext cx="2057400" cy="2190750"/>
          </a:xfrm>
          <a:prstGeom xmlns:a="http://schemas.openxmlformats.org/drawingml/2006/main" prst="roundRect">
            <a:avLst>
              <a:gd name="adj" fmla="val 2778"/>
            </a:avLst>
          </a:prstGeom>
          <a:solidFill xmlns:a="http://schemas.openxmlformats.org/drawingml/2006/main">
            <a:srgbClr val="112338"/>
          </a:solidFill>
          <a:ln xmlns:a="http://schemas.openxmlformats.org/drawingml/2006/main" w="9525">
            <a:solidFill>
              <a:srgbClr val="C59A4A"/>
            </a:solidFill>
            <a:prstDash val="solid"/>
          </a:ln>
        </p:spPr>
      </p:sp>
      <p:sp>
        <p:nvSpPr>
          <p:cNvPr id="28" name="S1_FlowIcon_5">
            <a:extLst xmlns:a="http://schemas.openxmlformats.org/drawingml/2006/main">
              <a:ext uri="{FF2B5EF4-FFF2-40B4-BE49-F238E27FC236}">
                <a16:creationId xmlns:a16="http://schemas.microsoft.com/office/drawing/2014/main" id="{8A7CEBB0-0E8A-47BF-B7BF-6299D381B47F}"/>
              </a:ext>
            </a:extLst>
          </p:cNvPr>
          <p:cNvSpPr>
            <a:spLocks xmlns:a="http://schemas.openxmlformats.org/drawingml/2006/main" noGrp="1"/>
          </p:cNvSpPr>
          <p:nvPr/>
        </p:nvSpPr>
        <p:spPr>
          <a:xfrm xmlns:a="http://schemas.openxmlformats.org/drawingml/2006/main">
            <a:off x="9620250" y="1619250"/>
            <a:ext cx="323850" cy="323850"/>
          </a:xfrm>
          <a:prstGeom xmlns:a="http://schemas.openxmlformats.org/drawingml/2006/main" prst="ellipse">
            <a:avLst/>
          </a:prstGeom>
          <a:noFill xmlns:a="http://schemas.openxmlformats.org/drawingml/2006/main"/>
          <a:ln xmlns:a="http://schemas.openxmlformats.org/drawingml/2006/main" w="14288">
            <a:solidFill>
              <a:srgbClr val="C59A4A"/>
            </a:solidFill>
            <a:prstDash val="solid"/>
          </a:ln>
        </p:spPr>
        <p:txBody>
          <a:bodyPr xmlns:a="http://schemas.openxmlformats.org/drawingml/2006/main" lIns="0" tIns="0" rIns="0" bIns="0" anchor="ctr">
            <a:noAutofit/>
          </a:bodyPr>
          <a:lstStyle xmlns:a="http://schemas.openxmlformats.org/drawingml/2006/main">
            <a:defPPr algn="ctr">
              <a:defRPr sz="900" b="1">
                <a:solidFill>
                  <a:srgbClr val="C59A4A"/>
                </a:solidFill>
                <a:latin typeface="Segoe UI"/>
                <a:ea typeface="Segoe UI"/>
                <a:cs typeface="Segoe UI"/>
              </a:defRPr>
            </a:defPPr>
            <a:lvl1pPr algn="ctr">
              <a:defRPr sz="900" b="1">
                <a:solidFill>
                  <a:srgbClr val="C59A4A"/>
                </a:solidFill>
                <a:latin typeface="Segoe UI"/>
                <a:ea typeface="Segoe UI"/>
                <a:cs typeface="Segoe UI"/>
              </a:defRPr>
            </a:lvl1pPr>
            <a:lvl2pPr algn="ctr">
              <a:defRPr sz="900" b="1">
                <a:solidFill>
                  <a:srgbClr val="C59A4A"/>
                </a:solidFill>
                <a:latin typeface="Segoe UI"/>
                <a:ea typeface="Segoe UI"/>
                <a:cs typeface="Segoe UI"/>
              </a:defRPr>
            </a:lvl2pPr>
            <a:lvl3pPr algn="ctr">
              <a:defRPr sz="900" b="1">
                <a:solidFill>
                  <a:srgbClr val="C59A4A"/>
                </a:solidFill>
                <a:latin typeface="Segoe UI"/>
                <a:ea typeface="Segoe UI"/>
                <a:cs typeface="Segoe UI"/>
              </a:defRPr>
            </a:lvl3pPr>
            <a:lvl4pPr algn="ctr">
              <a:defRPr sz="900" b="1">
                <a:solidFill>
                  <a:srgbClr val="C59A4A"/>
                </a:solidFill>
                <a:latin typeface="Segoe UI"/>
                <a:ea typeface="Segoe UI"/>
                <a:cs typeface="Segoe UI"/>
              </a:defRPr>
            </a:lvl4pPr>
            <a:lvl5pPr algn="ctr">
              <a:defRPr sz="900" b="1">
                <a:solidFill>
                  <a:srgbClr val="C59A4A"/>
                </a:solidFill>
                <a:latin typeface="Segoe UI"/>
                <a:ea typeface="Segoe UI"/>
                <a:cs typeface="Segoe UI"/>
              </a:defRPr>
            </a:lvl5pPr>
            <a:lvl6pPr algn="ctr">
              <a:defRPr sz="900" b="1">
                <a:solidFill>
                  <a:srgbClr val="C59A4A"/>
                </a:solidFill>
                <a:latin typeface="Segoe UI"/>
                <a:ea typeface="Segoe UI"/>
                <a:cs typeface="Segoe UI"/>
              </a:defRPr>
            </a:lvl6pPr>
            <a:lvl7pPr algn="ctr">
              <a:defRPr sz="900" b="1">
                <a:solidFill>
                  <a:srgbClr val="C59A4A"/>
                </a:solidFill>
                <a:latin typeface="Segoe UI"/>
                <a:ea typeface="Segoe UI"/>
                <a:cs typeface="Segoe UI"/>
              </a:defRPr>
            </a:lvl7pPr>
            <a:lvl8pPr algn="ctr">
              <a:defRPr sz="900" b="1">
                <a:solidFill>
                  <a:srgbClr val="C59A4A"/>
                </a:solidFill>
                <a:latin typeface="Segoe UI"/>
                <a:ea typeface="Segoe UI"/>
                <a:cs typeface="Segoe UI"/>
              </a:defRPr>
            </a:lvl8pPr>
            <a:lvl9pPr algn="ctr">
              <a:defRPr sz="900" b="1">
                <a:solidFill>
                  <a:srgbClr val="C59A4A"/>
                </a:solidFill>
                <a:latin typeface="Segoe UI"/>
                <a:ea typeface="Segoe UI"/>
                <a:cs typeface="Segoe UI"/>
              </a:defRPr>
            </a:lvl9pPr>
          </a:lstStyle>
          <a:p xmlns:a="http://schemas.openxmlformats.org/drawingml/2006/main">
            <a:pPr algn="ctr">
              <a:defRPr sz="900" b="1">
                <a:solidFill>
                  <a:srgbClr val="C59A4A"/>
                </a:solidFill>
                <a:latin typeface="Segoe UI"/>
                <a:ea typeface="Segoe UI"/>
                <a:cs typeface="Segoe UI"/>
              </a:defRPr>
            </a:pPr>
            <a:r>
              <a:rPr sz="900" b="1">
                <a:solidFill>
                  <a:srgbClr val="C59A4A"/>
                </a:solidFill>
                <a:latin typeface="Segoe UI"/>
                <a:ea typeface="Segoe UI"/>
                <a:cs typeface="Segoe UI"/>
              </a:rPr>
              <a:t>05</a:t>
            </a:r>
          </a:p>
        </p:txBody>
      </p:sp>
      <p:sp>
        <p:nvSpPr>
          <p:cNvPr id="29" name="S1_FlowLabel_5">
            <a:extLst xmlns:a="http://schemas.openxmlformats.org/drawingml/2006/main">
              <a:ext uri="{FF2B5EF4-FFF2-40B4-BE49-F238E27FC236}">
                <a16:creationId xmlns:a16="http://schemas.microsoft.com/office/drawing/2014/main" id="{3BA130D2-63EF-4AB5-82D8-4AED838B8587}"/>
              </a:ext>
            </a:extLst>
          </p:cNvPr>
          <p:cNvSpPr>
            <a:spLocks xmlns:a="http://schemas.openxmlformats.org/drawingml/2006/main" noGrp="1"/>
          </p:cNvSpPr>
          <p:nvPr/>
        </p:nvSpPr>
        <p:spPr>
          <a:xfrm xmlns:a="http://schemas.openxmlformats.org/drawingml/2006/main">
            <a:off x="9620250" y="2095500"/>
            <a:ext cx="1752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1">
                <a:solidFill>
                  <a:srgbClr val="F4F7FB"/>
                </a:solidFill>
                <a:latin typeface="Segoe UI"/>
                <a:ea typeface="Segoe UI"/>
                <a:cs typeface="Segoe UI"/>
              </a:defRPr>
            </a:defPPr>
            <a:lvl1pPr algn="l">
              <a:defRPr sz="1350" b="1">
                <a:solidFill>
                  <a:srgbClr val="F4F7FB"/>
                </a:solidFill>
                <a:latin typeface="Segoe UI"/>
                <a:ea typeface="Segoe UI"/>
                <a:cs typeface="Segoe UI"/>
              </a:defRPr>
            </a:lvl1pPr>
            <a:lvl2pPr algn="l">
              <a:defRPr sz="1350" b="1">
                <a:solidFill>
                  <a:srgbClr val="F4F7FB"/>
                </a:solidFill>
                <a:latin typeface="Segoe UI"/>
                <a:ea typeface="Segoe UI"/>
                <a:cs typeface="Segoe UI"/>
              </a:defRPr>
            </a:lvl2pPr>
            <a:lvl3pPr algn="l">
              <a:defRPr sz="1350" b="1">
                <a:solidFill>
                  <a:srgbClr val="F4F7FB"/>
                </a:solidFill>
                <a:latin typeface="Segoe UI"/>
                <a:ea typeface="Segoe UI"/>
                <a:cs typeface="Segoe UI"/>
              </a:defRPr>
            </a:lvl3pPr>
            <a:lvl4pPr algn="l">
              <a:defRPr sz="1350" b="1">
                <a:solidFill>
                  <a:srgbClr val="F4F7FB"/>
                </a:solidFill>
                <a:latin typeface="Segoe UI"/>
                <a:ea typeface="Segoe UI"/>
                <a:cs typeface="Segoe UI"/>
              </a:defRPr>
            </a:lvl4pPr>
            <a:lvl5pPr algn="l">
              <a:defRPr sz="1350" b="1">
                <a:solidFill>
                  <a:srgbClr val="F4F7FB"/>
                </a:solidFill>
                <a:latin typeface="Segoe UI"/>
                <a:ea typeface="Segoe UI"/>
                <a:cs typeface="Segoe UI"/>
              </a:defRPr>
            </a:lvl5pPr>
            <a:lvl6pPr algn="l">
              <a:defRPr sz="1350" b="1">
                <a:solidFill>
                  <a:srgbClr val="F4F7FB"/>
                </a:solidFill>
                <a:latin typeface="Segoe UI"/>
                <a:ea typeface="Segoe UI"/>
                <a:cs typeface="Segoe UI"/>
              </a:defRPr>
            </a:lvl6pPr>
            <a:lvl7pPr algn="l">
              <a:defRPr sz="1350" b="1">
                <a:solidFill>
                  <a:srgbClr val="F4F7FB"/>
                </a:solidFill>
                <a:latin typeface="Segoe UI"/>
                <a:ea typeface="Segoe UI"/>
                <a:cs typeface="Segoe UI"/>
              </a:defRPr>
            </a:lvl7pPr>
            <a:lvl8pPr algn="l">
              <a:defRPr sz="1350" b="1">
                <a:solidFill>
                  <a:srgbClr val="F4F7FB"/>
                </a:solidFill>
                <a:latin typeface="Segoe UI"/>
                <a:ea typeface="Segoe UI"/>
                <a:cs typeface="Segoe UI"/>
              </a:defRPr>
            </a:lvl8pPr>
            <a:lvl9pPr algn="l">
              <a:defRPr sz="1350" b="1">
                <a:solidFill>
                  <a:srgbClr val="F4F7FB"/>
                </a:solidFill>
                <a:latin typeface="Segoe UI"/>
                <a:ea typeface="Segoe UI"/>
                <a:cs typeface="Segoe UI"/>
              </a:defRPr>
            </a:lvl9pPr>
          </a:lstStyle>
          <a:p xmlns:a="http://schemas.openxmlformats.org/drawingml/2006/main">
            <a:pPr algn="l">
              <a:defRPr sz="1350" b="1">
                <a:solidFill>
                  <a:srgbClr val="F4F7FB"/>
                </a:solidFill>
                <a:latin typeface="Segoe UI"/>
                <a:ea typeface="Segoe UI"/>
                <a:cs typeface="Segoe UI"/>
              </a:defRPr>
            </a:pPr>
            <a:r>
              <a:rPr sz="1350" b="1">
                <a:solidFill>
                  <a:srgbClr val="F4F7FB"/>
                </a:solidFill>
                <a:latin typeface="Segoe UI"/>
                <a:ea typeface="Segoe UI"/>
                <a:cs typeface="Segoe UI"/>
              </a:rPr>
              <a:t>Ghi lịch sử</a:t>
            </a:r>
          </a:p>
        </p:txBody>
      </p:sp>
      <p:sp>
        <p:nvSpPr>
          <p:cNvPr id="30" name="S1_FlowRule_5">
            <a:extLst xmlns:a="http://schemas.openxmlformats.org/drawingml/2006/main">
              <a:ext uri="{FF2B5EF4-FFF2-40B4-BE49-F238E27FC236}">
                <a16:creationId xmlns:a16="http://schemas.microsoft.com/office/drawing/2014/main" id="{6B0FAE70-6266-459B-848F-BF486DE3ADD5}"/>
              </a:ext>
            </a:extLst>
          </p:cNvPr>
          <p:cNvSpPr>
            <a:spLocks xmlns:a="http://schemas.openxmlformats.org/drawingml/2006/main" noGrp="1"/>
          </p:cNvSpPr>
          <p:nvPr/>
        </p:nvSpPr>
        <p:spPr>
          <a:xfrm xmlns:a="http://schemas.openxmlformats.org/drawingml/2006/main">
            <a:off x="9620250" y="2686050"/>
            <a:ext cx="1752600" cy="0"/>
          </a:xfrm>
          <a:prstGeom xmlns:a="http://schemas.openxmlformats.org/drawingml/2006/main" prst="line">
            <a:avLst/>
          </a:prstGeom>
          <a:noFill xmlns:a="http://schemas.openxmlformats.org/drawingml/2006/main"/>
          <a:ln xmlns:a="http://schemas.openxmlformats.org/drawingml/2006/main" w="9525">
            <a:solidFill>
              <a:srgbClr val="31445C"/>
            </a:solidFill>
            <a:prstDash val="solid"/>
          </a:ln>
        </p:spPr>
      </p:sp>
      <p:sp>
        <p:nvSpPr>
          <p:cNvPr id="31" name="S1_FlowPain_5">
            <a:extLst xmlns:a="http://schemas.openxmlformats.org/drawingml/2006/main">
              <a:ext uri="{FF2B5EF4-FFF2-40B4-BE49-F238E27FC236}">
                <a16:creationId xmlns:a16="http://schemas.microsoft.com/office/drawing/2014/main" id="{089E4613-CC10-4FC8-96E8-58A194D8A32F}"/>
              </a:ext>
            </a:extLst>
          </p:cNvPr>
          <p:cNvSpPr>
            <a:spLocks xmlns:a="http://schemas.openxmlformats.org/drawingml/2006/main" noGrp="1"/>
          </p:cNvSpPr>
          <p:nvPr/>
        </p:nvSpPr>
        <p:spPr>
          <a:xfrm xmlns:a="http://schemas.openxmlformats.org/drawingml/2006/main">
            <a:off x="9620250" y="2876550"/>
            <a:ext cx="1752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1">
                <a:solidFill>
                  <a:srgbClr val="C59A4A"/>
                </a:solidFill>
                <a:latin typeface="Segoe UI"/>
                <a:ea typeface="Segoe UI"/>
                <a:cs typeface="Segoe UI"/>
              </a:defRPr>
            </a:defPPr>
            <a:lvl1pPr algn="l">
              <a:defRPr sz="1125" b="1">
                <a:solidFill>
                  <a:srgbClr val="C59A4A"/>
                </a:solidFill>
                <a:latin typeface="Segoe UI"/>
                <a:ea typeface="Segoe UI"/>
                <a:cs typeface="Segoe UI"/>
              </a:defRPr>
            </a:lvl1pPr>
            <a:lvl2pPr algn="l">
              <a:defRPr sz="1125" b="1">
                <a:solidFill>
                  <a:srgbClr val="C59A4A"/>
                </a:solidFill>
                <a:latin typeface="Segoe UI"/>
                <a:ea typeface="Segoe UI"/>
                <a:cs typeface="Segoe UI"/>
              </a:defRPr>
            </a:lvl2pPr>
            <a:lvl3pPr algn="l">
              <a:defRPr sz="1125" b="1">
                <a:solidFill>
                  <a:srgbClr val="C59A4A"/>
                </a:solidFill>
                <a:latin typeface="Segoe UI"/>
                <a:ea typeface="Segoe UI"/>
                <a:cs typeface="Segoe UI"/>
              </a:defRPr>
            </a:lvl3pPr>
            <a:lvl4pPr algn="l">
              <a:defRPr sz="1125" b="1">
                <a:solidFill>
                  <a:srgbClr val="C59A4A"/>
                </a:solidFill>
                <a:latin typeface="Segoe UI"/>
                <a:ea typeface="Segoe UI"/>
                <a:cs typeface="Segoe UI"/>
              </a:defRPr>
            </a:lvl4pPr>
            <a:lvl5pPr algn="l">
              <a:defRPr sz="1125" b="1">
                <a:solidFill>
                  <a:srgbClr val="C59A4A"/>
                </a:solidFill>
                <a:latin typeface="Segoe UI"/>
                <a:ea typeface="Segoe UI"/>
                <a:cs typeface="Segoe UI"/>
              </a:defRPr>
            </a:lvl5pPr>
            <a:lvl6pPr algn="l">
              <a:defRPr sz="1125" b="1">
                <a:solidFill>
                  <a:srgbClr val="C59A4A"/>
                </a:solidFill>
                <a:latin typeface="Segoe UI"/>
                <a:ea typeface="Segoe UI"/>
                <a:cs typeface="Segoe UI"/>
              </a:defRPr>
            </a:lvl6pPr>
            <a:lvl7pPr algn="l">
              <a:defRPr sz="1125" b="1">
                <a:solidFill>
                  <a:srgbClr val="C59A4A"/>
                </a:solidFill>
                <a:latin typeface="Segoe UI"/>
                <a:ea typeface="Segoe UI"/>
                <a:cs typeface="Segoe UI"/>
              </a:defRPr>
            </a:lvl7pPr>
            <a:lvl8pPr algn="l">
              <a:defRPr sz="1125" b="1">
                <a:solidFill>
                  <a:srgbClr val="C59A4A"/>
                </a:solidFill>
                <a:latin typeface="Segoe UI"/>
                <a:ea typeface="Segoe UI"/>
                <a:cs typeface="Segoe UI"/>
              </a:defRPr>
            </a:lvl8pPr>
            <a:lvl9pPr algn="l">
              <a:defRPr sz="1125" b="1">
                <a:solidFill>
                  <a:srgbClr val="C59A4A"/>
                </a:solidFill>
                <a:latin typeface="Segoe UI"/>
                <a:ea typeface="Segoe UI"/>
                <a:cs typeface="Segoe UI"/>
              </a:defRPr>
            </a:lvl9pPr>
          </a:lstStyle>
          <a:p xmlns:a="http://schemas.openxmlformats.org/drawingml/2006/main">
            <a:pPr algn="l">
              <a:defRPr sz="1125" b="1">
                <a:solidFill>
                  <a:srgbClr val="C59A4A"/>
                </a:solidFill>
                <a:latin typeface="Segoe UI"/>
                <a:ea typeface="Segoe UI"/>
                <a:cs typeface="Segoe UI"/>
              </a:defRPr>
            </a:pPr>
            <a:r>
              <a:rPr sz="1125" b="1">
                <a:solidFill>
                  <a:srgbClr val="C59A4A"/>
                </a:solidFill>
                <a:latin typeface="Segoe UI"/>
                <a:ea typeface="Segoe UI"/>
                <a:cs typeface="Segoe UI"/>
              </a:rPr>
              <a:t>Khó nối input, facts, route và người quyết định.</a:t>
            </a:r>
          </a:p>
        </p:txBody>
      </p:sp>
      <p:sp>
        <p:nvSpPr>
          <p:cNvPr id="32" name="S1_GapBand">
            <a:extLst xmlns:a="http://schemas.openxmlformats.org/drawingml/2006/main">
              <a:ext uri="{FF2B5EF4-FFF2-40B4-BE49-F238E27FC236}">
                <a16:creationId xmlns:a16="http://schemas.microsoft.com/office/drawing/2014/main" id="{9EF873A6-B5E9-4B31-9F86-9B032C1B3D17}"/>
              </a:ext>
            </a:extLst>
          </p:cNvPr>
          <p:cNvSpPr>
            <a:spLocks xmlns:a="http://schemas.openxmlformats.org/drawingml/2006/main" noGrp="1"/>
          </p:cNvSpPr>
          <p:nvPr/>
        </p:nvSpPr>
        <p:spPr>
          <a:xfrm xmlns:a="http://schemas.openxmlformats.org/drawingml/2006/main">
            <a:off x="552450" y="3943350"/>
            <a:ext cx="11087100" cy="1066800"/>
          </a:xfrm>
          <a:prstGeom xmlns:a="http://schemas.openxmlformats.org/drawingml/2006/main" prst="roundRect">
            <a:avLst>
              <a:gd name="adj" fmla="val 5357"/>
            </a:avLst>
          </a:prstGeom>
          <a:solidFill xmlns:a="http://schemas.openxmlformats.org/drawingml/2006/main">
            <a:srgbClr val="162A42"/>
          </a:solidFill>
          <a:ln xmlns:a="http://schemas.openxmlformats.org/drawingml/2006/main" w="9525">
            <a:solidFill>
              <a:srgbClr val="C59A4A"/>
            </a:solidFill>
            <a:prstDash val="solid"/>
          </a:ln>
        </p:spPr>
      </p:sp>
      <p:sp>
        <p:nvSpPr>
          <p:cNvPr id="33" name="S1_GapLabel">
            <a:extLst xmlns:a="http://schemas.openxmlformats.org/drawingml/2006/main">
              <a:ext uri="{FF2B5EF4-FFF2-40B4-BE49-F238E27FC236}">
                <a16:creationId xmlns:a16="http://schemas.microsoft.com/office/drawing/2014/main" id="{C0F0419F-0C69-4839-86E5-FDD96F3A38A0}"/>
              </a:ext>
            </a:extLst>
          </p:cNvPr>
          <p:cNvSpPr>
            <a:spLocks xmlns:a="http://schemas.openxmlformats.org/drawingml/2006/main" noGrp="1"/>
          </p:cNvSpPr>
          <p:nvPr/>
        </p:nvSpPr>
        <p:spPr>
          <a:xfrm xmlns:a="http://schemas.openxmlformats.org/drawingml/2006/main">
            <a:off x="781050" y="413385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1">
                <a:solidFill>
                  <a:srgbClr val="C59A4A"/>
                </a:solidFill>
                <a:latin typeface="Segoe UI"/>
                <a:ea typeface="Segoe UI"/>
                <a:cs typeface="Segoe UI"/>
              </a:defRPr>
            </a:defPPr>
            <a:lvl1pPr algn="l">
              <a:defRPr sz="1050" b="1">
                <a:solidFill>
                  <a:srgbClr val="C59A4A"/>
                </a:solidFill>
                <a:latin typeface="Segoe UI"/>
                <a:ea typeface="Segoe UI"/>
                <a:cs typeface="Segoe UI"/>
              </a:defRPr>
            </a:lvl1pPr>
            <a:lvl2pPr algn="l">
              <a:defRPr sz="1050" b="1">
                <a:solidFill>
                  <a:srgbClr val="C59A4A"/>
                </a:solidFill>
                <a:latin typeface="Segoe UI"/>
                <a:ea typeface="Segoe UI"/>
                <a:cs typeface="Segoe UI"/>
              </a:defRPr>
            </a:lvl2pPr>
            <a:lvl3pPr algn="l">
              <a:defRPr sz="1050" b="1">
                <a:solidFill>
                  <a:srgbClr val="C59A4A"/>
                </a:solidFill>
                <a:latin typeface="Segoe UI"/>
                <a:ea typeface="Segoe UI"/>
                <a:cs typeface="Segoe UI"/>
              </a:defRPr>
            </a:lvl3pPr>
            <a:lvl4pPr algn="l">
              <a:defRPr sz="1050" b="1">
                <a:solidFill>
                  <a:srgbClr val="C59A4A"/>
                </a:solidFill>
                <a:latin typeface="Segoe UI"/>
                <a:ea typeface="Segoe UI"/>
                <a:cs typeface="Segoe UI"/>
              </a:defRPr>
            </a:lvl4pPr>
            <a:lvl5pPr algn="l">
              <a:defRPr sz="1050" b="1">
                <a:solidFill>
                  <a:srgbClr val="C59A4A"/>
                </a:solidFill>
                <a:latin typeface="Segoe UI"/>
                <a:ea typeface="Segoe UI"/>
                <a:cs typeface="Segoe UI"/>
              </a:defRPr>
            </a:lvl5pPr>
            <a:lvl6pPr algn="l">
              <a:defRPr sz="1050" b="1">
                <a:solidFill>
                  <a:srgbClr val="C59A4A"/>
                </a:solidFill>
                <a:latin typeface="Segoe UI"/>
                <a:ea typeface="Segoe UI"/>
                <a:cs typeface="Segoe UI"/>
              </a:defRPr>
            </a:lvl6pPr>
            <a:lvl7pPr algn="l">
              <a:defRPr sz="1050" b="1">
                <a:solidFill>
                  <a:srgbClr val="C59A4A"/>
                </a:solidFill>
                <a:latin typeface="Segoe UI"/>
                <a:ea typeface="Segoe UI"/>
                <a:cs typeface="Segoe UI"/>
              </a:defRPr>
            </a:lvl7pPr>
            <a:lvl8pPr algn="l">
              <a:defRPr sz="1050" b="1">
                <a:solidFill>
                  <a:srgbClr val="C59A4A"/>
                </a:solidFill>
                <a:latin typeface="Segoe UI"/>
                <a:ea typeface="Segoe UI"/>
                <a:cs typeface="Segoe UI"/>
              </a:defRPr>
            </a:lvl8pPr>
            <a:lvl9pPr algn="l">
              <a:defRPr sz="1050" b="1">
                <a:solidFill>
                  <a:srgbClr val="C59A4A"/>
                </a:solidFill>
                <a:latin typeface="Segoe UI"/>
                <a:ea typeface="Segoe UI"/>
                <a:cs typeface="Segoe UI"/>
              </a:defRPr>
            </a:lvl9pPr>
          </a:lstStyle>
          <a:p xmlns:a="http://schemas.openxmlformats.org/drawingml/2006/main">
            <a:pPr algn="l">
              <a:defRPr sz="1050" b="1">
                <a:solidFill>
                  <a:srgbClr val="C59A4A"/>
                </a:solidFill>
                <a:latin typeface="Segoe UI"/>
                <a:ea typeface="Segoe UI"/>
                <a:cs typeface="Segoe UI"/>
              </a:defRPr>
            </a:pPr>
            <a:r>
              <a:rPr sz="1050" b="1">
                <a:solidFill>
                  <a:srgbClr val="C59A4A"/>
                </a:solidFill>
                <a:latin typeface="Segoe UI"/>
                <a:ea typeface="Segoe UI"/>
                <a:cs typeface="Segoe UI"/>
              </a:rPr>
              <a:t>KHOẢNG TRỐNG CẦN GIẢI QUYẾT</a:t>
            </a:r>
          </a:p>
        </p:txBody>
      </p:sp>
      <p:sp>
        <p:nvSpPr>
          <p:cNvPr id="34" name="S1_GapText">
            <a:extLst xmlns:a="http://schemas.openxmlformats.org/drawingml/2006/main">
              <a:ext uri="{FF2B5EF4-FFF2-40B4-BE49-F238E27FC236}">
                <a16:creationId xmlns:a16="http://schemas.microsoft.com/office/drawing/2014/main" id="{F6AB1E76-77EB-45CD-91DD-925E2DC91B5A}"/>
              </a:ext>
            </a:extLst>
          </p:cNvPr>
          <p:cNvSpPr>
            <a:spLocks xmlns:a="http://schemas.openxmlformats.org/drawingml/2006/main" noGrp="1"/>
          </p:cNvSpPr>
          <p:nvPr/>
        </p:nvSpPr>
        <p:spPr>
          <a:xfrm xmlns:a="http://schemas.openxmlformats.org/drawingml/2006/main">
            <a:off x="781050" y="445770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1">
                <a:solidFill>
                  <a:srgbClr val="F4F7FB"/>
                </a:solidFill>
                <a:latin typeface="Segoe UI"/>
                <a:ea typeface="Segoe UI"/>
                <a:cs typeface="Segoe UI"/>
              </a:defRPr>
            </a:defPPr>
            <a:lvl1pPr algn="l">
              <a:defRPr sz="1500" b="1">
                <a:solidFill>
                  <a:srgbClr val="F4F7FB"/>
                </a:solidFill>
                <a:latin typeface="Segoe UI"/>
                <a:ea typeface="Segoe UI"/>
                <a:cs typeface="Segoe UI"/>
              </a:defRPr>
            </a:lvl1pPr>
            <a:lvl2pPr algn="l">
              <a:defRPr sz="1500" b="1">
                <a:solidFill>
                  <a:srgbClr val="F4F7FB"/>
                </a:solidFill>
                <a:latin typeface="Segoe UI"/>
                <a:ea typeface="Segoe UI"/>
                <a:cs typeface="Segoe UI"/>
              </a:defRPr>
            </a:lvl2pPr>
            <a:lvl3pPr algn="l">
              <a:defRPr sz="1500" b="1">
                <a:solidFill>
                  <a:srgbClr val="F4F7FB"/>
                </a:solidFill>
                <a:latin typeface="Segoe UI"/>
                <a:ea typeface="Segoe UI"/>
                <a:cs typeface="Segoe UI"/>
              </a:defRPr>
            </a:lvl3pPr>
            <a:lvl4pPr algn="l">
              <a:defRPr sz="1500" b="1">
                <a:solidFill>
                  <a:srgbClr val="F4F7FB"/>
                </a:solidFill>
                <a:latin typeface="Segoe UI"/>
                <a:ea typeface="Segoe UI"/>
                <a:cs typeface="Segoe UI"/>
              </a:defRPr>
            </a:lvl4pPr>
            <a:lvl5pPr algn="l">
              <a:defRPr sz="1500" b="1">
                <a:solidFill>
                  <a:srgbClr val="F4F7FB"/>
                </a:solidFill>
                <a:latin typeface="Segoe UI"/>
                <a:ea typeface="Segoe UI"/>
                <a:cs typeface="Segoe UI"/>
              </a:defRPr>
            </a:lvl5pPr>
            <a:lvl6pPr algn="l">
              <a:defRPr sz="1500" b="1">
                <a:solidFill>
                  <a:srgbClr val="F4F7FB"/>
                </a:solidFill>
                <a:latin typeface="Segoe UI"/>
                <a:ea typeface="Segoe UI"/>
                <a:cs typeface="Segoe UI"/>
              </a:defRPr>
            </a:lvl6pPr>
            <a:lvl7pPr algn="l">
              <a:defRPr sz="1500" b="1">
                <a:solidFill>
                  <a:srgbClr val="F4F7FB"/>
                </a:solidFill>
                <a:latin typeface="Segoe UI"/>
                <a:ea typeface="Segoe UI"/>
                <a:cs typeface="Segoe UI"/>
              </a:defRPr>
            </a:lvl7pPr>
            <a:lvl8pPr algn="l">
              <a:defRPr sz="1500" b="1">
                <a:solidFill>
                  <a:srgbClr val="F4F7FB"/>
                </a:solidFill>
                <a:latin typeface="Segoe UI"/>
                <a:ea typeface="Segoe UI"/>
                <a:cs typeface="Segoe UI"/>
              </a:defRPr>
            </a:lvl8pPr>
            <a:lvl9pPr algn="l">
              <a:defRPr sz="1500" b="1">
                <a:solidFill>
                  <a:srgbClr val="F4F7FB"/>
                </a:solidFill>
                <a:latin typeface="Segoe UI"/>
                <a:ea typeface="Segoe UI"/>
                <a:cs typeface="Segoe UI"/>
              </a:defRPr>
            </a:lvl9pPr>
          </a:lstStyle>
          <a:p xmlns:a="http://schemas.openxmlformats.org/drawingml/2006/main">
            <a:pPr algn="l">
              <a:defRPr sz="1500" b="1">
                <a:solidFill>
                  <a:srgbClr val="F4F7FB"/>
                </a:solidFill>
                <a:latin typeface="Segoe UI"/>
                <a:ea typeface="Segoe UI"/>
                <a:cs typeface="Segoe UI"/>
              </a:defRPr>
            </a:pPr>
            <a:r>
              <a:rPr sz="1500" b="1">
                <a:solidFill>
                  <a:srgbClr val="F4F7FB"/>
                </a:solidFill>
                <a:latin typeface="Segoe UI"/>
                <a:ea typeface="Segoe UI"/>
                <a:cs typeface="Segoe UI"/>
              </a:rPr>
              <a:t>Ngoại lệ chưa được đóng gói thành câu hỏi có đủ dữ kiện, quy định và audit để quản lý quyết định nhanh.</a:t>
            </a:r>
          </a:p>
        </p:txBody>
      </p:sp>
      <p:sp>
        <p:nvSpPr>
          <p:cNvPr id="35" name="S1_BridgeRule">
            <a:extLst xmlns:a="http://schemas.openxmlformats.org/drawingml/2006/main">
              <a:ext uri="{FF2B5EF4-FFF2-40B4-BE49-F238E27FC236}">
                <a16:creationId xmlns:a16="http://schemas.microsoft.com/office/drawing/2014/main" id="{A631CAB5-E5AD-4E5C-AD66-88BDFFDF6594}"/>
              </a:ext>
            </a:extLst>
          </p:cNvPr>
          <p:cNvSpPr>
            <a:spLocks xmlns:a="http://schemas.openxmlformats.org/drawingml/2006/main" noGrp="1"/>
          </p:cNvSpPr>
          <p:nvPr/>
        </p:nvSpPr>
        <p:spPr>
          <a:xfrm xmlns:a="http://schemas.openxmlformats.org/drawingml/2006/main">
            <a:off x="552450" y="5334000"/>
            <a:ext cx="11087100" cy="0"/>
          </a:xfrm>
          <a:prstGeom xmlns:a="http://schemas.openxmlformats.org/drawingml/2006/main" prst="line">
            <a:avLst/>
          </a:prstGeom>
          <a:noFill xmlns:a="http://schemas.openxmlformats.org/drawingml/2006/main"/>
          <a:ln xmlns:a="http://schemas.openxmlformats.org/drawingml/2006/main" w="9525">
            <a:solidFill>
              <a:srgbClr val="31445C"/>
            </a:solidFill>
            <a:prstDash val="solid"/>
          </a:ln>
        </p:spPr>
      </p:sp>
      <p:sp>
        <p:nvSpPr>
          <p:cNvPr id="36" name="S1_Bridge">
            <a:extLst xmlns:a="http://schemas.openxmlformats.org/drawingml/2006/main">
              <a:ext uri="{FF2B5EF4-FFF2-40B4-BE49-F238E27FC236}">
                <a16:creationId xmlns:a16="http://schemas.microsoft.com/office/drawing/2014/main" id="{33897FF2-48D6-4833-8BB0-900ACD77C403}"/>
              </a:ext>
            </a:extLst>
          </p:cNvPr>
          <p:cNvSpPr>
            <a:spLocks xmlns:a="http://schemas.openxmlformats.org/drawingml/2006/main" noGrp="1"/>
          </p:cNvSpPr>
          <p:nvPr/>
        </p:nvSpPr>
        <p:spPr>
          <a:xfrm xmlns:a="http://schemas.openxmlformats.org/drawingml/2006/main">
            <a:off x="552450" y="5581650"/>
            <a:ext cx="11087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1">
                <a:solidFill>
                  <a:srgbClr val="4FAF91"/>
                </a:solidFill>
                <a:latin typeface="Segoe UI"/>
                <a:ea typeface="Segoe UI"/>
                <a:cs typeface="Segoe UI"/>
              </a:defRPr>
            </a:defPPr>
            <a:lvl1pPr algn="ctr">
              <a:defRPr sz="1425" b="1">
                <a:solidFill>
                  <a:srgbClr val="4FAF91"/>
                </a:solidFill>
                <a:latin typeface="Segoe UI"/>
                <a:ea typeface="Segoe UI"/>
                <a:cs typeface="Segoe UI"/>
              </a:defRPr>
            </a:lvl1pPr>
            <a:lvl2pPr algn="ctr">
              <a:defRPr sz="1425" b="1">
                <a:solidFill>
                  <a:srgbClr val="4FAF91"/>
                </a:solidFill>
                <a:latin typeface="Segoe UI"/>
                <a:ea typeface="Segoe UI"/>
                <a:cs typeface="Segoe UI"/>
              </a:defRPr>
            </a:lvl2pPr>
            <a:lvl3pPr algn="ctr">
              <a:defRPr sz="1425" b="1">
                <a:solidFill>
                  <a:srgbClr val="4FAF91"/>
                </a:solidFill>
                <a:latin typeface="Segoe UI"/>
                <a:ea typeface="Segoe UI"/>
                <a:cs typeface="Segoe UI"/>
              </a:defRPr>
            </a:lvl3pPr>
            <a:lvl4pPr algn="ctr">
              <a:defRPr sz="1425" b="1">
                <a:solidFill>
                  <a:srgbClr val="4FAF91"/>
                </a:solidFill>
                <a:latin typeface="Segoe UI"/>
                <a:ea typeface="Segoe UI"/>
                <a:cs typeface="Segoe UI"/>
              </a:defRPr>
            </a:lvl4pPr>
            <a:lvl5pPr algn="ctr">
              <a:defRPr sz="1425" b="1">
                <a:solidFill>
                  <a:srgbClr val="4FAF91"/>
                </a:solidFill>
                <a:latin typeface="Segoe UI"/>
                <a:ea typeface="Segoe UI"/>
                <a:cs typeface="Segoe UI"/>
              </a:defRPr>
            </a:lvl5pPr>
            <a:lvl6pPr algn="ctr">
              <a:defRPr sz="1425" b="1">
                <a:solidFill>
                  <a:srgbClr val="4FAF91"/>
                </a:solidFill>
                <a:latin typeface="Segoe UI"/>
                <a:ea typeface="Segoe UI"/>
                <a:cs typeface="Segoe UI"/>
              </a:defRPr>
            </a:lvl6pPr>
            <a:lvl7pPr algn="ctr">
              <a:defRPr sz="1425" b="1">
                <a:solidFill>
                  <a:srgbClr val="4FAF91"/>
                </a:solidFill>
                <a:latin typeface="Segoe UI"/>
                <a:ea typeface="Segoe UI"/>
                <a:cs typeface="Segoe UI"/>
              </a:defRPr>
            </a:lvl7pPr>
            <a:lvl8pPr algn="ctr">
              <a:defRPr sz="1425" b="1">
                <a:solidFill>
                  <a:srgbClr val="4FAF91"/>
                </a:solidFill>
                <a:latin typeface="Segoe UI"/>
                <a:ea typeface="Segoe UI"/>
                <a:cs typeface="Segoe UI"/>
              </a:defRPr>
            </a:lvl8pPr>
            <a:lvl9pPr algn="ctr">
              <a:defRPr sz="1425" b="1">
                <a:solidFill>
                  <a:srgbClr val="4FAF91"/>
                </a:solidFill>
                <a:latin typeface="Segoe UI"/>
                <a:ea typeface="Segoe UI"/>
                <a:cs typeface="Segoe UI"/>
              </a:defRPr>
            </a:lvl9pPr>
          </a:lstStyle>
          <a:p xmlns:a="http://schemas.openxmlformats.org/drawingml/2006/main">
            <a:pPr algn="ctr">
              <a:defRPr sz="1425" b="1">
                <a:solidFill>
                  <a:srgbClr val="4FAF91"/>
                </a:solidFill>
                <a:latin typeface="Segoe UI"/>
                <a:ea typeface="Segoe UI"/>
                <a:cs typeface="Segoe UI"/>
              </a:defRPr>
            </a:pPr>
            <a:r>
              <a:rPr sz="1425" b="1">
                <a:solidFill>
                  <a:srgbClr val="4FAF91"/>
                </a:solidFill>
                <a:latin typeface="Segoe UI"/>
                <a:ea typeface="Segoe UI"/>
                <a:cs typeface="Segoe UI"/>
              </a:rPr>
              <a:t>AURA gom hồ sơ, giảm nhập tay, privacy triage và giữ quyền quyết định ngoại lệ cho con người.</a:t>
            </a:r>
          </a:p>
        </p:txBody>
      </p:sp>
    </p:spTree>
    <p:extLst>
      <p:ext uri="{BB962C8B-B14F-4D97-AF65-F5344CB8AC3E}">
        <p14:creationId xmlns:p14="http://schemas.microsoft.com/office/powerpoint/2010/main" val="1063306165"/>
      </p:ext>
    </p:extLst>
  </p:cSld>
</p:sld>
</file>

<file path=ppt/slides/slide2.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sp>
        <p:nvSpPr>
          <p:cNvPr id="41" name="Slide_Title">
            <a:extLst xmlns:a="http://schemas.openxmlformats.org/drawingml/2006/main">
              <a:ext uri="{FF2B5EF4-FFF2-40B4-BE49-F238E27FC236}">
                <a16:creationId xmlns:a16="http://schemas.microsoft.com/office/drawing/2014/main" id="{1FEE5C2C-DE41-427B-84B9-421E6250ABCE}"/>
              </a:ext>
            </a:extLst>
          </p:cNvPr>
          <p:cNvSpPr>
            <a:spLocks xmlns:a="http://schemas.openxmlformats.org/drawingml/2006/main" noGrp="1"/>
          </p:cNvSpPr>
          <p:nvPr/>
        </p:nvSpPr>
        <p:spPr>
          <a:xfrm xmlns:a="http://schemas.openxmlformats.org/drawingml/2006/main">
            <a:off x="552450" y="266700"/>
            <a:ext cx="11087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F4F7FB"/>
                </a:solidFill>
                <a:latin typeface="Segoe UI"/>
                <a:ea typeface="Segoe UI"/>
                <a:cs typeface="Segoe UI"/>
              </a:defRPr>
            </a:defPPr>
            <a:lvl1pPr algn="l">
              <a:defRPr sz="2400" b="1">
                <a:solidFill>
                  <a:srgbClr val="F4F7FB"/>
                </a:solidFill>
                <a:latin typeface="Segoe UI"/>
                <a:ea typeface="Segoe UI"/>
                <a:cs typeface="Segoe UI"/>
              </a:defRPr>
            </a:lvl1pPr>
            <a:lvl2pPr algn="l">
              <a:defRPr sz="2400" b="1">
                <a:solidFill>
                  <a:srgbClr val="F4F7FB"/>
                </a:solidFill>
                <a:latin typeface="Segoe UI"/>
                <a:ea typeface="Segoe UI"/>
                <a:cs typeface="Segoe UI"/>
              </a:defRPr>
            </a:lvl2pPr>
            <a:lvl3pPr algn="l">
              <a:defRPr sz="2400" b="1">
                <a:solidFill>
                  <a:srgbClr val="F4F7FB"/>
                </a:solidFill>
                <a:latin typeface="Segoe UI"/>
                <a:ea typeface="Segoe UI"/>
                <a:cs typeface="Segoe UI"/>
              </a:defRPr>
            </a:lvl3pPr>
            <a:lvl4pPr algn="l">
              <a:defRPr sz="2400" b="1">
                <a:solidFill>
                  <a:srgbClr val="F4F7FB"/>
                </a:solidFill>
                <a:latin typeface="Segoe UI"/>
                <a:ea typeface="Segoe UI"/>
                <a:cs typeface="Segoe UI"/>
              </a:defRPr>
            </a:lvl4pPr>
            <a:lvl5pPr algn="l">
              <a:defRPr sz="2400" b="1">
                <a:solidFill>
                  <a:srgbClr val="F4F7FB"/>
                </a:solidFill>
                <a:latin typeface="Segoe UI"/>
                <a:ea typeface="Segoe UI"/>
                <a:cs typeface="Segoe UI"/>
              </a:defRPr>
            </a:lvl5pPr>
            <a:lvl6pPr algn="l">
              <a:defRPr sz="2400" b="1">
                <a:solidFill>
                  <a:srgbClr val="F4F7FB"/>
                </a:solidFill>
                <a:latin typeface="Segoe UI"/>
                <a:ea typeface="Segoe UI"/>
                <a:cs typeface="Segoe UI"/>
              </a:defRPr>
            </a:lvl6pPr>
            <a:lvl7pPr algn="l">
              <a:defRPr sz="2400" b="1">
                <a:solidFill>
                  <a:srgbClr val="F4F7FB"/>
                </a:solidFill>
                <a:latin typeface="Segoe UI"/>
                <a:ea typeface="Segoe UI"/>
                <a:cs typeface="Segoe UI"/>
              </a:defRPr>
            </a:lvl7pPr>
            <a:lvl8pPr algn="l">
              <a:defRPr sz="2400" b="1">
                <a:solidFill>
                  <a:srgbClr val="F4F7FB"/>
                </a:solidFill>
                <a:latin typeface="Segoe UI"/>
                <a:ea typeface="Segoe UI"/>
                <a:cs typeface="Segoe UI"/>
              </a:defRPr>
            </a:lvl8pPr>
            <a:lvl9pPr algn="l">
              <a:defRPr sz="2400" b="1">
                <a:solidFill>
                  <a:srgbClr val="F4F7FB"/>
                </a:solidFill>
                <a:latin typeface="Segoe UI"/>
                <a:ea typeface="Segoe UI"/>
                <a:cs typeface="Segoe UI"/>
              </a:defRPr>
            </a:lvl9pPr>
          </a:lstStyle>
          <a:p xmlns:a="http://schemas.openxmlformats.org/drawingml/2006/main">
            <a:pPr algn="l">
              <a:defRPr sz="2400" b="1">
                <a:solidFill>
                  <a:srgbClr val="F4F7FB"/>
                </a:solidFill>
                <a:latin typeface="Segoe UI"/>
                <a:ea typeface="Segoe UI"/>
                <a:cs typeface="Segoe UI"/>
              </a:defRPr>
            </a:pPr>
            <a:r>
              <a:rPr sz="2400" b="1">
                <a:solidFill>
                  <a:srgbClr val="F4F7FB"/>
                </a:solidFill>
                <a:latin typeface="Segoe UI"/>
                <a:ea typeface="Segoe UI"/>
                <a:cs typeface="Segoe UI"/>
              </a:rPr>
              <a:t>Pipeline E2E và ranh giới quyết định</a:t>
            </a:r>
          </a:p>
        </p:txBody>
      </p:sp>
      <p:sp>
        <p:nvSpPr>
          <p:cNvPr id="2" name="Slide_Subtitle">
            <a:extLst xmlns:a="http://schemas.openxmlformats.org/drawingml/2006/main">
              <a:ext uri="{FF2B5EF4-FFF2-40B4-BE49-F238E27FC236}">
                <a16:creationId xmlns:a16="http://schemas.microsoft.com/office/drawing/2014/main" id="{684E8B2E-B54E-4117-B2B3-E8ADC6E99C5E}"/>
              </a:ext>
            </a:extLst>
          </p:cNvPr>
          <p:cNvSpPr>
            <a:spLocks xmlns:a="http://schemas.openxmlformats.org/drawingml/2006/main" noGrp="1"/>
          </p:cNvSpPr>
          <p:nvPr/>
        </p:nvSpPr>
        <p:spPr>
          <a:xfrm xmlns:a="http://schemas.openxmlformats.org/drawingml/2006/main">
            <a:off x="552450" y="7239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3C4"/>
                </a:solidFill>
                <a:latin typeface="Segoe UI"/>
                <a:ea typeface="Segoe UI"/>
                <a:cs typeface="Segoe UI"/>
              </a:defRPr>
            </a:defPPr>
            <a:lvl1pPr algn="l">
              <a:defRPr sz="1275" b="0">
                <a:solidFill>
                  <a:srgbClr val="A6B3C4"/>
                </a:solidFill>
                <a:latin typeface="Segoe UI"/>
                <a:ea typeface="Segoe UI"/>
                <a:cs typeface="Segoe UI"/>
              </a:defRPr>
            </a:lvl1pPr>
            <a:lvl2pPr algn="l">
              <a:defRPr sz="1275" b="0">
                <a:solidFill>
                  <a:srgbClr val="A6B3C4"/>
                </a:solidFill>
                <a:latin typeface="Segoe UI"/>
                <a:ea typeface="Segoe UI"/>
                <a:cs typeface="Segoe UI"/>
              </a:defRPr>
            </a:lvl2pPr>
            <a:lvl3pPr algn="l">
              <a:defRPr sz="1275" b="0">
                <a:solidFill>
                  <a:srgbClr val="A6B3C4"/>
                </a:solidFill>
                <a:latin typeface="Segoe UI"/>
                <a:ea typeface="Segoe UI"/>
                <a:cs typeface="Segoe UI"/>
              </a:defRPr>
            </a:lvl3pPr>
            <a:lvl4pPr algn="l">
              <a:defRPr sz="1275" b="0">
                <a:solidFill>
                  <a:srgbClr val="A6B3C4"/>
                </a:solidFill>
                <a:latin typeface="Segoe UI"/>
                <a:ea typeface="Segoe UI"/>
                <a:cs typeface="Segoe UI"/>
              </a:defRPr>
            </a:lvl4pPr>
            <a:lvl5pPr algn="l">
              <a:defRPr sz="1275" b="0">
                <a:solidFill>
                  <a:srgbClr val="A6B3C4"/>
                </a:solidFill>
                <a:latin typeface="Segoe UI"/>
                <a:ea typeface="Segoe UI"/>
                <a:cs typeface="Segoe UI"/>
              </a:defRPr>
            </a:lvl5pPr>
            <a:lvl6pPr algn="l">
              <a:defRPr sz="1275" b="0">
                <a:solidFill>
                  <a:srgbClr val="A6B3C4"/>
                </a:solidFill>
                <a:latin typeface="Segoe UI"/>
                <a:ea typeface="Segoe UI"/>
                <a:cs typeface="Segoe UI"/>
              </a:defRPr>
            </a:lvl6pPr>
            <a:lvl7pPr algn="l">
              <a:defRPr sz="1275" b="0">
                <a:solidFill>
                  <a:srgbClr val="A6B3C4"/>
                </a:solidFill>
                <a:latin typeface="Segoe UI"/>
                <a:ea typeface="Segoe UI"/>
                <a:cs typeface="Segoe UI"/>
              </a:defRPr>
            </a:lvl7pPr>
            <a:lvl8pPr algn="l">
              <a:defRPr sz="1275" b="0">
                <a:solidFill>
                  <a:srgbClr val="A6B3C4"/>
                </a:solidFill>
                <a:latin typeface="Segoe UI"/>
                <a:ea typeface="Segoe UI"/>
                <a:cs typeface="Segoe UI"/>
              </a:defRPr>
            </a:lvl8pPr>
            <a:lvl9pPr algn="l">
              <a:defRPr sz="1275" b="0">
                <a:solidFill>
                  <a:srgbClr val="A6B3C4"/>
                </a:solidFill>
                <a:latin typeface="Segoe UI"/>
                <a:ea typeface="Segoe UI"/>
                <a:cs typeface="Segoe UI"/>
              </a:defRPr>
            </a:lvl9pPr>
          </a:lstStyle>
          <a:p xmlns:a="http://schemas.openxmlformats.org/drawingml/2006/main">
            <a:pPr algn="l">
              <a:defRPr sz="1275" b="0">
                <a:solidFill>
                  <a:srgbClr val="A6B3C4"/>
                </a:solidFill>
                <a:latin typeface="Segoe UI"/>
                <a:ea typeface="Segoe UI"/>
                <a:cs typeface="Segoe UI"/>
              </a:defRPr>
            </a:pPr>
            <a:r>
              <a:rPr sz="1275" b="0">
                <a:solidFill>
                  <a:srgbClr val="A6B3C4"/>
                </a:solidFill>
                <a:latin typeface="Segoe UI"/>
                <a:ea typeface="Segoe UI"/>
                <a:cs typeface="Segoe UI"/>
              </a:rPr>
              <a:t>Ba vùng Đầu vào, Xử lý, Đầu ra; hai làn cho Hệ thống và Con người.</a:t>
            </a:r>
          </a:p>
        </p:txBody>
      </p:sp>
      <p:sp>
        <p:nvSpPr>
          <p:cNvPr id="3" name="S2_Column_1">
            <a:extLst xmlns:a="http://schemas.openxmlformats.org/drawingml/2006/main">
              <a:ext uri="{FF2B5EF4-FFF2-40B4-BE49-F238E27FC236}">
                <a16:creationId xmlns:a16="http://schemas.microsoft.com/office/drawing/2014/main" id="{2F7637F2-03EC-4149-B35B-C648C9645F70}"/>
              </a:ext>
            </a:extLst>
          </p:cNvPr>
          <p:cNvSpPr>
            <a:spLocks xmlns:a="http://schemas.openxmlformats.org/drawingml/2006/main" noGrp="1"/>
          </p:cNvSpPr>
          <p:nvPr/>
        </p:nvSpPr>
        <p:spPr>
          <a:xfrm xmlns:a="http://schemas.openxmlformats.org/drawingml/2006/main">
            <a:off x="1885950" y="1333500"/>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125" b="1">
                <a:solidFill>
                  <a:srgbClr val="A6B3C4"/>
                </a:solidFill>
                <a:latin typeface="Segoe UI"/>
                <a:ea typeface="Segoe UI"/>
                <a:cs typeface="Segoe UI"/>
              </a:defRPr>
            </a:defPPr>
            <a:lvl1pPr algn="ctr">
              <a:defRPr sz="1125" b="1">
                <a:solidFill>
                  <a:srgbClr val="A6B3C4"/>
                </a:solidFill>
                <a:latin typeface="Segoe UI"/>
                <a:ea typeface="Segoe UI"/>
                <a:cs typeface="Segoe UI"/>
              </a:defRPr>
            </a:lvl1pPr>
            <a:lvl2pPr algn="ctr">
              <a:defRPr sz="1125" b="1">
                <a:solidFill>
                  <a:srgbClr val="A6B3C4"/>
                </a:solidFill>
                <a:latin typeface="Segoe UI"/>
                <a:ea typeface="Segoe UI"/>
                <a:cs typeface="Segoe UI"/>
              </a:defRPr>
            </a:lvl2pPr>
            <a:lvl3pPr algn="ctr">
              <a:defRPr sz="1125" b="1">
                <a:solidFill>
                  <a:srgbClr val="A6B3C4"/>
                </a:solidFill>
                <a:latin typeface="Segoe UI"/>
                <a:ea typeface="Segoe UI"/>
                <a:cs typeface="Segoe UI"/>
              </a:defRPr>
            </a:lvl3pPr>
            <a:lvl4pPr algn="ctr">
              <a:defRPr sz="1125" b="1">
                <a:solidFill>
                  <a:srgbClr val="A6B3C4"/>
                </a:solidFill>
                <a:latin typeface="Segoe UI"/>
                <a:ea typeface="Segoe UI"/>
                <a:cs typeface="Segoe UI"/>
              </a:defRPr>
            </a:lvl4pPr>
            <a:lvl5pPr algn="ctr">
              <a:defRPr sz="1125" b="1">
                <a:solidFill>
                  <a:srgbClr val="A6B3C4"/>
                </a:solidFill>
                <a:latin typeface="Segoe UI"/>
                <a:ea typeface="Segoe UI"/>
                <a:cs typeface="Segoe UI"/>
              </a:defRPr>
            </a:lvl5pPr>
            <a:lvl6pPr algn="ctr">
              <a:defRPr sz="1125" b="1">
                <a:solidFill>
                  <a:srgbClr val="A6B3C4"/>
                </a:solidFill>
                <a:latin typeface="Segoe UI"/>
                <a:ea typeface="Segoe UI"/>
                <a:cs typeface="Segoe UI"/>
              </a:defRPr>
            </a:lvl6pPr>
            <a:lvl7pPr algn="ctr">
              <a:defRPr sz="1125" b="1">
                <a:solidFill>
                  <a:srgbClr val="A6B3C4"/>
                </a:solidFill>
                <a:latin typeface="Segoe UI"/>
                <a:ea typeface="Segoe UI"/>
                <a:cs typeface="Segoe UI"/>
              </a:defRPr>
            </a:lvl7pPr>
            <a:lvl8pPr algn="ctr">
              <a:defRPr sz="1125" b="1">
                <a:solidFill>
                  <a:srgbClr val="A6B3C4"/>
                </a:solidFill>
                <a:latin typeface="Segoe UI"/>
                <a:ea typeface="Segoe UI"/>
                <a:cs typeface="Segoe UI"/>
              </a:defRPr>
            </a:lvl8pPr>
            <a:lvl9pPr algn="ctr">
              <a:defRPr sz="1125" b="1">
                <a:solidFill>
                  <a:srgbClr val="A6B3C4"/>
                </a:solidFill>
                <a:latin typeface="Segoe UI"/>
                <a:ea typeface="Segoe UI"/>
                <a:cs typeface="Segoe UI"/>
              </a:defRPr>
            </a:lvl9pPr>
          </a:lstStyle>
          <a:p xmlns:a="http://schemas.openxmlformats.org/drawingml/2006/main">
            <a:pPr algn="ctr">
              <a:defRPr sz="1125" b="1">
                <a:solidFill>
                  <a:srgbClr val="A6B3C4"/>
                </a:solidFill>
                <a:latin typeface="Segoe UI"/>
                <a:ea typeface="Segoe UI"/>
                <a:cs typeface="Segoe UI"/>
              </a:defRPr>
            </a:pPr>
            <a:r>
              <a:rPr sz="1125" b="1">
                <a:solidFill>
                  <a:srgbClr val="A6B3C4"/>
                </a:solidFill>
                <a:latin typeface="Segoe UI"/>
                <a:ea typeface="Segoe UI"/>
                <a:cs typeface="Segoe UI"/>
              </a:rPr>
              <a:t>ĐẦU VÀO</a:t>
            </a:r>
          </a:p>
        </p:txBody>
      </p:sp>
      <p:sp>
        <p:nvSpPr>
          <p:cNvPr id="4" name="S2_Column_2">
            <a:extLst xmlns:a="http://schemas.openxmlformats.org/drawingml/2006/main">
              <a:ext uri="{FF2B5EF4-FFF2-40B4-BE49-F238E27FC236}">
                <a16:creationId xmlns:a16="http://schemas.microsoft.com/office/drawing/2014/main" id="{F8526BAD-7554-4B02-BE66-5E3CC008018B}"/>
              </a:ext>
            </a:extLst>
          </p:cNvPr>
          <p:cNvSpPr>
            <a:spLocks xmlns:a="http://schemas.openxmlformats.org/drawingml/2006/main" noGrp="1"/>
          </p:cNvSpPr>
          <p:nvPr/>
        </p:nvSpPr>
        <p:spPr>
          <a:xfrm xmlns:a="http://schemas.openxmlformats.org/drawingml/2006/main">
            <a:off x="5124450" y="1333500"/>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125" b="1">
                <a:solidFill>
                  <a:srgbClr val="A6B3C4"/>
                </a:solidFill>
                <a:latin typeface="Segoe UI"/>
                <a:ea typeface="Segoe UI"/>
                <a:cs typeface="Segoe UI"/>
              </a:defRPr>
            </a:defPPr>
            <a:lvl1pPr algn="ctr">
              <a:defRPr sz="1125" b="1">
                <a:solidFill>
                  <a:srgbClr val="A6B3C4"/>
                </a:solidFill>
                <a:latin typeface="Segoe UI"/>
                <a:ea typeface="Segoe UI"/>
                <a:cs typeface="Segoe UI"/>
              </a:defRPr>
            </a:lvl1pPr>
            <a:lvl2pPr algn="ctr">
              <a:defRPr sz="1125" b="1">
                <a:solidFill>
                  <a:srgbClr val="A6B3C4"/>
                </a:solidFill>
                <a:latin typeface="Segoe UI"/>
                <a:ea typeface="Segoe UI"/>
                <a:cs typeface="Segoe UI"/>
              </a:defRPr>
            </a:lvl2pPr>
            <a:lvl3pPr algn="ctr">
              <a:defRPr sz="1125" b="1">
                <a:solidFill>
                  <a:srgbClr val="A6B3C4"/>
                </a:solidFill>
                <a:latin typeface="Segoe UI"/>
                <a:ea typeface="Segoe UI"/>
                <a:cs typeface="Segoe UI"/>
              </a:defRPr>
            </a:lvl3pPr>
            <a:lvl4pPr algn="ctr">
              <a:defRPr sz="1125" b="1">
                <a:solidFill>
                  <a:srgbClr val="A6B3C4"/>
                </a:solidFill>
                <a:latin typeface="Segoe UI"/>
                <a:ea typeface="Segoe UI"/>
                <a:cs typeface="Segoe UI"/>
              </a:defRPr>
            </a:lvl4pPr>
            <a:lvl5pPr algn="ctr">
              <a:defRPr sz="1125" b="1">
                <a:solidFill>
                  <a:srgbClr val="A6B3C4"/>
                </a:solidFill>
                <a:latin typeface="Segoe UI"/>
                <a:ea typeface="Segoe UI"/>
                <a:cs typeface="Segoe UI"/>
              </a:defRPr>
            </a:lvl5pPr>
            <a:lvl6pPr algn="ctr">
              <a:defRPr sz="1125" b="1">
                <a:solidFill>
                  <a:srgbClr val="A6B3C4"/>
                </a:solidFill>
                <a:latin typeface="Segoe UI"/>
                <a:ea typeface="Segoe UI"/>
                <a:cs typeface="Segoe UI"/>
              </a:defRPr>
            </a:lvl6pPr>
            <a:lvl7pPr algn="ctr">
              <a:defRPr sz="1125" b="1">
                <a:solidFill>
                  <a:srgbClr val="A6B3C4"/>
                </a:solidFill>
                <a:latin typeface="Segoe UI"/>
                <a:ea typeface="Segoe UI"/>
                <a:cs typeface="Segoe UI"/>
              </a:defRPr>
            </a:lvl7pPr>
            <a:lvl8pPr algn="ctr">
              <a:defRPr sz="1125" b="1">
                <a:solidFill>
                  <a:srgbClr val="A6B3C4"/>
                </a:solidFill>
                <a:latin typeface="Segoe UI"/>
                <a:ea typeface="Segoe UI"/>
                <a:cs typeface="Segoe UI"/>
              </a:defRPr>
            </a:lvl8pPr>
            <a:lvl9pPr algn="ctr">
              <a:defRPr sz="1125" b="1">
                <a:solidFill>
                  <a:srgbClr val="A6B3C4"/>
                </a:solidFill>
                <a:latin typeface="Segoe UI"/>
                <a:ea typeface="Segoe UI"/>
                <a:cs typeface="Segoe UI"/>
              </a:defRPr>
            </a:lvl9pPr>
          </a:lstStyle>
          <a:p xmlns:a="http://schemas.openxmlformats.org/drawingml/2006/main">
            <a:pPr algn="ctr">
              <a:defRPr sz="1125" b="1">
                <a:solidFill>
                  <a:srgbClr val="A6B3C4"/>
                </a:solidFill>
                <a:latin typeface="Segoe UI"/>
                <a:ea typeface="Segoe UI"/>
                <a:cs typeface="Segoe UI"/>
              </a:defRPr>
            </a:pPr>
            <a:r>
              <a:rPr sz="1125" b="1">
                <a:solidFill>
                  <a:srgbClr val="A6B3C4"/>
                </a:solidFill>
                <a:latin typeface="Segoe UI"/>
                <a:ea typeface="Segoe UI"/>
                <a:cs typeface="Segoe UI"/>
              </a:rPr>
              <a:t>XỬ LÝ</a:t>
            </a:r>
          </a:p>
        </p:txBody>
      </p:sp>
      <p:sp>
        <p:nvSpPr>
          <p:cNvPr id="5" name="S2_Column_3">
            <a:extLst xmlns:a="http://schemas.openxmlformats.org/drawingml/2006/main">
              <a:ext uri="{FF2B5EF4-FFF2-40B4-BE49-F238E27FC236}">
                <a16:creationId xmlns:a16="http://schemas.microsoft.com/office/drawing/2014/main" id="{B39FDD47-CB89-46B5-B53E-3BF0C0B419F4}"/>
              </a:ext>
            </a:extLst>
          </p:cNvPr>
          <p:cNvSpPr>
            <a:spLocks xmlns:a="http://schemas.openxmlformats.org/drawingml/2006/main" noGrp="1"/>
          </p:cNvSpPr>
          <p:nvPr/>
        </p:nvSpPr>
        <p:spPr>
          <a:xfrm xmlns:a="http://schemas.openxmlformats.org/drawingml/2006/main">
            <a:off x="8362950" y="1333500"/>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125" b="1">
                <a:solidFill>
                  <a:srgbClr val="A6B3C4"/>
                </a:solidFill>
                <a:latin typeface="Segoe UI"/>
                <a:ea typeface="Segoe UI"/>
                <a:cs typeface="Segoe UI"/>
              </a:defRPr>
            </a:defPPr>
            <a:lvl1pPr algn="ctr">
              <a:defRPr sz="1125" b="1">
                <a:solidFill>
                  <a:srgbClr val="A6B3C4"/>
                </a:solidFill>
                <a:latin typeface="Segoe UI"/>
                <a:ea typeface="Segoe UI"/>
                <a:cs typeface="Segoe UI"/>
              </a:defRPr>
            </a:lvl1pPr>
            <a:lvl2pPr algn="ctr">
              <a:defRPr sz="1125" b="1">
                <a:solidFill>
                  <a:srgbClr val="A6B3C4"/>
                </a:solidFill>
                <a:latin typeface="Segoe UI"/>
                <a:ea typeface="Segoe UI"/>
                <a:cs typeface="Segoe UI"/>
              </a:defRPr>
            </a:lvl2pPr>
            <a:lvl3pPr algn="ctr">
              <a:defRPr sz="1125" b="1">
                <a:solidFill>
                  <a:srgbClr val="A6B3C4"/>
                </a:solidFill>
                <a:latin typeface="Segoe UI"/>
                <a:ea typeface="Segoe UI"/>
                <a:cs typeface="Segoe UI"/>
              </a:defRPr>
            </a:lvl3pPr>
            <a:lvl4pPr algn="ctr">
              <a:defRPr sz="1125" b="1">
                <a:solidFill>
                  <a:srgbClr val="A6B3C4"/>
                </a:solidFill>
                <a:latin typeface="Segoe UI"/>
                <a:ea typeface="Segoe UI"/>
                <a:cs typeface="Segoe UI"/>
              </a:defRPr>
            </a:lvl4pPr>
            <a:lvl5pPr algn="ctr">
              <a:defRPr sz="1125" b="1">
                <a:solidFill>
                  <a:srgbClr val="A6B3C4"/>
                </a:solidFill>
                <a:latin typeface="Segoe UI"/>
                <a:ea typeface="Segoe UI"/>
                <a:cs typeface="Segoe UI"/>
              </a:defRPr>
            </a:lvl5pPr>
            <a:lvl6pPr algn="ctr">
              <a:defRPr sz="1125" b="1">
                <a:solidFill>
                  <a:srgbClr val="A6B3C4"/>
                </a:solidFill>
                <a:latin typeface="Segoe UI"/>
                <a:ea typeface="Segoe UI"/>
                <a:cs typeface="Segoe UI"/>
              </a:defRPr>
            </a:lvl6pPr>
            <a:lvl7pPr algn="ctr">
              <a:defRPr sz="1125" b="1">
                <a:solidFill>
                  <a:srgbClr val="A6B3C4"/>
                </a:solidFill>
                <a:latin typeface="Segoe UI"/>
                <a:ea typeface="Segoe UI"/>
                <a:cs typeface="Segoe UI"/>
              </a:defRPr>
            </a:lvl7pPr>
            <a:lvl8pPr algn="ctr">
              <a:defRPr sz="1125" b="1">
                <a:solidFill>
                  <a:srgbClr val="A6B3C4"/>
                </a:solidFill>
                <a:latin typeface="Segoe UI"/>
                <a:ea typeface="Segoe UI"/>
                <a:cs typeface="Segoe UI"/>
              </a:defRPr>
            </a:lvl8pPr>
            <a:lvl9pPr algn="ctr">
              <a:defRPr sz="1125" b="1">
                <a:solidFill>
                  <a:srgbClr val="A6B3C4"/>
                </a:solidFill>
                <a:latin typeface="Segoe UI"/>
                <a:ea typeface="Segoe UI"/>
                <a:cs typeface="Segoe UI"/>
              </a:defRPr>
            </a:lvl9pPr>
          </a:lstStyle>
          <a:p xmlns:a="http://schemas.openxmlformats.org/drawingml/2006/main">
            <a:pPr algn="ctr">
              <a:defRPr sz="1125" b="1">
                <a:solidFill>
                  <a:srgbClr val="A6B3C4"/>
                </a:solidFill>
                <a:latin typeface="Segoe UI"/>
                <a:ea typeface="Segoe UI"/>
                <a:cs typeface="Segoe UI"/>
              </a:defRPr>
            </a:pPr>
            <a:r>
              <a:rPr sz="1125" b="1">
                <a:solidFill>
                  <a:srgbClr val="A6B3C4"/>
                </a:solidFill>
                <a:latin typeface="Segoe UI"/>
                <a:ea typeface="Segoe UI"/>
                <a:cs typeface="Segoe UI"/>
              </a:rPr>
              <a:t>ĐẦU RA</a:t>
            </a:r>
          </a:p>
        </p:txBody>
      </p:sp>
      <p:sp>
        <p:nvSpPr>
          <p:cNvPr id="6" name="S2_SystemLabel">
            <a:extLst xmlns:a="http://schemas.openxmlformats.org/drawingml/2006/main">
              <a:ext uri="{FF2B5EF4-FFF2-40B4-BE49-F238E27FC236}">
                <a16:creationId xmlns:a16="http://schemas.microsoft.com/office/drawing/2014/main" id="{94229307-6F64-482C-81EC-B888E4CBBE5B}"/>
              </a:ext>
            </a:extLst>
          </p:cNvPr>
          <p:cNvSpPr>
            <a:spLocks xmlns:a="http://schemas.openxmlformats.org/drawingml/2006/main" noGrp="1"/>
          </p:cNvSpPr>
          <p:nvPr/>
        </p:nvSpPr>
        <p:spPr>
          <a:xfrm xmlns:a="http://schemas.openxmlformats.org/drawingml/2006/main">
            <a:off x="552450" y="1676400"/>
            <a:ext cx="1200150" cy="2324100"/>
          </a:xfrm>
          <a:prstGeom xmlns:a="http://schemas.openxmlformats.org/drawingml/2006/main" prst="roundRect">
            <a:avLst>
              <a:gd name="adj" fmla="val 4762"/>
            </a:avLst>
          </a:prstGeom>
          <a:solidFill xmlns:a="http://schemas.openxmlformats.org/drawingml/2006/main">
            <a:srgbClr val="162A42"/>
          </a:solidFill>
          <a:ln xmlns:a="http://schemas.openxmlformats.org/drawingml/2006/main" w="9525">
            <a:solidFill>
              <a:srgbClr val="45A9BE"/>
            </a:solidFill>
            <a:prstDash val="solid"/>
          </a:ln>
        </p:spPr>
      </p:sp>
      <p:sp>
        <p:nvSpPr>
          <p:cNvPr id="7" name="S2_SystemLabelText">
            <a:extLst xmlns:a="http://schemas.openxmlformats.org/drawingml/2006/main">
              <a:ext uri="{FF2B5EF4-FFF2-40B4-BE49-F238E27FC236}">
                <a16:creationId xmlns:a16="http://schemas.microsoft.com/office/drawing/2014/main" id="{449FFE4F-85C8-4E28-9016-A0265A19766C}"/>
              </a:ext>
            </a:extLst>
          </p:cNvPr>
          <p:cNvSpPr>
            <a:spLocks xmlns:a="http://schemas.openxmlformats.org/drawingml/2006/main" noGrp="1"/>
          </p:cNvSpPr>
          <p:nvPr/>
        </p:nvSpPr>
        <p:spPr>
          <a:xfrm xmlns:a="http://schemas.openxmlformats.org/drawingml/2006/main">
            <a:off x="666750" y="1676400"/>
            <a:ext cx="9715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200" b="1">
                <a:solidFill>
                  <a:srgbClr val="45A9BE"/>
                </a:solidFill>
                <a:latin typeface="Segoe UI"/>
                <a:ea typeface="Segoe UI"/>
                <a:cs typeface="Segoe UI"/>
              </a:defRPr>
            </a:defPPr>
            <a:lvl1pPr algn="ctr">
              <a:defRPr sz="1200" b="1">
                <a:solidFill>
                  <a:srgbClr val="45A9BE"/>
                </a:solidFill>
                <a:latin typeface="Segoe UI"/>
                <a:ea typeface="Segoe UI"/>
                <a:cs typeface="Segoe UI"/>
              </a:defRPr>
            </a:lvl1pPr>
            <a:lvl2pPr algn="ctr">
              <a:defRPr sz="1200" b="1">
                <a:solidFill>
                  <a:srgbClr val="45A9BE"/>
                </a:solidFill>
                <a:latin typeface="Segoe UI"/>
                <a:ea typeface="Segoe UI"/>
                <a:cs typeface="Segoe UI"/>
              </a:defRPr>
            </a:lvl2pPr>
            <a:lvl3pPr algn="ctr">
              <a:defRPr sz="1200" b="1">
                <a:solidFill>
                  <a:srgbClr val="45A9BE"/>
                </a:solidFill>
                <a:latin typeface="Segoe UI"/>
                <a:ea typeface="Segoe UI"/>
                <a:cs typeface="Segoe UI"/>
              </a:defRPr>
            </a:lvl3pPr>
            <a:lvl4pPr algn="ctr">
              <a:defRPr sz="1200" b="1">
                <a:solidFill>
                  <a:srgbClr val="45A9BE"/>
                </a:solidFill>
                <a:latin typeface="Segoe UI"/>
                <a:ea typeface="Segoe UI"/>
                <a:cs typeface="Segoe UI"/>
              </a:defRPr>
            </a:lvl4pPr>
            <a:lvl5pPr algn="ctr">
              <a:defRPr sz="1200" b="1">
                <a:solidFill>
                  <a:srgbClr val="45A9BE"/>
                </a:solidFill>
                <a:latin typeface="Segoe UI"/>
                <a:ea typeface="Segoe UI"/>
                <a:cs typeface="Segoe UI"/>
              </a:defRPr>
            </a:lvl5pPr>
            <a:lvl6pPr algn="ctr">
              <a:defRPr sz="1200" b="1">
                <a:solidFill>
                  <a:srgbClr val="45A9BE"/>
                </a:solidFill>
                <a:latin typeface="Segoe UI"/>
                <a:ea typeface="Segoe UI"/>
                <a:cs typeface="Segoe UI"/>
              </a:defRPr>
            </a:lvl6pPr>
            <a:lvl7pPr algn="ctr">
              <a:defRPr sz="1200" b="1">
                <a:solidFill>
                  <a:srgbClr val="45A9BE"/>
                </a:solidFill>
                <a:latin typeface="Segoe UI"/>
                <a:ea typeface="Segoe UI"/>
                <a:cs typeface="Segoe UI"/>
              </a:defRPr>
            </a:lvl7pPr>
            <a:lvl8pPr algn="ctr">
              <a:defRPr sz="1200" b="1">
                <a:solidFill>
                  <a:srgbClr val="45A9BE"/>
                </a:solidFill>
                <a:latin typeface="Segoe UI"/>
                <a:ea typeface="Segoe UI"/>
                <a:cs typeface="Segoe UI"/>
              </a:defRPr>
            </a:lvl8pPr>
            <a:lvl9pPr algn="ctr">
              <a:defRPr sz="1200" b="1">
                <a:solidFill>
                  <a:srgbClr val="45A9BE"/>
                </a:solidFill>
                <a:latin typeface="Segoe UI"/>
                <a:ea typeface="Segoe UI"/>
                <a:cs typeface="Segoe UI"/>
              </a:defRPr>
            </a:lvl9pPr>
          </a:lstStyle>
          <a:p xmlns:a="http://schemas.openxmlformats.org/drawingml/2006/main">
            <a:pPr algn="ctr">
              <a:defRPr sz="1200" b="1">
                <a:solidFill>
                  <a:srgbClr val="45A9BE"/>
                </a:solidFill>
                <a:latin typeface="Segoe UI"/>
                <a:ea typeface="Segoe UI"/>
                <a:cs typeface="Segoe UI"/>
              </a:defRPr>
            </a:pPr>
            <a:r>
              <a:rPr sz="1200" b="1">
                <a:solidFill>
                  <a:srgbClr val="45A9BE"/>
                </a:solidFill>
                <a:latin typeface="Segoe UI"/>
                <a:ea typeface="Segoe UI"/>
                <a:cs typeface="Segoe UI"/>
              </a:rPr>
              <a:t>HỆ THỐNG</a:t>
            </a:r>
          </a:p>
        </p:txBody>
      </p:sp>
      <p:sp>
        <p:nvSpPr>
          <p:cNvPr id="8" name="S2_HumanLabel">
            <a:extLst xmlns:a="http://schemas.openxmlformats.org/drawingml/2006/main">
              <a:ext uri="{FF2B5EF4-FFF2-40B4-BE49-F238E27FC236}">
                <a16:creationId xmlns:a16="http://schemas.microsoft.com/office/drawing/2014/main" id="{943AF5D2-3DDE-4165-B311-8CB63AE7BE2B}"/>
              </a:ext>
            </a:extLst>
          </p:cNvPr>
          <p:cNvSpPr>
            <a:spLocks xmlns:a="http://schemas.openxmlformats.org/drawingml/2006/main" noGrp="1"/>
          </p:cNvSpPr>
          <p:nvPr/>
        </p:nvSpPr>
        <p:spPr>
          <a:xfrm xmlns:a="http://schemas.openxmlformats.org/drawingml/2006/main">
            <a:off x="552450" y="4171950"/>
            <a:ext cx="1200150" cy="1352550"/>
          </a:xfrm>
          <a:prstGeom xmlns:a="http://schemas.openxmlformats.org/drawingml/2006/main" prst="roundRect">
            <a:avLst>
              <a:gd name="adj" fmla="val 4762"/>
            </a:avLst>
          </a:prstGeom>
          <a:solidFill xmlns:a="http://schemas.openxmlformats.org/drawingml/2006/main">
            <a:srgbClr val="162A42"/>
          </a:solidFill>
          <a:ln xmlns:a="http://schemas.openxmlformats.org/drawingml/2006/main" w="9525">
            <a:solidFill>
              <a:srgbClr val="4FAF91"/>
            </a:solidFill>
            <a:prstDash val="solid"/>
          </a:ln>
        </p:spPr>
      </p:sp>
      <p:sp>
        <p:nvSpPr>
          <p:cNvPr id="9" name="S2_HumanLabelText">
            <a:extLst xmlns:a="http://schemas.openxmlformats.org/drawingml/2006/main">
              <a:ext uri="{FF2B5EF4-FFF2-40B4-BE49-F238E27FC236}">
                <a16:creationId xmlns:a16="http://schemas.microsoft.com/office/drawing/2014/main" id="{59AEAD67-FC4B-40DE-BE29-4CB13CFF3BF1}"/>
              </a:ext>
            </a:extLst>
          </p:cNvPr>
          <p:cNvSpPr>
            <a:spLocks xmlns:a="http://schemas.openxmlformats.org/drawingml/2006/main" noGrp="1"/>
          </p:cNvSpPr>
          <p:nvPr/>
        </p:nvSpPr>
        <p:spPr>
          <a:xfrm xmlns:a="http://schemas.openxmlformats.org/drawingml/2006/main">
            <a:off x="666750" y="4171950"/>
            <a:ext cx="9715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200" b="1">
                <a:solidFill>
                  <a:srgbClr val="4FAF91"/>
                </a:solidFill>
                <a:latin typeface="Segoe UI"/>
                <a:ea typeface="Segoe UI"/>
                <a:cs typeface="Segoe UI"/>
              </a:defRPr>
            </a:defPPr>
            <a:lvl1pPr algn="ctr">
              <a:defRPr sz="1200" b="1">
                <a:solidFill>
                  <a:srgbClr val="4FAF91"/>
                </a:solidFill>
                <a:latin typeface="Segoe UI"/>
                <a:ea typeface="Segoe UI"/>
                <a:cs typeface="Segoe UI"/>
              </a:defRPr>
            </a:lvl1pPr>
            <a:lvl2pPr algn="ctr">
              <a:defRPr sz="1200" b="1">
                <a:solidFill>
                  <a:srgbClr val="4FAF91"/>
                </a:solidFill>
                <a:latin typeface="Segoe UI"/>
                <a:ea typeface="Segoe UI"/>
                <a:cs typeface="Segoe UI"/>
              </a:defRPr>
            </a:lvl2pPr>
            <a:lvl3pPr algn="ctr">
              <a:defRPr sz="1200" b="1">
                <a:solidFill>
                  <a:srgbClr val="4FAF91"/>
                </a:solidFill>
                <a:latin typeface="Segoe UI"/>
                <a:ea typeface="Segoe UI"/>
                <a:cs typeface="Segoe UI"/>
              </a:defRPr>
            </a:lvl3pPr>
            <a:lvl4pPr algn="ctr">
              <a:defRPr sz="1200" b="1">
                <a:solidFill>
                  <a:srgbClr val="4FAF91"/>
                </a:solidFill>
                <a:latin typeface="Segoe UI"/>
                <a:ea typeface="Segoe UI"/>
                <a:cs typeface="Segoe UI"/>
              </a:defRPr>
            </a:lvl4pPr>
            <a:lvl5pPr algn="ctr">
              <a:defRPr sz="1200" b="1">
                <a:solidFill>
                  <a:srgbClr val="4FAF91"/>
                </a:solidFill>
                <a:latin typeface="Segoe UI"/>
                <a:ea typeface="Segoe UI"/>
                <a:cs typeface="Segoe UI"/>
              </a:defRPr>
            </a:lvl5pPr>
            <a:lvl6pPr algn="ctr">
              <a:defRPr sz="1200" b="1">
                <a:solidFill>
                  <a:srgbClr val="4FAF91"/>
                </a:solidFill>
                <a:latin typeface="Segoe UI"/>
                <a:ea typeface="Segoe UI"/>
                <a:cs typeface="Segoe UI"/>
              </a:defRPr>
            </a:lvl6pPr>
            <a:lvl7pPr algn="ctr">
              <a:defRPr sz="1200" b="1">
                <a:solidFill>
                  <a:srgbClr val="4FAF91"/>
                </a:solidFill>
                <a:latin typeface="Segoe UI"/>
                <a:ea typeface="Segoe UI"/>
                <a:cs typeface="Segoe UI"/>
              </a:defRPr>
            </a:lvl7pPr>
            <a:lvl8pPr algn="ctr">
              <a:defRPr sz="1200" b="1">
                <a:solidFill>
                  <a:srgbClr val="4FAF91"/>
                </a:solidFill>
                <a:latin typeface="Segoe UI"/>
                <a:ea typeface="Segoe UI"/>
                <a:cs typeface="Segoe UI"/>
              </a:defRPr>
            </a:lvl8pPr>
            <a:lvl9pPr algn="ctr">
              <a:defRPr sz="1200" b="1">
                <a:solidFill>
                  <a:srgbClr val="4FAF91"/>
                </a:solidFill>
                <a:latin typeface="Segoe UI"/>
                <a:ea typeface="Segoe UI"/>
                <a:cs typeface="Segoe UI"/>
              </a:defRPr>
            </a:lvl9pPr>
          </a:lstStyle>
          <a:p xmlns:a="http://schemas.openxmlformats.org/drawingml/2006/main">
            <a:pPr algn="ctr">
              <a:defRPr sz="1200" b="1">
                <a:solidFill>
                  <a:srgbClr val="4FAF91"/>
                </a:solidFill>
                <a:latin typeface="Segoe UI"/>
                <a:ea typeface="Segoe UI"/>
                <a:cs typeface="Segoe UI"/>
              </a:defRPr>
            </a:pPr>
            <a:r>
              <a:rPr sz="1200" b="1">
                <a:solidFill>
                  <a:srgbClr val="4FAF91"/>
                </a:solidFill>
                <a:latin typeface="Segoe UI"/>
                <a:ea typeface="Segoe UI"/>
                <a:cs typeface="Segoe UI"/>
              </a:rPr>
              <a:t>CON NGƯỜI</a:t>
            </a:r>
          </a:p>
        </p:txBody>
      </p:sp>
      <p:sp>
        <p:nvSpPr>
          <p:cNvPr id="10" name="S2_InputSystem">
            <a:extLst xmlns:a="http://schemas.openxmlformats.org/drawingml/2006/main">
              <a:ext uri="{FF2B5EF4-FFF2-40B4-BE49-F238E27FC236}">
                <a16:creationId xmlns:a16="http://schemas.microsoft.com/office/drawing/2014/main" id="{780E35C4-03C8-431F-9809-DA8E099641F9}"/>
              </a:ext>
            </a:extLst>
          </p:cNvPr>
          <p:cNvSpPr>
            <a:spLocks xmlns:a="http://schemas.openxmlformats.org/drawingml/2006/main" noGrp="1"/>
          </p:cNvSpPr>
          <p:nvPr/>
        </p:nvSpPr>
        <p:spPr>
          <a:xfrm xmlns:a="http://schemas.openxmlformats.org/drawingml/2006/main">
            <a:off x="1885950" y="1676400"/>
            <a:ext cx="3105150" cy="2324100"/>
          </a:xfrm>
          <a:prstGeom xmlns:a="http://schemas.openxmlformats.org/drawingml/2006/main" prst="roundRect">
            <a:avLst>
              <a:gd name="adj" fmla="val 2459"/>
            </a:avLst>
          </a:prstGeom>
          <a:solidFill xmlns:a="http://schemas.openxmlformats.org/drawingml/2006/main">
            <a:srgbClr val="112338"/>
          </a:solidFill>
          <a:ln xmlns:a="http://schemas.openxmlformats.org/drawingml/2006/main" w="9525">
            <a:solidFill>
              <a:srgbClr val="31445C"/>
            </a:solidFill>
            <a:prstDash val="solid"/>
          </a:ln>
        </p:spPr>
      </p:sp>
      <p:sp>
        <p:nvSpPr>
          <p:cNvPr id="11" name="S2_PhaseA">
            <a:extLst xmlns:a="http://schemas.openxmlformats.org/drawingml/2006/main">
              <a:ext uri="{FF2B5EF4-FFF2-40B4-BE49-F238E27FC236}">
                <a16:creationId xmlns:a16="http://schemas.microsoft.com/office/drawing/2014/main" id="{0EC9C1BE-58B6-419E-8C6A-70E647AF17C1}"/>
              </a:ext>
            </a:extLst>
          </p:cNvPr>
          <p:cNvSpPr>
            <a:spLocks xmlns:a="http://schemas.openxmlformats.org/drawingml/2006/main" noGrp="1"/>
          </p:cNvSpPr>
          <p:nvPr/>
        </p:nvSpPr>
        <p:spPr>
          <a:xfrm xmlns:a="http://schemas.openxmlformats.org/drawingml/2006/main">
            <a:off x="2057400" y="1847850"/>
            <a:ext cx="1428750" cy="266700"/>
          </a:xfrm>
          <a:prstGeom xmlns:a="http://schemas.openxmlformats.org/drawingml/2006/main" prst="roundRect">
            <a:avLst>
              <a:gd name="adj" fmla="val 21429"/>
            </a:avLst>
          </a:prstGeom>
          <a:solidFill xmlns:a="http://schemas.openxmlformats.org/drawingml/2006/main">
            <a:srgbClr val="45A9BE"/>
          </a:solidFill>
          <a:ln xmlns:a="http://schemas.openxmlformats.org/drawingml/2006/main" w="9525">
            <a:solidFill>
              <a:srgbClr val="45A9BE"/>
            </a:solidFill>
            <a:prstDash val="solid"/>
          </a:ln>
        </p:spPr>
        <p:txBody>
          <a:bodyPr xmlns:a="http://schemas.openxmlformats.org/drawingml/2006/main" lIns="47625" tIns="0" rIns="47625" bIns="0" anchor="ctr">
            <a:noAutofit/>
          </a:bodyPr>
          <a:lstStyle xmlns:a="http://schemas.openxmlformats.org/drawingml/2006/main">
            <a:defPPr algn="ctr">
              <a:defRPr sz="900" b="1">
                <a:solidFill>
                  <a:srgbClr val="091522"/>
                </a:solidFill>
                <a:latin typeface="Segoe UI"/>
                <a:ea typeface="Segoe UI"/>
                <a:cs typeface="Segoe UI"/>
              </a:defRPr>
            </a:defPPr>
            <a:lvl1pPr algn="ctr">
              <a:defRPr sz="900" b="1">
                <a:solidFill>
                  <a:srgbClr val="091522"/>
                </a:solidFill>
                <a:latin typeface="Segoe UI"/>
                <a:ea typeface="Segoe UI"/>
                <a:cs typeface="Segoe UI"/>
              </a:defRPr>
            </a:lvl1pPr>
            <a:lvl2pPr algn="ctr">
              <a:defRPr sz="900" b="1">
                <a:solidFill>
                  <a:srgbClr val="091522"/>
                </a:solidFill>
                <a:latin typeface="Segoe UI"/>
                <a:ea typeface="Segoe UI"/>
                <a:cs typeface="Segoe UI"/>
              </a:defRPr>
            </a:lvl2pPr>
            <a:lvl3pPr algn="ctr">
              <a:defRPr sz="900" b="1">
                <a:solidFill>
                  <a:srgbClr val="091522"/>
                </a:solidFill>
                <a:latin typeface="Segoe UI"/>
                <a:ea typeface="Segoe UI"/>
                <a:cs typeface="Segoe UI"/>
              </a:defRPr>
            </a:lvl3pPr>
            <a:lvl4pPr algn="ctr">
              <a:defRPr sz="900" b="1">
                <a:solidFill>
                  <a:srgbClr val="091522"/>
                </a:solidFill>
                <a:latin typeface="Segoe UI"/>
                <a:ea typeface="Segoe UI"/>
                <a:cs typeface="Segoe UI"/>
              </a:defRPr>
            </a:lvl4pPr>
            <a:lvl5pPr algn="ctr">
              <a:defRPr sz="900" b="1">
                <a:solidFill>
                  <a:srgbClr val="091522"/>
                </a:solidFill>
                <a:latin typeface="Segoe UI"/>
                <a:ea typeface="Segoe UI"/>
                <a:cs typeface="Segoe UI"/>
              </a:defRPr>
            </a:lvl5pPr>
            <a:lvl6pPr algn="ctr">
              <a:defRPr sz="900" b="1">
                <a:solidFill>
                  <a:srgbClr val="091522"/>
                </a:solidFill>
                <a:latin typeface="Segoe UI"/>
                <a:ea typeface="Segoe UI"/>
                <a:cs typeface="Segoe UI"/>
              </a:defRPr>
            </a:lvl6pPr>
            <a:lvl7pPr algn="ctr">
              <a:defRPr sz="900" b="1">
                <a:solidFill>
                  <a:srgbClr val="091522"/>
                </a:solidFill>
                <a:latin typeface="Segoe UI"/>
                <a:ea typeface="Segoe UI"/>
                <a:cs typeface="Segoe UI"/>
              </a:defRPr>
            </a:lvl7pPr>
            <a:lvl8pPr algn="ctr">
              <a:defRPr sz="900" b="1">
                <a:solidFill>
                  <a:srgbClr val="091522"/>
                </a:solidFill>
                <a:latin typeface="Segoe UI"/>
                <a:ea typeface="Segoe UI"/>
                <a:cs typeface="Segoe UI"/>
              </a:defRPr>
            </a:lvl8pPr>
            <a:lvl9pPr algn="ctr">
              <a:defRPr sz="900" b="1">
                <a:solidFill>
                  <a:srgbClr val="091522"/>
                </a:solidFill>
                <a:latin typeface="Segoe UI"/>
                <a:ea typeface="Segoe UI"/>
                <a:cs typeface="Segoe UI"/>
              </a:defRPr>
            </a:lvl9pPr>
          </a:lstStyle>
          <a:p xmlns:a="http://schemas.openxmlformats.org/drawingml/2006/main">
            <a:pPr algn="ctr">
              <a:defRPr sz="900" b="1">
                <a:solidFill>
                  <a:srgbClr val="091522"/>
                </a:solidFill>
                <a:latin typeface="Segoe UI"/>
                <a:ea typeface="Segoe UI"/>
                <a:cs typeface="Segoe UI"/>
              </a:defRPr>
            </a:pPr>
            <a:r>
              <a:rPr sz="900" b="1">
                <a:solidFill>
                  <a:srgbClr val="091522"/>
                </a:solidFill>
                <a:latin typeface="Segoe UI"/>
                <a:ea typeface="Segoe UI"/>
                <a:cs typeface="Segoe UI"/>
              </a:rPr>
              <a:t>PHA A • GATE 1–3</a:t>
            </a:r>
          </a:p>
        </p:txBody>
      </p:sp>
      <p:sp>
        <p:nvSpPr>
          <p:cNvPr id="12" name="S2_PhaseATitle">
            <a:extLst xmlns:a="http://schemas.openxmlformats.org/drawingml/2006/main">
              <a:ext uri="{FF2B5EF4-FFF2-40B4-BE49-F238E27FC236}">
                <a16:creationId xmlns:a16="http://schemas.microsoft.com/office/drawing/2014/main" id="{34A012D9-0CA2-4C24-AAD6-8D95521FC1CB}"/>
              </a:ext>
            </a:extLst>
          </p:cNvPr>
          <p:cNvSpPr>
            <a:spLocks xmlns:a="http://schemas.openxmlformats.org/drawingml/2006/main" noGrp="1"/>
          </p:cNvSpPr>
          <p:nvPr/>
        </p:nvSpPr>
        <p:spPr>
          <a:xfrm xmlns:a="http://schemas.openxmlformats.org/drawingml/2006/main">
            <a:off x="2057400" y="22669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1">
                <a:solidFill>
                  <a:srgbClr val="F4F7FB"/>
                </a:solidFill>
                <a:latin typeface="Segoe UI"/>
                <a:ea typeface="Segoe UI"/>
                <a:cs typeface="Segoe UI"/>
              </a:defRPr>
            </a:defPPr>
            <a:lvl1pPr algn="l">
              <a:defRPr sz="1425" b="1">
                <a:solidFill>
                  <a:srgbClr val="F4F7FB"/>
                </a:solidFill>
                <a:latin typeface="Segoe UI"/>
                <a:ea typeface="Segoe UI"/>
                <a:cs typeface="Segoe UI"/>
              </a:defRPr>
            </a:lvl1pPr>
            <a:lvl2pPr algn="l">
              <a:defRPr sz="1425" b="1">
                <a:solidFill>
                  <a:srgbClr val="F4F7FB"/>
                </a:solidFill>
                <a:latin typeface="Segoe UI"/>
                <a:ea typeface="Segoe UI"/>
                <a:cs typeface="Segoe UI"/>
              </a:defRPr>
            </a:lvl2pPr>
            <a:lvl3pPr algn="l">
              <a:defRPr sz="1425" b="1">
                <a:solidFill>
                  <a:srgbClr val="F4F7FB"/>
                </a:solidFill>
                <a:latin typeface="Segoe UI"/>
                <a:ea typeface="Segoe UI"/>
                <a:cs typeface="Segoe UI"/>
              </a:defRPr>
            </a:lvl3pPr>
            <a:lvl4pPr algn="l">
              <a:defRPr sz="1425" b="1">
                <a:solidFill>
                  <a:srgbClr val="F4F7FB"/>
                </a:solidFill>
                <a:latin typeface="Segoe UI"/>
                <a:ea typeface="Segoe UI"/>
                <a:cs typeface="Segoe UI"/>
              </a:defRPr>
            </a:lvl4pPr>
            <a:lvl5pPr algn="l">
              <a:defRPr sz="1425" b="1">
                <a:solidFill>
                  <a:srgbClr val="F4F7FB"/>
                </a:solidFill>
                <a:latin typeface="Segoe UI"/>
                <a:ea typeface="Segoe UI"/>
                <a:cs typeface="Segoe UI"/>
              </a:defRPr>
            </a:lvl5pPr>
            <a:lvl6pPr algn="l">
              <a:defRPr sz="1425" b="1">
                <a:solidFill>
                  <a:srgbClr val="F4F7FB"/>
                </a:solidFill>
                <a:latin typeface="Segoe UI"/>
                <a:ea typeface="Segoe UI"/>
                <a:cs typeface="Segoe UI"/>
              </a:defRPr>
            </a:lvl6pPr>
            <a:lvl7pPr algn="l">
              <a:defRPr sz="1425" b="1">
                <a:solidFill>
                  <a:srgbClr val="F4F7FB"/>
                </a:solidFill>
                <a:latin typeface="Segoe UI"/>
                <a:ea typeface="Segoe UI"/>
                <a:cs typeface="Segoe UI"/>
              </a:defRPr>
            </a:lvl7pPr>
            <a:lvl8pPr algn="l">
              <a:defRPr sz="1425" b="1">
                <a:solidFill>
                  <a:srgbClr val="F4F7FB"/>
                </a:solidFill>
                <a:latin typeface="Segoe UI"/>
                <a:ea typeface="Segoe UI"/>
                <a:cs typeface="Segoe UI"/>
              </a:defRPr>
            </a:lvl8pPr>
            <a:lvl9pPr algn="l">
              <a:defRPr sz="1425" b="1">
                <a:solidFill>
                  <a:srgbClr val="F4F7FB"/>
                </a:solidFill>
                <a:latin typeface="Segoe UI"/>
                <a:ea typeface="Segoe UI"/>
                <a:cs typeface="Segoe UI"/>
              </a:defRPr>
            </a:lvl9pPr>
          </a:lstStyle>
          <a:p xmlns:a="http://schemas.openxmlformats.org/drawingml/2006/main">
            <a:pPr algn="l">
              <a:defRPr sz="1425" b="1">
                <a:solidFill>
                  <a:srgbClr val="F4F7FB"/>
                </a:solidFill>
                <a:latin typeface="Segoe UI"/>
                <a:ea typeface="Segoe UI"/>
                <a:cs typeface="Segoe UI"/>
              </a:defRPr>
            </a:pPr>
            <a:r>
              <a:rPr sz="1425" b="1">
                <a:solidFill>
                  <a:srgbClr val="F4F7FB"/>
                </a:solidFill>
                <a:latin typeface="Segoe UI"/>
                <a:ea typeface="Segoe UI"/>
                <a:cs typeface="Segoe UI"/>
              </a:rPr>
              <a:t>Nhận nhiều ảnh và xếp hàng</a:t>
            </a:r>
          </a:p>
        </p:txBody>
      </p:sp>
      <p:sp>
        <p:nvSpPr>
          <p:cNvPr id="13" name="S2_PhaseADetail">
            <a:extLst xmlns:a="http://schemas.openxmlformats.org/drawingml/2006/main">
              <a:ext uri="{FF2B5EF4-FFF2-40B4-BE49-F238E27FC236}">
                <a16:creationId xmlns:a16="http://schemas.microsoft.com/office/drawing/2014/main" id="{69900313-D168-4123-BD5C-399802668E9E}"/>
              </a:ext>
            </a:extLst>
          </p:cNvPr>
          <p:cNvSpPr>
            <a:spLocks xmlns:a="http://schemas.openxmlformats.org/drawingml/2006/main" noGrp="1"/>
          </p:cNvSpPr>
          <p:nvPr/>
        </p:nvSpPr>
        <p:spPr>
          <a:xfrm xmlns:a="http://schemas.openxmlformats.org/drawingml/2006/main">
            <a:off x="2057400" y="2686050"/>
            <a:ext cx="2762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A6B3C4"/>
                </a:solidFill>
                <a:latin typeface="Segoe UI"/>
                <a:ea typeface="Segoe UI"/>
                <a:cs typeface="Segoe UI"/>
              </a:defRPr>
            </a:defPPr>
            <a:lvl1pPr algn="l">
              <a:defRPr sz="1125" b="0">
                <a:solidFill>
                  <a:srgbClr val="A6B3C4"/>
                </a:solidFill>
                <a:latin typeface="Segoe UI"/>
                <a:ea typeface="Segoe UI"/>
                <a:cs typeface="Segoe UI"/>
              </a:defRPr>
            </a:lvl1pPr>
            <a:lvl2pPr algn="l">
              <a:defRPr sz="1125" b="0">
                <a:solidFill>
                  <a:srgbClr val="A6B3C4"/>
                </a:solidFill>
                <a:latin typeface="Segoe UI"/>
                <a:ea typeface="Segoe UI"/>
                <a:cs typeface="Segoe UI"/>
              </a:defRPr>
            </a:lvl2pPr>
            <a:lvl3pPr algn="l">
              <a:defRPr sz="1125" b="0">
                <a:solidFill>
                  <a:srgbClr val="A6B3C4"/>
                </a:solidFill>
                <a:latin typeface="Segoe UI"/>
                <a:ea typeface="Segoe UI"/>
                <a:cs typeface="Segoe UI"/>
              </a:defRPr>
            </a:lvl3pPr>
            <a:lvl4pPr algn="l">
              <a:defRPr sz="1125" b="0">
                <a:solidFill>
                  <a:srgbClr val="A6B3C4"/>
                </a:solidFill>
                <a:latin typeface="Segoe UI"/>
                <a:ea typeface="Segoe UI"/>
                <a:cs typeface="Segoe UI"/>
              </a:defRPr>
            </a:lvl4pPr>
            <a:lvl5pPr algn="l">
              <a:defRPr sz="1125" b="0">
                <a:solidFill>
                  <a:srgbClr val="A6B3C4"/>
                </a:solidFill>
                <a:latin typeface="Segoe UI"/>
                <a:ea typeface="Segoe UI"/>
                <a:cs typeface="Segoe UI"/>
              </a:defRPr>
            </a:lvl5pPr>
            <a:lvl6pPr algn="l">
              <a:defRPr sz="1125" b="0">
                <a:solidFill>
                  <a:srgbClr val="A6B3C4"/>
                </a:solidFill>
                <a:latin typeface="Segoe UI"/>
                <a:ea typeface="Segoe UI"/>
                <a:cs typeface="Segoe UI"/>
              </a:defRPr>
            </a:lvl6pPr>
            <a:lvl7pPr algn="l">
              <a:defRPr sz="1125" b="0">
                <a:solidFill>
                  <a:srgbClr val="A6B3C4"/>
                </a:solidFill>
                <a:latin typeface="Segoe UI"/>
                <a:ea typeface="Segoe UI"/>
                <a:cs typeface="Segoe UI"/>
              </a:defRPr>
            </a:lvl7pPr>
            <a:lvl8pPr algn="l">
              <a:defRPr sz="1125" b="0">
                <a:solidFill>
                  <a:srgbClr val="A6B3C4"/>
                </a:solidFill>
                <a:latin typeface="Segoe UI"/>
                <a:ea typeface="Segoe UI"/>
                <a:cs typeface="Segoe UI"/>
              </a:defRPr>
            </a:lvl8pPr>
            <a:lvl9pPr algn="l">
              <a:defRPr sz="1125" b="0">
                <a:solidFill>
                  <a:srgbClr val="A6B3C4"/>
                </a:solidFill>
                <a:latin typeface="Segoe UI"/>
                <a:ea typeface="Segoe UI"/>
                <a:cs typeface="Segoe UI"/>
              </a:defRPr>
            </a:lvl9pPr>
          </a:lstStyle>
          <a:p xmlns:a="http://schemas.openxmlformats.org/drawingml/2006/main">
            <a:pPr algn="l">
              <a:defRPr sz="1125" b="0">
                <a:solidFill>
                  <a:srgbClr val="A6B3C4"/>
                </a:solidFill>
                <a:latin typeface="Segoe UI"/>
                <a:ea typeface="Segoe UI"/>
                <a:cs typeface="Segoe UI"/>
              </a:defRPr>
            </a:pPr>
            <a:r>
              <a:rPr sz="1125" b="0">
                <a:solidFill>
                  <a:srgbClr val="A6B3C4"/>
                </a:solidFill>
                <a:latin typeface="Segoe UI"/>
                <a:ea typeface="Segoe UI"/>
                <a:cs typeface="Segoe UI"/>
              </a:rPr>
              <a:t>1–10 JPG/PNG • ≤ 5 MB/ảnh</a:t>
            </a:r>
          </a:p>
          <a:p xmlns:a="http://schemas.openxmlformats.org/drawingml/2006/main">
            <a:pPr algn="l">
              <a:defRPr sz="1125" b="0">
                <a:solidFill>
                  <a:srgbClr val="A6B3C4"/>
                </a:solidFill>
                <a:latin typeface="Segoe UI"/>
                <a:ea typeface="Segoe UI"/>
                <a:cs typeface="Segoe UI"/>
              </a:defRPr>
            </a:pPr>
            <a:r>
              <a:rPr sz="1125" b="0">
                <a:solidFill>
                  <a:srgbClr val="A6B3C4"/>
                </a:solidFill>
                <a:latin typeface="Segoe UI"/>
                <a:ea typeface="Segoe UI"/>
                <a:cs typeface="Segoe UI"/>
              </a:rPr>
              <a:t>MIME + magic bytes</a:t>
            </a:r>
          </a:p>
          <a:p xmlns:a="http://schemas.openxmlformats.org/drawingml/2006/main">
            <a:pPr algn="l">
              <a:defRPr sz="1125" b="0">
                <a:solidFill>
                  <a:srgbClr val="A6B3C4"/>
                </a:solidFill>
                <a:latin typeface="Segoe UI"/>
                <a:ea typeface="Segoe UI"/>
                <a:cs typeface="Segoe UI"/>
              </a:defRPr>
            </a:pPr>
            <a:r>
              <a:rPr sz="1125" b="0">
                <a:solidFill>
                  <a:srgbClr val="A6B3C4"/>
                </a:solidFill>
                <a:latin typeface="Segoe UI"/>
                <a:ea typeface="Segoe UI"/>
                <a:cs typeface="Segoe UI"/>
              </a:rPr>
              <a:t>Private storage + SHA-256</a:t>
            </a:r>
          </a:p>
          <a:p xmlns:a="http://schemas.openxmlformats.org/drawingml/2006/main">
            <a:pPr algn="l">
              <a:defRPr sz="1125" b="0">
                <a:solidFill>
                  <a:srgbClr val="A6B3C4"/>
                </a:solidFill>
                <a:latin typeface="Segoe UI"/>
                <a:ea typeface="Segoe UI"/>
                <a:cs typeface="Segoe UI"/>
              </a:defRPr>
            </a:pPr>
            <a:r>
              <a:rPr sz="1125" b="0">
                <a:solidFill>
                  <a:srgbClr val="A6B3C4"/>
                </a:solidFill>
                <a:latin typeface="Segoe UI"/>
                <a:ea typeface="Segoe UI"/>
                <a:cs typeface="Segoe UI"/>
              </a:rPr>
              <a:t>SQL PENDING + AI_QUEUED</a:t>
            </a:r>
          </a:p>
        </p:txBody>
      </p:sp>
      <p:sp>
        <p:nvSpPr>
          <p:cNvPr id="14" name="S2_ProcessSystem">
            <a:extLst xmlns:a="http://schemas.openxmlformats.org/drawingml/2006/main">
              <a:ext uri="{FF2B5EF4-FFF2-40B4-BE49-F238E27FC236}">
                <a16:creationId xmlns:a16="http://schemas.microsoft.com/office/drawing/2014/main" id="{E7238EEB-4604-4E02-A567-A2D933F0F725}"/>
              </a:ext>
            </a:extLst>
          </p:cNvPr>
          <p:cNvSpPr>
            <a:spLocks xmlns:a="http://schemas.openxmlformats.org/drawingml/2006/main" noGrp="1"/>
          </p:cNvSpPr>
          <p:nvPr/>
        </p:nvSpPr>
        <p:spPr>
          <a:xfrm xmlns:a="http://schemas.openxmlformats.org/drawingml/2006/main">
            <a:off x="5124450" y="1676400"/>
            <a:ext cx="3105150" cy="2324100"/>
          </a:xfrm>
          <a:prstGeom xmlns:a="http://schemas.openxmlformats.org/drawingml/2006/main" prst="roundRect">
            <a:avLst>
              <a:gd name="adj" fmla="val 2459"/>
            </a:avLst>
          </a:prstGeom>
          <a:solidFill xmlns:a="http://schemas.openxmlformats.org/drawingml/2006/main">
            <a:srgbClr val="112338"/>
          </a:solidFill>
          <a:ln xmlns:a="http://schemas.openxmlformats.org/drawingml/2006/main" w="9525">
            <a:solidFill>
              <a:srgbClr val="31445C"/>
            </a:solidFill>
            <a:prstDash val="solid"/>
          </a:ln>
        </p:spPr>
      </p:sp>
      <p:sp>
        <p:nvSpPr>
          <p:cNvPr id="15" name="S2_PhaseB">
            <a:extLst xmlns:a="http://schemas.openxmlformats.org/drawingml/2006/main">
              <a:ext uri="{FF2B5EF4-FFF2-40B4-BE49-F238E27FC236}">
                <a16:creationId xmlns:a16="http://schemas.microsoft.com/office/drawing/2014/main" id="{054EAA77-D91C-4D53-944D-B623D200BF0B}"/>
              </a:ext>
            </a:extLst>
          </p:cNvPr>
          <p:cNvSpPr>
            <a:spLocks xmlns:a="http://schemas.openxmlformats.org/drawingml/2006/main" noGrp="1"/>
          </p:cNvSpPr>
          <p:nvPr/>
        </p:nvSpPr>
        <p:spPr>
          <a:xfrm xmlns:a="http://schemas.openxmlformats.org/drawingml/2006/main">
            <a:off x="5295900" y="1847850"/>
            <a:ext cx="1428750" cy="266700"/>
          </a:xfrm>
          <a:prstGeom xmlns:a="http://schemas.openxmlformats.org/drawingml/2006/main" prst="roundRect">
            <a:avLst>
              <a:gd name="adj" fmla="val 21429"/>
            </a:avLst>
          </a:prstGeom>
          <a:solidFill xmlns:a="http://schemas.openxmlformats.org/drawingml/2006/main">
            <a:srgbClr val="45A9BE"/>
          </a:solidFill>
          <a:ln xmlns:a="http://schemas.openxmlformats.org/drawingml/2006/main" w="9525">
            <a:solidFill>
              <a:srgbClr val="45A9BE"/>
            </a:solidFill>
            <a:prstDash val="solid"/>
          </a:ln>
        </p:spPr>
        <p:txBody>
          <a:bodyPr xmlns:a="http://schemas.openxmlformats.org/drawingml/2006/main" lIns="47625" tIns="0" rIns="47625" bIns="0" anchor="ctr">
            <a:noAutofit/>
          </a:bodyPr>
          <a:lstStyle xmlns:a="http://schemas.openxmlformats.org/drawingml/2006/main">
            <a:defPPr algn="ctr">
              <a:defRPr sz="900" b="1">
                <a:solidFill>
                  <a:srgbClr val="091522"/>
                </a:solidFill>
                <a:latin typeface="Segoe UI"/>
                <a:ea typeface="Segoe UI"/>
                <a:cs typeface="Segoe UI"/>
              </a:defRPr>
            </a:defPPr>
            <a:lvl1pPr algn="ctr">
              <a:defRPr sz="900" b="1">
                <a:solidFill>
                  <a:srgbClr val="091522"/>
                </a:solidFill>
                <a:latin typeface="Segoe UI"/>
                <a:ea typeface="Segoe UI"/>
                <a:cs typeface="Segoe UI"/>
              </a:defRPr>
            </a:lvl1pPr>
            <a:lvl2pPr algn="ctr">
              <a:defRPr sz="900" b="1">
                <a:solidFill>
                  <a:srgbClr val="091522"/>
                </a:solidFill>
                <a:latin typeface="Segoe UI"/>
                <a:ea typeface="Segoe UI"/>
                <a:cs typeface="Segoe UI"/>
              </a:defRPr>
            </a:lvl2pPr>
            <a:lvl3pPr algn="ctr">
              <a:defRPr sz="900" b="1">
                <a:solidFill>
                  <a:srgbClr val="091522"/>
                </a:solidFill>
                <a:latin typeface="Segoe UI"/>
                <a:ea typeface="Segoe UI"/>
                <a:cs typeface="Segoe UI"/>
              </a:defRPr>
            </a:lvl3pPr>
            <a:lvl4pPr algn="ctr">
              <a:defRPr sz="900" b="1">
                <a:solidFill>
                  <a:srgbClr val="091522"/>
                </a:solidFill>
                <a:latin typeface="Segoe UI"/>
                <a:ea typeface="Segoe UI"/>
                <a:cs typeface="Segoe UI"/>
              </a:defRPr>
            </a:lvl4pPr>
            <a:lvl5pPr algn="ctr">
              <a:defRPr sz="900" b="1">
                <a:solidFill>
                  <a:srgbClr val="091522"/>
                </a:solidFill>
                <a:latin typeface="Segoe UI"/>
                <a:ea typeface="Segoe UI"/>
                <a:cs typeface="Segoe UI"/>
              </a:defRPr>
            </a:lvl5pPr>
            <a:lvl6pPr algn="ctr">
              <a:defRPr sz="900" b="1">
                <a:solidFill>
                  <a:srgbClr val="091522"/>
                </a:solidFill>
                <a:latin typeface="Segoe UI"/>
                <a:ea typeface="Segoe UI"/>
                <a:cs typeface="Segoe UI"/>
              </a:defRPr>
            </a:lvl6pPr>
            <a:lvl7pPr algn="ctr">
              <a:defRPr sz="900" b="1">
                <a:solidFill>
                  <a:srgbClr val="091522"/>
                </a:solidFill>
                <a:latin typeface="Segoe UI"/>
                <a:ea typeface="Segoe UI"/>
                <a:cs typeface="Segoe UI"/>
              </a:defRPr>
            </a:lvl7pPr>
            <a:lvl8pPr algn="ctr">
              <a:defRPr sz="900" b="1">
                <a:solidFill>
                  <a:srgbClr val="091522"/>
                </a:solidFill>
                <a:latin typeface="Segoe UI"/>
                <a:ea typeface="Segoe UI"/>
                <a:cs typeface="Segoe UI"/>
              </a:defRPr>
            </a:lvl8pPr>
            <a:lvl9pPr algn="ctr">
              <a:defRPr sz="900" b="1">
                <a:solidFill>
                  <a:srgbClr val="091522"/>
                </a:solidFill>
                <a:latin typeface="Segoe UI"/>
                <a:ea typeface="Segoe UI"/>
                <a:cs typeface="Segoe UI"/>
              </a:defRPr>
            </a:lvl9pPr>
          </a:lstStyle>
          <a:p xmlns:a="http://schemas.openxmlformats.org/drawingml/2006/main">
            <a:pPr algn="ctr">
              <a:defRPr sz="900" b="1">
                <a:solidFill>
                  <a:srgbClr val="091522"/>
                </a:solidFill>
                <a:latin typeface="Segoe UI"/>
                <a:ea typeface="Segoe UI"/>
                <a:cs typeface="Segoe UI"/>
              </a:defRPr>
            </a:pPr>
            <a:r>
              <a:rPr sz="900" b="1">
                <a:solidFill>
                  <a:srgbClr val="091522"/>
                </a:solidFill>
                <a:latin typeface="Segoe UI"/>
                <a:ea typeface="Segoe UI"/>
                <a:cs typeface="Segoe UI"/>
              </a:rPr>
              <a:t>PHA B • GATE 4–5</a:t>
            </a:r>
          </a:p>
        </p:txBody>
      </p:sp>
      <p:sp>
        <p:nvSpPr>
          <p:cNvPr id="16" name="S2_PhaseBDetail">
            <a:extLst xmlns:a="http://schemas.openxmlformats.org/drawingml/2006/main">
              <a:ext uri="{FF2B5EF4-FFF2-40B4-BE49-F238E27FC236}">
                <a16:creationId xmlns:a16="http://schemas.microsoft.com/office/drawing/2014/main" id="{A565058E-0F17-4C7A-A922-329F13E576FF}"/>
              </a:ext>
            </a:extLst>
          </p:cNvPr>
          <p:cNvSpPr>
            <a:spLocks xmlns:a="http://schemas.openxmlformats.org/drawingml/2006/main" noGrp="1"/>
          </p:cNvSpPr>
          <p:nvPr/>
        </p:nvSpPr>
        <p:spPr>
          <a:xfrm xmlns:a="http://schemas.openxmlformats.org/drawingml/2006/main">
            <a:off x="5295900" y="2209800"/>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1">
                <a:solidFill>
                  <a:srgbClr val="F4F7FB"/>
                </a:solidFill>
                <a:latin typeface="Segoe UI"/>
                <a:ea typeface="Segoe UI"/>
                <a:cs typeface="Segoe UI"/>
              </a:defRPr>
            </a:defPPr>
            <a:lvl1pPr algn="l">
              <a:defRPr sz="1125" b="1">
                <a:solidFill>
                  <a:srgbClr val="F4F7FB"/>
                </a:solidFill>
                <a:latin typeface="Segoe UI"/>
                <a:ea typeface="Segoe UI"/>
                <a:cs typeface="Segoe UI"/>
              </a:defRPr>
            </a:lvl1pPr>
            <a:lvl2pPr algn="l">
              <a:defRPr sz="1125" b="1">
                <a:solidFill>
                  <a:srgbClr val="F4F7FB"/>
                </a:solidFill>
                <a:latin typeface="Segoe UI"/>
                <a:ea typeface="Segoe UI"/>
                <a:cs typeface="Segoe UI"/>
              </a:defRPr>
            </a:lvl2pPr>
            <a:lvl3pPr algn="l">
              <a:defRPr sz="1125" b="1">
                <a:solidFill>
                  <a:srgbClr val="F4F7FB"/>
                </a:solidFill>
                <a:latin typeface="Segoe UI"/>
                <a:ea typeface="Segoe UI"/>
                <a:cs typeface="Segoe UI"/>
              </a:defRPr>
            </a:lvl3pPr>
            <a:lvl4pPr algn="l">
              <a:defRPr sz="1125" b="1">
                <a:solidFill>
                  <a:srgbClr val="F4F7FB"/>
                </a:solidFill>
                <a:latin typeface="Segoe UI"/>
                <a:ea typeface="Segoe UI"/>
                <a:cs typeface="Segoe UI"/>
              </a:defRPr>
            </a:lvl4pPr>
            <a:lvl5pPr algn="l">
              <a:defRPr sz="1125" b="1">
                <a:solidFill>
                  <a:srgbClr val="F4F7FB"/>
                </a:solidFill>
                <a:latin typeface="Segoe UI"/>
                <a:ea typeface="Segoe UI"/>
                <a:cs typeface="Segoe UI"/>
              </a:defRPr>
            </a:lvl5pPr>
            <a:lvl6pPr algn="l">
              <a:defRPr sz="1125" b="1">
                <a:solidFill>
                  <a:srgbClr val="F4F7FB"/>
                </a:solidFill>
                <a:latin typeface="Segoe UI"/>
                <a:ea typeface="Segoe UI"/>
                <a:cs typeface="Segoe UI"/>
              </a:defRPr>
            </a:lvl6pPr>
            <a:lvl7pPr algn="l">
              <a:defRPr sz="1125" b="1">
                <a:solidFill>
                  <a:srgbClr val="F4F7FB"/>
                </a:solidFill>
                <a:latin typeface="Segoe UI"/>
                <a:ea typeface="Segoe UI"/>
                <a:cs typeface="Segoe UI"/>
              </a:defRPr>
            </a:lvl7pPr>
            <a:lvl8pPr algn="l">
              <a:defRPr sz="1125" b="1">
                <a:solidFill>
                  <a:srgbClr val="F4F7FB"/>
                </a:solidFill>
                <a:latin typeface="Segoe UI"/>
                <a:ea typeface="Segoe UI"/>
                <a:cs typeface="Segoe UI"/>
              </a:defRPr>
            </a:lvl8pPr>
            <a:lvl9pPr algn="l">
              <a:defRPr sz="1125" b="1">
                <a:solidFill>
                  <a:srgbClr val="F4F7FB"/>
                </a:solidFill>
                <a:latin typeface="Segoe UI"/>
                <a:ea typeface="Segoe UI"/>
                <a:cs typeface="Segoe UI"/>
              </a:defRPr>
            </a:lvl9pPr>
          </a:lstStyle>
          <a:p xmlns:a="http://schemas.openxmlformats.org/drawingml/2006/main">
            <a:pPr algn="l">
              <a:defRPr sz="1125" b="1">
                <a:solidFill>
                  <a:srgbClr val="F4F7FB"/>
                </a:solidFill>
                <a:latin typeface="Segoe UI"/>
                <a:ea typeface="Segoe UI"/>
                <a:cs typeface="Segoe UI"/>
              </a:defRPr>
            </a:pPr>
            <a:r>
              <a:rPr sz="1125" b="1">
                <a:solidFill>
                  <a:srgbClr val="F4F7FB"/>
                </a:solidFill>
                <a:latin typeface="Segoe UI"/>
                <a:ea typeface="Segoe UI"/>
                <a:cs typeface="Segoe UI"/>
              </a:rPr>
              <a:t>HTTP 202 + statusUrl</a:t>
            </a:r>
          </a:p>
          <a:p xmlns:a="http://schemas.openxmlformats.org/drawingml/2006/main">
            <a:pPr algn="l">
              <a:defRPr sz="1125" b="1">
                <a:solidFill>
                  <a:srgbClr val="F4F7FB"/>
                </a:solidFill>
                <a:latin typeface="Segoe UI"/>
                <a:ea typeface="Segoe UI"/>
                <a:cs typeface="Segoe UI"/>
              </a:defRPr>
            </a:pPr>
            <a:r>
              <a:rPr sz="1125" b="1">
                <a:solidFill>
                  <a:srgbClr val="F4F7FB"/>
                </a:solidFill>
                <a:latin typeface="Segoe UI"/>
                <a:ea typeface="Segoe UI"/>
                <a:cs typeface="Segoe UI"/>
              </a:rPr>
              <a:t>Worker lease 600s; reclaim sau restart</a:t>
            </a:r>
          </a:p>
        </p:txBody>
      </p:sp>
      <p:sp>
        <p:nvSpPr>
          <p:cNvPr id="17" name="S2_ProcessDivider">
            <a:extLst xmlns:a="http://schemas.openxmlformats.org/drawingml/2006/main">
              <a:ext uri="{FF2B5EF4-FFF2-40B4-BE49-F238E27FC236}">
                <a16:creationId xmlns:a16="http://schemas.microsoft.com/office/drawing/2014/main" id="{32BECF5A-5657-4F51-A8FB-098738B0BA5C}"/>
              </a:ext>
            </a:extLst>
          </p:cNvPr>
          <p:cNvSpPr>
            <a:spLocks xmlns:a="http://schemas.openxmlformats.org/drawingml/2006/main" noGrp="1"/>
          </p:cNvSpPr>
          <p:nvPr/>
        </p:nvSpPr>
        <p:spPr>
          <a:xfrm xmlns:a="http://schemas.openxmlformats.org/drawingml/2006/main">
            <a:off x="5295900" y="2914650"/>
            <a:ext cx="2762250" cy="0"/>
          </a:xfrm>
          <a:prstGeom xmlns:a="http://schemas.openxmlformats.org/drawingml/2006/main" prst="line">
            <a:avLst/>
          </a:prstGeom>
          <a:noFill xmlns:a="http://schemas.openxmlformats.org/drawingml/2006/main"/>
          <a:ln xmlns:a="http://schemas.openxmlformats.org/drawingml/2006/main" w="9525">
            <a:solidFill>
              <a:srgbClr val="31445C"/>
            </a:solidFill>
            <a:prstDash val="solid"/>
          </a:ln>
        </p:spPr>
      </p:sp>
      <p:sp>
        <p:nvSpPr>
          <p:cNvPr id="18" name="S2_PhaseC">
            <a:extLst xmlns:a="http://schemas.openxmlformats.org/drawingml/2006/main">
              <a:ext uri="{FF2B5EF4-FFF2-40B4-BE49-F238E27FC236}">
                <a16:creationId xmlns:a16="http://schemas.microsoft.com/office/drawing/2014/main" id="{8124DB43-D658-496F-A3BF-DC93F5BD6F1B}"/>
              </a:ext>
            </a:extLst>
          </p:cNvPr>
          <p:cNvSpPr>
            <a:spLocks xmlns:a="http://schemas.openxmlformats.org/drawingml/2006/main" noGrp="1"/>
          </p:cNvSpPr>
          <p:nvPr/>
        </p:nvSpPr>
        <p:spPr>
          <a:xfrm xmlns:a="http://schemas.openxmlformats.org/drawingml/2006/main">
            <a:off x="5295900" y="3067050"/>
            <a:ext cx="1428750" cy="266700"/>
          </a:xfrm>
          <a:prstGeom xmlns:a="http://schemas.openxmlformats.org/drawingml/2006/main" prst="roundRect">
            <a:avLst>
              <a:gd name="adj" fmla="val 21429"/>
            </a:avLst>
          </a:prstGeom>
          <a:solidFill xmlns:a="http://schemas.openxmlformats.org/drawingml/2006/main">
            <a:srgbClr val="5F8FD8"/>
          </a:solidFill>
          <a:ln xmlns:a="http://schemas.openxmlformats.org/drawingml/2006/main" w="9525">
            <a:solidFill>
              <a:srgbClr val="5F8FD8"/>
            </a:solidFill>
            <a:prstDash val="solid"/>
          </a:ln>
        </p:spPr>
        <p:txBody>
          <a:bodyPr xmlns:a="http://schemas.openxmlformats.org/drawingml/2006/main" lIns="47625" tIns="0" rIns="47625" bIns="0" anchor="ctr">
            <a:noAutofit/>
          </a:bodyPr>
          <a:lstStyle xmlns:a="http://schemas.openxmlformats.org/drawingml/2006/main">
            <a:defPPr algn="ctr">
              <a:defRPr sz="900" b="1">
                <a:solidFill>
                  <a:srgbClr val="091522"/>
                </a:solidFill>
                <a:latin typeface="Segoe UI"/>
                <a:ea typeface="Segoe UI"/>
                <a:cs typeface="Segoe UI"/>
              </a:defRPr>
            </a:defPPr>
            <a:lvl1pPr algn="ctr">
              <a:defRPr sz="900" b="1">
                <a:solidFill>
                  <a:srgbClr val="091522"/>
                </a:solidFill>
                <a:latin typeface="Segoe UI"/>
                <a:ea typeface="Segoe UI"/>
                <a:cs typeface="Segoe UI"/>
              </a:defRPr>
            </a:lvl1pPr>
            <a:lvl2pPr algn="ctr">
              <a:defRPr sz="900" b="1">
                <a:solidFill>
                  <a:srgbClr val="091522"/>
                </a:solidFill>
                <a:latin typeface="Segoe UI"/>
                <a:ea typeface="Segoe UI"/>
                <a:cs typeface="Segoe UI"/>
              </a:defRPr>
            </a:lvl2pPr>
            <a:lvl3pPr algn="ctr">
              <a:defRPr sz="900" b="1">
                <a:solidFill>
                  <a:srgbClr val="091522"/>
                </a:solidFill>
                <a:latin typeface="Segoe UI"/>
                <a:ea typeface="Segoe UI"/>
                <a:cs typeface="Segoe UI"/>
              </a:defRPr>
            </a:lvl3pPr>
            <a:lvl4pPr algn="ctr">
              <a:defRPr sz="900" b="1">
                <a:solidFill>
                  <a:srgbClr val="091522"/>
                </a:solidFill>
                <a:latin typeface="Segoe UI"/>
                <a:ea typeface="Segoe UI"/>
                <a:cs typeface="Segoe UI"/>
              </a:defRPr>
            </a:lvl4pPr>
            <a:lvl5pPr algn="ctr">
              <a:defRPr sz="900" b="1">
                <a:solidFill>
                  <a:srgbClr val="091522"/>
                </a:solidFill>
                <a:latin typeface="Segoe UI"/>
                <a:ea typeface="Segoe UI"/>
                <a:cs typeface="Segoe UI"/>
              </a:defRPr>
            </a:lvl5pPr>
            <a:lvl6pPr algn="ctr">
              <a:defRPr sz="900" b="1">
                <a:solidFill>
                  <a:srgbClr val="091522"/>
                </a:solidFill>
                <a:latin typeface="Segoe UI"/>
                <a:ea typeface="Segoe UI"/>
                <a:cs typeface="Segoe UI"/>
              </a:defRPr>
            </a:lvl6pPr>
            <a:lvl7pPr algn="ctr">
              <a:defRPr sz="900" b="1">
                <a:solidFill>
                  <a:srgbClr val="091522"/>
                </a:solidFill>
                <a:latin typeface="Segoe UI"/>
                <a:ea typeface="Segoe UI"/>
                <a:cs typeface="Segoe UI"/>
              </a:defRPr>
            </a:lvl7pPr>
            <a:lvl8pPr algn="ctr">
              <a:defRPr sz="900" b="1">
                <a:solidFill>
                  <a:srgbClr val="091522"/>
                </a:solidFill>
                <a:latin typeface="Segoe UI"/>
                <a:ea typeface="Segoe UI"/>
                <a:cs typeface="Segoe UI"/>
              </a:defRPr>
            </a:lvl8pPr>
            <a:lvl9pPr algn="ctr">
              <a:defRPr sz="900" b="1">
                <a:solidFill>
                  <a:srgbClr val="091522"/>
                </a:solidFill>
                <a:latin typeface="Segoe UI"/>
                <a:ea typeface="Segoe UI"/>
                <a:cs typeface="Segoe UI"/>
              </a:defRPr>
            </a:lvl9pPr>
          </a:lstStyle>
          <a:p xmlns:a="http://schemas.openxmlformats.org/drawingml/2006/main">
            <a:pPr algn="ctr">
              <a:defRPr sz="900" b="1">
                <a:solidFill>
                  <a:srgbClr val="091522"/>
                </a:solidFill>
                <a:latin typeface="Segoe UI"/>
                <a:ea typeface="Segoe UI"/>
                <a:cs typeface="Segoe UI"/>
              </a:defRPr>
            </a:pPr>
            <a:r>
              <a:rPr sz="900" b="1">
                <a:solidFill>
                  <a:srgbClr val="091522"/>
                </a:solidFill>
                <a:latin typeface="Segoe UI"/>
                <a:ea typeface="Segoe UI"/>
                <a:cs typeface="Segoe UI"/>
              </a:rPr>
              <a:t>PHA C • GATE 6–7</a:t>
            </a:r>
          </a:p>
        </p:txBody>
      </p:sp>
      <p:sp>
        <p:nvSpPr>
          <p:cNvPr id="19" name="S2_PhaseCDetail">
            <a:extLst xmlns:a="http://schemas.openxmlformats.org/drawingml/2006/main">
              <a:ext uri="{FF2B5EF4-FFF2-40B4-BE49-F238E27FC236}">
                <a16:creationId xmlns:a16="http://schemas.microsoft.com/office/drawing/2014/main" id="{142254E3-5C78-4221-8B37-D211B5D3A869}"/>
              </a:ext>
            </a:extLst>
          </p:cNvPr>
          <p:cNvSpPr>
            <a:spLocks xmlns:a="http://schemas.openxmlformats.org/drawingml/2006/main" noGrp="1"/>
          </p:cNvSpPr>
          <p:nvPr/>
        </p:nvSpPr>
        <p:spPr>
          <a:xfrm xmlns:a="http://schemas.openxmlformats.org/drawingml/2006/main">
            <a:off x="5295900" y="34290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1">
                <a:solidFill>
                  <a:srgbClr val="F4F7FB"/>
                </a:solidFill>
                <a:latin typeface="Segoe UI"/>
                <a:ea typeface="Segoe UI"/>
                <a:cs typeface="Segoe UI"/>
              </a:defRPr>
            </a:defPPr>
            <a:lvl1pPr algn="l">
              <a:defRPr sz="1050" b="1">
                <a:solidFill>
                  <a:srgbClr val="F4F7FB"/>
                </a:solidFill>
                <a:latin typeface="Segoe UI"/>
                <a:ea typeface="Segoe UI"/>
                <a:cs typeface="Segoe UI"/>
              </a:defRPr>
            </a:lvl1pPr>
            <a:lvl2pPr algn="l">
              <a:defRPr sz="1050" b="1">
                <a:solidFill>
                  <a:srgbClr val="F4F7FB"/>
                </a:solidFill>
                <a:latin typeface="Segoe UI"/>
                <a:ea typeface="Segoe UI"/>
                <a:cs typeface="Segoe UI"/>
              </a:defRPr>
            </a:lvl2pPr>
            <a:lvl3pPr algn="l">
              <a:defRPr sz="1050" b="1">
                <a:solidFill>
                  <a:srgbClr val="F4F7FB"/>
                </a:solidFill>
                <a:latin typeface="Segoe UI"/>
                <a:ea typeface="Segoe UI"/>
                <a:cs typeface="Segoe UI"/>
              </a:defRPr>
            </a:lvl3pPr>
            <a:lvl4pPr algn="l">
              <a:defRPr sz="1050" b="1">
                <a:solidFill>
                  <a:srgbClr val="F4F7FB"/>
                </a:solidFill>
                <a:latin typeface="Segoe UI"/>
                <a:ea typeface="Segoe UI"/>
                <a:cs typeface="Segoe UI"/>
              </a:defRPr>
            </a:lvl4pPr>
            <a:lvl5pPr algn="l">
              <a:defRPr sz="1050" b="1">
                <a:solidFill>
                  <a:srgbClr val="F4F7FB"/>
                </a:solidFill>
                <a:latin typeface="Segoe UI"/>
                <a:ea typeface="Segoe UI"/>
                <a:cs typeface="Segoe UI"/>
              </a:defRPr>
            </a:lvl5pPr>
            <a:lvl6pPr algn="l">
              <a:defRPr sz="1050" b="1">
                <a:solidFill>
                  <a:srgbClr val="F4F7FB"/>
                </a:solidFill>
                <a:latin typeface="Segoe UI"/>
                <a:ea typeface="Segoe UI"/>
                <a:cs typeface="Segoe UI"/>
              </a:defRPr>
            </a:lvl6pPr>
            <a:lvl7pPr algn="l">
              <a:defRPr sz="1050" b="1">
                <a:solidFill>
                  <a:srgbClr val="F4F7FB"/>
                </a:solidFill>
                <a:latin typeface="Segoe UI"/>
                <a:ea typeface="Segoe UI"/>
                <a:cs typeface="Segoe UI"/>
              </a:defRPr>
            </a:lvl7pPr>
            <a:lvl8pPr algn="l">
              <a:defRPr sz="1050" b="1">
                <a:solidFill>
                  <a:srgbClr val="F4F7FB"/>
                </a:solidFill>
                <a:latin typeface="Segoe UI"/>
                <a:ea typeface="Segoe UI"/>
                <a:cs typeface="Segoe UI"/>
              </a:defRPr>
            </a:lvl8pPr>
            <a:lvl9pPr algn="l">
              <a:defRPr sz="1050" b="1">
                <a:solidFill>
                  <a:srgbClr val="F4F7FB"/>
                </a:solidFill>
                <a:latin typeface="Segoe UI"/>
                <a:ea typeface="Segoe UI"/>
                <a:cs typeface="Segoe UI"/>
              </a:defRPr>
            </a:lvl9pPr>
          </a:lstStyle>
          <a:p xmlns:a="http://schemas.openxmlformats.org/drawingml/2006/main">
            <a:pPr algn="l">
              <a:defRPr sz="1050" b="1">
                <a:solidFill>
                  <a:srgbClr val="F4F7FB"/>
                </a:solidFill>
                <a:latin typeface="Segoe UI"/>
                <a:ea typeface="Segoe UI"/>
                <a:cs typeface="Segoe UI"/>
              </a:defRPr>
            </a:pPr>
            <a:r>
              <a:rPr sz="1050" b="1">
                <a:solidFill>
                  <a:srgbClr val="F4F7FB"/>
                </a:solidFill>
                <a:latin typeface="Segoe UI"/>
                <a:ea typeface="Segoe UI"/>
                <a:cs typeface="Segoe UI"/>
              </a:rPr>
              <a:t>AI permit 1 • data_collection=deny</a:t>
            </a:r>
          </a:p>
          <a:p xmlns:a="http://schemas.openxmlformats.org/drawingml/2006/main">
            <a:pPr algn="l">
              <a:defRPr sz="1050" b="1">
                <a:solidFill>
                  <a:srgbClr val="F4F7FB"/>
                </a:solidFill>
                <a:latin typeface="Segoe UI"/>
                <a:ea typeface="Segoe UI"/>
                <a:cs typeface="Segoe UI"/>
              </a:defRPr>
            </a:pPr>
            <a:r>
              <a:rPr sz="1050" b="1">
                <a:solidFill>
                  <a:srgbClr val="F4F7FB"/>
                </a:solidFill>
                <a:latin typeface="Segoe UI"/>
                <a:ea typeface="Segoe UI"/>
                <a:cs typeface="Segoe UI"/>
              </a:rPr>
              <a:t>Schema → DTO • semantic repair ≤ 1</a:t>
            </a:r>
          </a:p>
        </p:txBody>
      </p:sp>
      <p:sp>
        <p:nvSpPr>
          <p:cNvPr id="20" name="S2_OutputSystem">
            <a:extLst xmlns:a="http://schemas.openxmlformats.org/drawingml/2006/main">
              <a:ext uri="{FF2B5EF4-FFF2-40B4-BE49-F238E27FC236}">
                <a16:creationId xmlns:a16="http://schemas.microsoft.com/office/drawing/2014/main" id="{9C92A9C2-92DD-4448-BD7D-8AA8A9F7FAEE}"/>
              </a:ext>
            </a:extLst>
          </p:cNvPr>
          <p:cNvSpPr>
            <a:spLocks xmlns:a="http://schemas.openxmlformats.org/drawingml/2006/main" noGrp="1"/>
          </p:cNvSpPr>
          <p:nvPr/>
        </p:nvSpPr>
        <p:spPr>
          <a:xfrm xmlns:a="http://schemas.openxmlformats.org/drawingml/2006/main">
            <a:off x="8362950" y="1676400"/>
            <a:ext cx="3105150" cy="2324100"/>
          </a:xfrm>
          <a:prstGeom xmlns:a="http://schemas.openxmlformats.org/drawingml/2006/main" prst="roundRect">
            <a:avLst>
              <a:gd name="adj" fmla="val 2459"/>
            </a:avLst>
          </a:prstGeom>
          <a:solidFill xmlns:a="http://schemas.openxmlformats.org/drawingml/2006/main">
            <a:srgbClr val="112338"/>
          </a:solidFill>
          <a:ln xmlns:a="http://schemas.openxmlformats.org/drawingml/2006/main" w="9525">
            <a:solidFill>
              <a:srgbClr val="31445C"/>
            </a:solidFill>
            <a:prstDash val="solid"/>
          </a:ln>
        </p:spPr>
      </p:sp>
      <p:sp>
        <p:nvSpPr>
          <p:cNvPr id="21" name="S2_PhaseD">
            <a:extLst xmlns:a="http://schemas.openxmlformats.org/drawingml/2006/main">
              <a:ext uri="{FF2B5EF4-FFF2-40B4-BE49-F238E27FC236}">
                <a16:creationId xmlns:a16="http://schemas.microsoft.com/office/drawing/2014/main" id="{D9CFFD06-6B1F-44E8-8F68-7369B007A89D}"/>
              </a:ext>
            </a:extLst>
          </p:cNvPr>
          <p:cNvSpPr>
            <a:spLocks xmlns:a="http://schemas.openxmlformats.org/drawingml/2006/main" noGrp="1"/>
          </p:cNvSpPr>
          <p:nvPr/>
        </p:nvSpPr>
        <p:spPr>
          <a:xfrm xmlns:a="http://schemas.openxmlformats.org/drawingml/2006/main">
            <a:off x="8534400" y="1847850"/>
            <a:ext cx="1257300" cy="266700"/>
          </a:xfrm>
          <a:prstGeom xmlns:a="http://schemas.openxmlformats.org/drawingml/2006/main" prst="roundRect">
            <a:avLst>
              <a:gd name="adj" fmla="val 21429"/>
            </a:avLst>
          </a:prstGeom>
          <a:solidFill xmlns:a="http://schemas.openxmlformats.org/drawingml/2006/main">
            <a:srgbClr val="C59A4A"/>
          </a:solidFill>
          <a:ln xmlns:a="http://schemas.openxmlformats.org/drawingml/2006/main" w="9525">
            <a:solidFill>
              <a:srgbClr val="C59A4A"/>
            </a:solidFill>
            <a:prstDash val="solid"/>
          </a:ln>
        </p:spPr>
        <p:txBody>
          <a:bodyPr xmlns:a="http://schemas.openxmlformats.org/drawingml/2006/main" lIns="47625" tIns="0" rIns="47625" bIns="0" anchor="ctr">
            <a:noAutofit/>
          </a:bodyPr>
          <a:lstStyle xmlns:a="http://schemas.openxmlformats.org/drawingml/2006/main">
            <a:defPPr algn="ctr">
              <a:defRPr sz="900" b="1">
                <a:solidFill>
                  <a:srgbClr val="091522"/>
                </a:solidFill>
                <a:latin typeface="Segoe UI"/>
                <a:ea typeface="Segoe UI"/>
                <a:cs typeface="Segoe UI"/>
              </a:defRPr>
            </a:defPPr>
            <a:lvl1pPr algn="ctr">
              <a:defRPr sz="900" b="1">
                <a:solidFill>
                  <a:srgbClr val="091522"/>
                </a:solidFill>
                <a:latin typeface="Segoe UI"/>
                <a:ea typeface="Segoe UI"/>
                <a:cs typeface="Segoe UI"/>
              </a:defRPr>
            </a:lvl1pPr>
            <a:lvl2pPr algn="ctr">
              <a:defRPr sz="900" b="1">
                <a:solidFill>
                  <a:srgbClr val="091522"/>
                </a:solidFill>
                <a:latin typeface="Segoe UI"/>
                <a:ea typeface="Segoe UI"/>
                <a:cs typeface="Segoe UI"/>
              </a:defRPr>
            </a:lvl2pPr>
            <a:lvl3pPr algn="ctr">
              <a:defRPr sz="900" b="1">
                <a:solidFill>
                  <a:srgbClr val="091522"/>
                </a:solidFill>
                <a:latin typeface="Segoe UI"/>
                <a:ea typeface="Segoe UI"/>
                <a:cs typeface="Segoe UI"/>
              </a:defRPr>
            </a:lvl3pPr>
            <a:lvl4pPr algn="ctr">
              <a:defRPr sz="900" b="1">
                <a:solidFill>
                  <a:srgbClr val="091522"/>
                </a:solidFill>
                <a:latin typeface="Segoe UI"/>
                <a:ea typeface="Segoe UI"/>
                <a:cs typeface="Segoe UI"/>
              </a:defRPr>
            </a:lvl4pPr>
            <a:lvl5pPr algn="ctr">
              <a:defRPr sz="900" b="1">
                <a:solidFill>
                  <a:srgbClr val="091522"/>
                </a:solidFill>
                <a:latin typeface="Segoe UI"/>
                <a:ea typeface="Segoe UI"/>
                <a:cs typeface="Segoe UI"/>
              </a:defRPr>
            </a:lvl5pPr>
            <a:lvl6pPr algn="ctr">
              <a:defRPr sz="900" b="1">
                <a:solidFill>
                  <a:srgbClr val="091522"/>
                </a:solidFill>
                <a:latin typeface="Segoe UI"/>
                <a:ea typeface="Segoe UI"/>
                <a:cs typeface="Segoe UI"/>
              </a:defRPr>
            </a:lvl6pPr>
            <a:lvl7pPr algn="ctr">
              <a:defRPr sz="900" b="1">
                <a:solidFill>
                  <a:srgbClr val="091522"/>
                </a:solidFill>
                <a:latin typeface="Segoe UI"/>
                <a:ea typeface="Segoe UI"/>
                <a:cs typeface="Segoe UI"/>
              </a:defRPr>
            </a:lvl7pPr>
            <a:lvl8pPr algn="ctr">
              <a:defRPr sz="900" b="1">
                <a:solidFill>
                  <a:srgbClr val="091522"/>
                </a:solidFill>
                <a:latin typeface="Segoe UI"/>
                <a:ea typeface="Segoe UI"/>
                <a:cs typeface="Segoe UI"/>
              </a:defRPr>
            </a:lvl8pPr>
            <a:lvl9pPr algn="ctr">
              <a:defRPr sz="900" b="1">
                <a:solidFill>
                  <a:srgbClr val="091522"/>
                </a:solidFill>
                <a:latin typeface="Segoe UI"/>
                <a:ea typeface="Segoe UI"/>
                <a:cs typeface="Segoe UI"/>
              </a:defRPr>
            </a:lvl9pPr>
          </a:lstStyle>
          <a:p xmlns:a="http://schemas.openxmlformats.org/drawingml/2006/main">
            <a:pPr algn="ctr">
              <a:defRPr sz="900" b="1">
                <a:solidFill>
                  <a:srgbClr val="091522"/>
                </a:solidFill>
                <a:latin typeface="Segoe UI"/>
                <a:ea typeface="Segoe UI"/>
                <a:cs typeface="Segoe UI"/>
              </a:defRPr>
            </a:pPr>
            <a:r>
              <a:rPr sz="900" b="1">
                <a:solidFill>
                  <a:srgbClr val="091522"/>
                </a:solidFill>
                <a:latin typeface="Segoe UI"/>
                <a:ea typeface="Segoe UI"/>
                <a:cs typeface="Segoe UI"/>
              </a:rPr>
              <a:t>PHA D • GATE 8</a:t>
            </a:r>
          </a:p>
        </p:txBody>
      </p:sp>
      <p:sp>
        <p:nvSpPr>
          <p:cNvPr id="22" name="S2_PhaseDTitle">
            <a:extLst xmlns:a="http://schemas.openxmlformats.org/drawingml/2006/main">
              <a:ext uri="{FF2B5EF4-FFF2-40B4-BE49-F238E27FC236}">
                <a16:creationId xmlns:a16="http://schemas.microsoft.com/office/drawing/2014/main" id="{4FF904BB-3672-4336-BC48-3C55F2FA018A}"/>
              </a:ext>
            </a:extLst>
          </p:cNvPr>
          <p:cNvSpPr>
            <a:spLocks xmlns:a="http://schemas.openxmlformats.org/drawingml/2006/main" noGrp="1"/>
          </p:cNvSpPr>
          <p:nvPr/>
        </p:nvSpPr>
        <p:spPr>
          <a:xfrm xmlns:a="http://schemas.openxmlformats.org/drawingml/2006/main">
            <a:off x="8534400" y="22669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4F7FB"/>
                </a:solidFill>
                <a:latin typeface="Segoe UI"/>
                <a:ea typeface="Segoe UI"/>
                <a:cs typeface="Segoe UI"/>
              </a:defRPr>
            </a:defPPr>
            <a:lvl1pPr algn="l">
              <a:defRPr sz="1350" b="1">
                <a:solidFill>
                  <a:srgbClr val="F4F7FB"/>
                </a:solidFill>
                <a:latin typeface="Segoe UI"/>
                <a:ea typeface="Segoe UI"/>
                <a:cs typeface="Segoe UI"/>
              </a:defRPr>
            </a:lvl1pPr>
            <a:lvl2pPr algn="l">
              <a:defRPr sz="1350" b="1">
                <a:solidFill>
                  <a:srgbClr val="F4F7FB"/>
                </a:solidFill>
                <a:latin typeface="Segoe UI"/>
                <a:ea typeface="Segoe UI"/>
                <a:cs typeface="Segoe UI"/>
              </a:defRPr>
            </a:lvl2pPr>
            <a:lvl3pPr algn="l">
              <a:defRPr sz="1350" b="1">
                <a:solidFill>
                  <a:srgbClr val="F4F7FB"/>
                </a:solidFill>
                <a:latin typeface="Segoe UI"/>
                <a:ea typeface="Segoe UI"/>
                <a:cs typeface="Segoe UI"/>
              </a:defRPr>
            </a:lvl3pPr>
            <a:lvl4pPr algn="l">
              <a:defRPr sz="1350" b="1">
                <a:solidFill>
                  <a:srgbClr val="F4F7FB"/>
                </a:solidFill>
                <a:latin typeface="Segoe UI"/>
                <a:ea typeface="Segoe UI"/>
                <a:cs typeface="Segoe UI"/>
              </a:defRPr>
            </a:lvl4pPr>
            <a:lvl5pPr algn="l">
              <a:defRPr sz="1350" b="1">
                <a:solidFill>
                  <a:srgbClr val="F4F7FB"/>
                </a:solidFill>
                <a:latin typeface="Segoe UI"/>
                <a:ea typeface="Segoe UI"/>
                <a:cs typeface="Segoe UI"/>
              </a:defRPr>
            </a:lvl5pPr>
            <a:lvl6pPr algn="l">
              <a:defRPr sz="1350" b="1">
                <a:solidFill>
                  <a:srgbClr val="F4F7FB"/>
                </a:solidFill>
                <a:latin typeface="Segoe UI"/>
                <a:ea typeface="Segoe UI"/>
                <a:cs typeface="Segoe UI"/>
              </a:defRPr>
            </a:lvl6pPr>
            <a:lvl7pPr algn="l">
              <a:defRPr sz="1350" b="1">
                <a:solidFill>
                  <a:srgbClr val="F4F7FB"/>
                </a:solidFill>
                <a:latin typeface="Segoe UI"/>
                <a:ea typeface="Segoe UI"/>
                <a:cs typeface="Segoe UI"/>
              </a:defRPr>
            </a:lvl7pPr>
            <a:lvl8pPr algn="l">
              <a:defRPr sz="1350" b="1">
                <a:solidFill>
                  <a:srgbClr val="F4F7FB"/>
                </a:solidFill>
                <a:latin typeface="Segoe UI"/>
                <a:ea typeface="Segoe UI"/>
                <a:cs typeface="Segoe UI"/>
              </a:defRPr>
            </a:lvl8pPr>
            <a:lvl9pPr algn="l">
              <a:defRPr sz="1350" b="1">
                <a:solidFill>
                  <a:srgbClr val="F4F7FB"/>
                </a:solidFill>
                <a:latin typeface="Segoe UI"/>
                <a:ea typeface="Segoe UI"/>
                <a:cs typeface="Segoe UI"/>
              </a:defRPr>
            </a:lvl9pPr>
          </a:lstStyle>
          <a:p xmlns:a="http://schemas.openxmlformats.org/drawingml/2006/main">
            <a:pPr algn="l">
              <a:defRPr sz="1350" b="1">
                <a:solidFill>
                  <a:srgbClr val="F4F7FB"/>
                </a:solidFill>
                <a:latin typeface="Segoe UI"/>
                <a:ea typeface="Segoe UI"/>
                <a:cs typeface="Segoe UI"/>
              </a:defRPr>
            </a:pPr>
            <a:r>
              <a:rPr sz="1350" b="1">
                <a:solidFill>
                  <a:srgbClr val="F4F7FB"/>
                </a:solidFill>
                <a:latin typeface="Segoe UI"/>
                <a:ea typeface="Segoe UI"/>
                <a:cs typeface="Segoe UI"/>
              </a:rPr>
              <a:t>PolicyDecisionEngine C#</a:t>
            </a:r>
          </a:p>
        </p:txBody>
      </p:sp>
      <p:sp>
        <p:nvSpPr>
          <p:cNvPr id="23" name="S2_PhaseDDetail">
            <a:extLst xmlns:a="http://schemas.openxmlformats.org/drawingml/2006/main">
              <a:ext uri="{FF2B5EF4-FFF2-40B4-BE49-F238E27FC236}">
                <a16:creationId xmlns:a16="http://schemas.microsoft.com/office/drawing/2014/main" id="{A86687E0-1CF9-4ECF-A372-C249991EB026}"/>
              </a:ext>
            </a:extLst>
          </p:cNvPr>
          <p:cNvSpPr>
            <a:spLocks xmlns:a="http://schemas.openxmlformats.org/drawingml/2006/main" noGrp="1"/>
          </p:cNvSpPr>
          <p:nvPr/>
        </p:nvSpPr>
        <p:spPr>
          <a:xfrm xmlns:a="http://schemas.openxmlformats.org/drawingml/2006/main">
            <a:off x="8534400" y="264795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A6B3C4"/>
                </a:solidFill>
                <a:latin typeface="Segoe UI"/>
                <a:ea typeface="Segoe UI"/>
                <a:cs typeface="Segoe UI"/>
              </a:defRPr>
            </a:defPPr>
            <a:lvl1pPr algn="l">
              <a:defRPr sz="1050" b="0">
                <a:solidFill>
                  <a:srgbClr val="A6B3C4"/>
                </a:solidFill>
                <a:latin typeface="Segoe UI"/>
                <a:ea typeface="Segoe UI"/>
                <a:cs typeface="Segoe UI"/>
              </a:defRPr>
            </a:lvl1pPr>
            <a:lvl2pPr algn="l">
              <a:defRPr sz="1050" b="0">
                <a:solidFill>
                  <a:srgbClr val="A6B3C4"/>
                </a:solidFill>
                <a:latin typeface="Segoe UI"/>
                <a:ea typeface="Segoe UI"/>
                <a:cs typeface="Segoe UI"/>
              </a:defRPr>
            </a:lvl2pPr>
            <a:lvl3pPr algn="l">
              <a:defRPr sz="1050" b="0">
                <a:solidFill>
                  <a:srgbClr val="A6B3C4"/>
                </a:solidFill>
                <a:latin typeface="Segoe UI"/>
                <a:ea typeface="Segoe UI"/>
                <a:cs typeface="Segoe UI"/>
              </a:defRPr>
            </a:lvl3pPr>
            <a:lvl4pPr algn="l">
              <a:defRPr sz="1050" b="0">
                <a:solidFill>
                  <a:srgbClr val="A6B3C4"/>
                </a:solidFill>
                <a:latin typeface="Segoe UI"/>
                <a:ea typeface="Segoe UI"/>
                <a:cs typeface="Segoe UI"/>
              </a:defRPr>
            </a:lvl4pPr>
            <a:lvl5pPr algn="l">
              <a:defRPr sz="1050" b="0">
                <a:solidFill>
                  <a:srgbClr val="A6B3C4"/>
                </a:solidFill>
                <a:latin typeface="Segoe UI"/>
                <a:ea typeface="Segoe UI"/>
                <a:cs typeface="Segoe UI"/>
              </a:defRPr>
            </a:lvl5pPr>
            <a:lvl6pPr algn="l">
              <a:defRPr sz="1050" b="0">
                <a:solidFill>
                  <a:srgbClr val="A6B3C4"/>
                </a:solidFill>
                <a:latin typeface="Segoe UI"/>
                <a:ea typeface="Segoe UI"/>
                <a:cs typeface="Segoe UI"/>
              </a:defRPr>
            </a:lvl6pPr>
            <a:lvl7pPr algn="l">
              <a:defRPr sz="1050" b="0">
                <a:solidFill>
                  <a:srgbClr val="A6B3C4"/>
                </a:solidFill>
                <a:latin typeface="Segoe UI"/>
                <a:ea typeface="Segoe UI"/>
                <a:cs typeface="Segoe UI"/>
              </a:defRPr>
            </a:lvl7pPr>
            <a:lvl8pPr algn="l">
              <a:defRPr sz="1050" b="0">
                <a:solidFill>
                  <a:srgbClr val="A6B3C4"/>
                </a:solidFill>
                <a:latin typeface="Segoe UI"/>
                <a:ea typeface="Segoe UI"/>
                <a:cs typeface="Segoe UI"/>
              </a:defRPr>
            </a:lvl8pPr>
            <a:lvl9pPr algn="l">
              <a:defRPr sz="1050" b="0">
                <a:solidFill>
                  <a:srgbClr val="A6B3C4"/>
                </a:solidFill>
                <a:latin typeface="Segoe UI"/>
                <a:ea typeface="Segoe UI"/>
                <a:cs typeface="Segoe UI"/>
              </a:defRPr>
            </a:lvl9pPr>
          </a:lstStyle>
          <a:p xmlns:a="http://schemas.openxmlformats.org/drawingml/2006/main">
            <a:pPr algn="l">
              <a:defRPr sz="1050" b="0">
                <a:solidFill>
                  <a:srgbClr val="A6B3C4"/>
                </a:solidFill>
                <a:latin typeface="Segoe UI"/>
                <a:ea typeface="Segoe UI"/>
                <a:cs typeface="Segoe UI"/>
              </a:defRPr>
            </a:pPr>
            <a:r>
              <a:rPr sz="1050" b="0">
                <a:solidFill>
                  <a:srgbClr val="A6B3C4"/>
                </a:solidFill>
                <a:latin typeface="Segoe UI"/>
                <a:ea typeface="Segoe UI"/>
                <a:cs typeface="Segoe UI"/>
              </a:rPr>
              <a:t>Amount provenance + privacy category</a:t>
            </a:r>
          </a:p>
          <a:p xmlns:a="http://schemas.openxmlformats.org/drawingml/2006/main">
            <a:pPr algn="l">
              <a:defRPr sz="1050" b="0">
                <a:solidFill>
                  <a:srgbClr val="A6B3C4"/>
                </a:solidFill>
                <a:latin typeface="Segoe UI"/>
                <a:ea typeface="Segoe UI"/>
                <a:cs typeface="Segoe UI"/>
              </a:defRPr>
            </a:pPr>
            <a:r>
              <a:rPr sz="1050" b="0">
                <a:solidFill>
                  <a:srgbClr val="A6B3C4"/>
                </a:solidFill>
                <a:latin typeface="Segoe UI"/>
                <a:ea typeface="Segoe UI"/>
                <a:cs typeface="Segoe UI"/>
              </a:rPr>
              <a:t>Policy tất định; confidence không đổi rule</a:t>
            </a:r>
          </a:p>
        </p:txBody>
      </p:sp>
      <p:sp>
        <p:nvSpPr>
          <p:cNvPr id="24" name="S2_AutoBranch">
            <a:extLst xmlns:a="http://schemas.openxmlformats.org/drawingml/2006/main">
              <a:ext uri="{FF2B5EF4-FFF2-40B4-BE49-F238E27FC236}">
                <a16:creationId xmlns:a16="http://schemas.microsoft.com/office/drawing/2014/main" id="{CF48E7AE-8B20-45E6-A3E1-04DA7481431B}"/>
              </a:ext>
            </a:extLst>
          </p:cNvPr>
          <p:cNvSpPr>
            <a:spLocks xmlns:a="http://schemas.openxmlformats.org/drawingml/2006/main" noGrp="1"/>
          </p:cNvSpPr>
          <p:nvPr/>
        </p:nvSpPr>
        <p:spPr>
          <a:xfrm xmlns:a="http://schemas.openxmlformats.org/drawingml/2006/main">
            <a:off x="8534400" y="3295650"/>
            <a:ext cx="1257300" cy="495300"/>
          </a:xfrm>
          <a:prstGeom xmlns:a="http://schemas.openxmlformats.org/drawingml/2006/main" prst="roundRect">
            <a:avLst>
              <a:gd name="adj" fmla="val 11538"/>
            </a:avLst>
          </a:prstGeom>
          <a:solidFill xmlns:a="http://schemas.openxmlformats.org/drawingml/2006/main">
            <a:srgbClr val="162A42"/>
          </a:solidFill>
          <a:ln xmlns:a="http://schemas.openxmlformats.org/drawingml/2006/main" w="9525">
            <a:solidFill>
              <a:srgbClr val="4FAF91"/>
            </a:solidFill>
            <a:prstDash val="solid"/>
          </a:ln>
        </p:spPr>
      </p:sp>
      <p:sp>
        <p:nvSpPr>
          <p:cNvPr id="25" name="S2_AutoBranchText">
            <a:extLst xmlns:a="http://schemas.openxmlformats.org/drawingml/2006/main">
              <a:ext uri="{FF2B5EF4-FFF2-40B4-BE49-F238E27FC236}">
                <a16:creationId xmlns:a16="http://schemas.microsoft.com/office/drawing/2014/main" id="{96A01E4D-B22E-4E42-9597-992C12353FB0}"/>
              </a:ext>
            </a:extLst>
          </p:cNvPr>
          <p:cNvSpPr>
            <a:spLocks xmlns:a="http://schemas.openxmlformats.org/drawingml/2006/main" noGrp="1"/>
          </p:cNvSpPr>
          <p:nvPr/>
        </p:nvSpPr>
        <p:spPr>
          <a:xfrm xmlns:a="http://schemas.openxmlformats.org/drawingml/2006/main">
            <a:off x="8610600" y="3371850"/>
            <a:ext cx="1104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975" b="1">
                <a:solidFill>
                  <a:srgbClr val="4FAF91"/>
                </a:solidFill>
                <a:latin typeface="Segoe UI"/>
                <a:ea typeface="Segoe UI"/>
                <a:cs typeface="Segoe UI"/>
              </a:defRPr>
            </a:defPPr>
            <a:lvl1pPr algn="ctr">
              <a:defRPr sz="975" b="1">
                <a:solidFill>
                  <a:srgbClr val="4FAF91"/>
                </a:solidFill>
                <a:latin typeface="Segoe UI"/>
                <a:ea typeface="Segoe UI"/>
                <a:cs typeface="Segoe UI"/>
              </a:defRPr>
            </a:lvl1pPr>
            <a:lvl2pPr algn="ctr">
              <a:defRPr sz="975" b="1">
                <a:solidFill>
                  <a:srgbClr val="4FAF91"/>
                </a:solidFill>
                <a:latin typeface="Segoe UI"/>
                <a:ea typeface="Segoe UI"/>
                <a:cs typeface="Segoe UI"/>
              </a:defRPr>
            </a:lvl2pPr>
            <a:lvl3pPr algn="ctr">
              <a:defRPr sz="975" b="1">
                <a:solidFill>
                  <a:srgbClr val="4FAF91"/>
                </a:solidFill>
                <a:latin typeface="Segoe UI"/>
                <a:ea typeface="Segoe UI"/>
                <a:cs typeface="Segoe UI"/>
              </a:defRPr>
            </a:lvl3pPr>
            <a:lvl4pPr algn="ctr">
              <a:defRPr sz="975" b="1">
                <a:solidFill>
                  <a:srgbClr val="4FAF91"/>
                </a:solidFill>
                <a:latin typeface="Segoe UI"/>
                <a:ea typeface="Segoe UI"/>
                <a:cs typeface="Segoe UI"/>
              </a:defRPr>
            </a:lvl4pPr>
            <a:lvl5pPr algn="ctr">
              <a:defRPr sz="975" b="1">
                <a:solidFill>
                  <a:srgbClr val="4FAF91"/>
                </a:solidFill>
                <a:latin typeface="Segoe UI"/>
                <a:ea typeface="Segoe UI"/>
                <a:cs typeface="Segoe UI"/>
              </a:defRPr>
            </a:lvl5pPr>
            <a:lvl6pPr algn="ctr">
              <a:defRPr sz="975" b="1">
                <a:solidFill>
                  <a:srgbClr val="4FAF91"/>
                </a:solidFill>
                <a:latin typeface="Segoe UI"/>
                <a:ea typeface="Segoe UI"/>
                <a:cs typeface="Segoe UI"/>
              </a:defRPr>
            </a:lvl6pPr>
            <a:lvl7pPr algn="ctr">
              <a:defRPr sz="975" b="1">
                <a:solidFill>
                  <a:srgbClr val="4FAF91"/>
                </a:solidFill>
                <a:latin typeface="Segoe UI"/>
                <a:ea typeface="Segoe UI"/>
                <a:cs typeface="Segoe UI"/>
              </a:defRPr>
            </a:lvl7pPr>
            <a:lvl8pPr algn="ctr">
              <a:defRPr sz="975" b="1">
                <a:solidFill>
                  <a:srgbClr val="4FAF91"/>
                </a:solidFill>
                <a:latin typeface="Segoe UI"/>
                <a:ea typeface="Segoe UI"/>
                <a:cs typeface="Segoe UI"/>
              </a:defRPr>
            </a:lvl8pPr>
            <a:lvl9pPr algn="ctr">
              <a:defRPr sz="975" b="1">
                <a:solidFill>
                  <a:srgbClr val="4FAF91"/>
                </a:solidFill>
                <a:latin typeface="Segoe UI"/>
                <a:ea typeface="Segoe UI"/>
                <a:cs typeface="Segoe UI"/>
              </a:defRPr>
            </a:lvl9pPr>
          </a:lstStyle>
          <a:p xmlns:a="http://schemas.openxmlformats.org/drawingml/2006/main">
            <a:pPr algn="ctr">
              <a:defRPr sz="975" b="1">
                <a:solidFill>
                  <a:srgbClr val="4FAF91"/>
                </a:solidFill>
                <a:latin typeface="Segoe UI"/>
                <a:ea typeface="Segoe UI"/>
                <a:cs typeface="Segoe UI"/>
              </a:defRPr>
            </a:pPr>
            <a:r>
              <a:rPr sz="975" b="1">
                <a:solidFill>
                  <a:srgbClr val="4FAF91"/>
                </a:solidFill>
                <a:latin typeface="Segoe UI"/>
                <a:ea typeface="Segoe UI"/>
                <a:cs typeface="Segoe UI"/>
              </a:rPr>
              <a:t>AUTO_APPROVE</a:t>
            </a:r>
          </a:p>
          <a:p xmlns:a="http://schemas.openxmlformats.org/drawingml/2006/main">
            <a:pPr algn="ctr">
              <a:defRPr sz="975" b="1">
                <a:solidFill>
                  <a:srgbClr val="4FAF91"/>
                </a:solidFill>
                <a:latin typeface="Segoe UI"/>
                <a:ea typeface="Segoe UI"/>
                <a:cs typeface="Segoe UI"/>
              </a:defRPr>
            </a:pPr>
            <a:r>
              <a:rPr sz="975" b="1">
                <a:solidFill>
                  <a:srgbClr val="4FAF91"/>
                </a:solidFill>
                <a:latin typeface="Segoe UI"/>
                <a:ea typeface="Segoe UI"/>
                <a:cs typeface="Segoe UI"/>
              </a:rPr>
              <a:t>Ghi lịch sử</a:t>
            </a:r>
          </a:p>
        </p:txBody>
      </p:sp>
      <p:sp>
        <p:nvSpPr>
          <p:cNvPr id="26" name="S2_EscalateBranch">
            <a:extLst xmlns:a="http://schemas.openxmlformats.org/drawingml/2006/main">
              <a:ext uri="{FF2B5EF4-FFF2-40B4-BE49-F238E27FC236}">
                <a16:creationId xmlns:a16="http://schemas.microsoft.com/office/drawing/2014/main" id="{34571E99-F4D3-44E0-BCA8-2CAECDBD8E41}"/>
              </a:ext>
            </a:extLst>
          </p:cNvPr>
          <p:cNvSpPr>
            <a:spLocks xmlns:a="http://schemas.openxmlformats.org/drawingml/2006/main" noGrp="1"/>
          </p:cNvSpPr>
          <p:nvPr/>
        </p:nvSpPr>
        <p:spPr>
          <a:xfrm xmlns:a="http://schemas.openxmlformats.org/drawingml/2006/main">
            <a:off x="9944100" y="3295650"/>
            <a:ext cx="1352550" cy="495300"/>
          </a:xfrm>
          <a:prstGeom xmlns:a="http://schemas.openxmlformats.org/drawingml/2006/main" prst="roundRect">
            <a:avLst>
              <a:gd name="adj" fmla="val 11538"/>
            </a:avLst>
          </a:prstGeom>
          <a:solidFill xmlns:a="http://schemas.openxmlformats.org/drawingml/2006/main">
            <a:srgbClr val="162A42"/>
          </a:solidFill>
          <a:ln xmlns:a="http://schemas.openxmlformats.org/drawingml/2006/main" w="9525">
            <a:solidFill>
              <a:srgbClr val="C59A4A"/>
            </a:solidFill>
            <a:prstDash val="solid"/>
          </a:ln>
        </p:spPr>
      </p:sp>
      <p:sp>
        <p:nvSpPr>
          <p:cNvPr id="27" name="S2_EscalateBranchText">
            <a:extLst xmlns:a="http://schemas.openxmlformats.org/drawingml/2006/main">
              <a:ext uri="{FF2B5EF4-FFF2-40B4-BE49-F238E27FC236}">
                <a16:creationId xmlns:a16="http://schemas.microsoft.com/office/drawing/2014/main" id="{E1A73DBC-EF77-4B89-97E0-4BAA2B7AE80F}"/>
              </a:ext>
            </a:extLst>
          </p:cNvPr>
          <p:cNvSpPr>
            <a:spLocks xmlns:a="http://schemas.openxmlformats.org/drawingml/2006/main" noGrp="1"/>
          </p:cNvSpPr>
          <p:nvPr/>
        </p:nvSpPr>
        <p:spPr>
          <a:xfrm xmlns:a="http://schemas.openxmlformats.org/drawingml/2006/main">
            <a:off x="10020300" y="3371850"/>
            <a:ext cx="1200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825" b="1">
                <a:solidFill>
                  <a:srgbClr val="C59A4A"/>
                </a:solidFill>
                <a:latin typeface="Segoe UI"/>
                <a:ea typeface="Segoe UI"/>
                <a:cs typeface="Segoe UI"/>
              </a:defRPr>
            </a:defPPr>
            <a:lvl1pPr algn="ctr">
              <a:defRPr sz="825" b="1">
                <a:solidFill>
                  <a:srgbClr val="C59A4A"/>
                </a:solidFill>
                <a:latin typeface="Segoe UI"/>
                <a:ea typeface="Segoe UI"/>
                <a:cs typeface="Segoe UI"/>
              </a:defRPr>
            </a:lvl1pPr>
            <a:lvl2pPr algn="ctr">
              <a:defRPr sz="825" b="1">
                <a:solidFill>
                  <a:srgbClr val="C59A4A"/>
                </a:solidFill>
                <a:latin typeface="Segoe UI"/>
                <a:ea typeface="Segoe UI"/>
                <a:cs typeface="Segoe UI"/>
              </a:defRPr>
            </a:lvl2pPr>
            <a:lvl3pPr algn="ctr">
              <a:defRPr sz="825" b="1">
                <a:solidFill>
                  <a:srgbClr val="C59A4A"/>
                </a:solidFill>
                <a:latin typeface="Segoe UI"/>
                <a:ea typeface="Segoe UI"/>
                <a:cs typeface="Segoe UI"/>
              </a:defRPr>
            </a:lvl3pPr>
            <a:lvl4pPr algn="ctr">
              <a:defRPr sz="825" b="1">
                <a:solidFill>
                  <a:srgbClr val="C59A4A"/>
                </a:solidFill>
                <a:latin typeface="Segoe UI"/>
                <a:ea typeface="Segoe UI"/>
                <a:cs typeface="Segoe UI"/>
              </a:defRPr>
            </a:lvl4pPr>
            <a:lvl5pPr algn="ctr">
              <a:defRPr sz="825" b="1">
                <a:solidFill>
                  <a:srgbClr val="C59A4A"/>
                </a:solidFill>
                <a:latin typeface="Segoe UI"/>
                <a:ea typeface="Segoe UI"/>
                <a:cs typeface="Segoe UI"/>
              </a:defRPr>
            </a:lvl5pPr>
            <a:lvl6pPr algn="ctr">
              <a:defRPr sz="825" b="1">
                <a:solidFill>
                  <a:srgbClr val="C59A4A"/>
                </a:solidFill>
                <a:latin typeface="Segoe UI"/>
                <a:ea typeface="Segoe UI"/>
                <a:cs typeface="Segoe UI"/>
              </a:defRPr>
            </a:lvl6pPr>
            <a:lvl7pPr algn="ctr">
              <a:defRPr sz="825" b="1">
                <a:solidFill>
                  <a:srgbClr val="C59A4A"/>
                </a:solidFill>
                <a:latin typeface="Segoe UI"/>
                <a:ea typeface="Segoe UI"/>
                <a:cs typeface="Segoe UI"/>
              </a:defRPr>
            </a:lvl7pPr>
            <a:lvl8pPr algn="ctr">
              <a:defRPr sz="825" b="1">
                <a:solidFill>
                  <a:srgbClr val="C59A4A"/>
                </a:solidFill>
                <a:latin typeface="Segoe UI"/>
                <a:ea typeface="Segoe UI"/>
                <a:cs typeface="Segoe UI"/>
              </a:defRPr>
            </a:lvl8pPr>
            <a:lvl9pPr algn="ctr">
              <a:defRPr sz="825" b="1">
                <a:solidFill>
                  <a:srgbClr val="C59A4A"/>
                </a:solidFill>
                <a:latin typeface="Segoe UI"/>
                <a:ea typeface="Segoe UI"/>
                <a:cs typeface="Segoe UI"/>
              </a:defRPr>
            </a:lvl9pPr>
          </a:lstStyle>
          <a:p xmlns:a="http://schemas.openxmlformats.org/drawingml/2006/main">
            <a:pPr algn="ctr">
              <a:defRPr sz="825" b="1">
                <a:solidFill>
                  <a:srgbClr val="C59A4A"/>
                </a:solidFill>
                <a:latin typeface="Segoe UI"/>
                <a:ea typeface="Segoe UI"/>
                <a:cs typeface="Segoe UI"/>
              </a:defRPr>
            </a:pPr>
            <a:r>
              <a:rPr sz="825" b="1">
                <a:solidFill>
                  <a:srgbClr val="C59A4A"/>
                </a:solidFill>
                <a:latin typeface="Segoe UI"/>
                <a:ea typeface="Segoe UI"/>
                <a:cs typeface="Segoe UI"/>
              </a:rPr>
              <a:t>ESCALATE_*</a:t>
            </a:r>
          </a:p>
          <a:p xmlns:a="http://schemas.openxmlformats.org/drawingml/2006/main">
            <a:pPr algn="ctr">
              <a:defRPr sz="825" b="1">
                <a:solidFill>
                  <a:srgbClr val="C59A4A"/>
                </a:solidFill>
                <a:latin typeface="Segoe UI"/>
                <a:ea typeface="Segoe UI"/>
                <a:cs typeface="Segoe UI"/>
              </a:defRPr>
            </a:pPr>
            <a:r>
              <a:rPr sz="825" b="1">
                <a:solidFill>
                  <a:srgbClr val="C59A4A"/>
                </a:solidFill>
                <a:latin typeface="Segoe UI"/>
                <a:ea typeface="Segoe UI"/>
                <a:cs typeface="Segoe UI"/>
              </a:rPr>
              <a:t>FACT • POLICY • PRIVACY</a:t>
            </a:r>
          </a:p>
        </p:txBody>
      </p:sp>
      <p:sp>
        <p:nvSpPr>
          <p:cNvPr id="28" name="S2_InputHuman">
            <a:extLst xmlns:a="http://schemas.openxmlformats.org/drawingml/2006/main">
              <a:ext uri="{FF2B5EF4-FFF2-40B4-BE49-F238E27FC236}">
                <a16:creationId xmlns:a16="http://schemas.microsoft.com/office/drawing/2014/main" id="{223533F5-D3DC-48F3-86A8-6746184DFCF7}"/>
              </a:ext>
            </a:extLst>
          </p:cNvPr>
          <p:cNvSpPr>
            <a:spLocks xmlns:a="http://schemas.openxmlformats.org/drawingml/2006/main" noGrp="1"/>
          </p:cNvSpPr>
          <p:nvPr/>
        </p:nvSpPr>
        <p:spPr>
          <a:xfrm xmlns:a="http://schemas.openxmlformats.org/drawingml/2006/main">
            <a:off x="1885950" y="4171950"/>
            <a:ext cx="3105150" cy="1352550"/>
          </a:xfrm>
          <a:prstGeom xmlns:a="http://schemas.openxmlformats.org/drawingml/2006/main" prst="roundRect">
            <a:avLst>
              <a:gd name="adj" fmla="val 4225"/>
            </a:avLst>
          </a:prstGeom>
          <a:solidFill xmlns:a="http://schemas.openxmlformats.org/drawingml/2006/main">
            <a:srgbClr val="162A42"/>
          </a:solidFill>
          <a:ln xmlns:a="http://schemas.openxmlformats.org/drawingml/2006/main" w="9525">
            <a:solidFill>
              <a:srgbClr val="4FAF91"/>
            </a:solidFill>
            <a:prstDash val="solid"/>
          </a:ln>
        </p:spPr>
      </p:sp>
      <p:sp>
        <p:nvSpPr>
          <p:cNvPr id="29" name="S2_InputHumanTitle">
            <a:extLst xmlns:a="http://schemas.openxmlformats.org/drawingml/2006/main">
              <a:ext uri="{FF2B5EF4-FFF2-40B4-BE49-F238E27FC236}">
                <a16:creationId xmlns:a16="http://schemas.microsoft.com/office/drawing/2014/main" id="{36EA8625-4D1A-464D-975C-2B07EF648493}"/>
              </a:ext>
            </a:extLst>
          </p:cNvPr>
          <p:cNvSpPr>
            <a:spLocks xmlns:a="http://schemas.openxmlformats.org/drawingml/2006/main" noGrp="1"/>
          </p:cNvSpPr>
          <p:nvPr/>
        </p:nvSpPr>
        <p:spPr>
          <a:xfrm xmlns:a="http://schemas.openxmlformats.org/drawingml/2006/main">
            <a:off x="2057400" y="43624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F4F7FB"/>
                </a:solidFill>
                <a:latin typeface="Segoe UI"/>
                <a:ea typeface="Segoe UI"/>
                <a:cs typeface="Segoe UI"/>
              </a:defRPr>
            </a:defPPr>
            <a:lvl1pPr algn="l">
              <a:defRPr sz="1275" b="1">
                <a:solidFill>
                  <a:srgbClr val="F4F7FB"/>
                </a:solidFill>
                <a:latin typeface="Segoe UI"/>
                <a:ea typeface="Segoe UI"/>
                <a:cs typeface="Segoe UI"/>
              </a:defRPr>
            </a:lvl1pPr>
            <a:lvl2pPr algn="l">
              <a:defRPr sz="1275" b="1">
                <a:solidFill>
                  <a:srgbClr val="F4F7FB"/>
                </a:solidFill>
                <a:latin typeface="Segoe UI"/>
                <a:ea typeface="Segoe UI"/>
                <a:cs typeface="Segoe UI"/>
              </a:defRPr>
            </a:lvl2pPr>
            <a:lvl3pPr algn="l">
              <a:defRPr sz="1275" b="1">
                <a:solidFill>
                  <a:srgbClr val="F4F7FB"/>
                </a:solidFill>
                <a:latin typeface="Segoe UI"/>
                <a:ea typeface="Segoe UI"/>
                <a:cs typeface="Segoe UI"/>
              </a:defRPr>
            </a:lvl3pPr>
            <a:lvl4pPr algn="l">
              <a:defRPr sz="1275" b="1">
                <a:solidFill>
                  <a:srgbClr val="F4F7FB"/>
                </a:solidFill>
                <a:latin typeface="Segoe UI"/>
                <a:ea typeface="Segoe UI"/>
                <a:cs typeface="Segoe UI"/>
              </a:defRPr>
            </a:lvl4pPr>
            <a:lvl5pPr algn="l">
              <a:defRPr sz="1275" b="1">
                <a:solidFill>
                  <a:srgbClr val="F4F7FB"/>
                </a:solidFill>
                <a:latin typeface="Segoe UI"/>
                <a:ea typeface="Segoe UI"/>
                <a:cs typeface="Segoe UI"/>
              </a:defRPr>
            </a:lvl5pPr>
            <a:lvl6pPr algn="l">
              <a:defRPr sz="1275" b="1">
                <a:solidFill>
                  <a:srgbClr val="F4F7FB"/>
                </a:solidFill>
                <a:latin typeface="Segoe UI"/>
                <a:ea typeface="Segoe UI"/>
                <a:cs typeface="Segoe UI"/>
              </a:defRPr>
            </a:lvl6pPr>
            <a:lvl7pPr algn="l">
              <a:defRPr sz="1275" b="1">
                <a:solidFill>
                  <a:srgbClr val="F4F7FB"/>
                </a:solidFill>
                <a:latin typeface="Segoe UI"/>
                <a:ea typeface="Segoe UI"/>
                <a:cs typeface="Segoe UI"/>
              </a:defRPr>
            </a:lvl7pPr>
            <a:lvl8pPr algn="l">
              <a:defRPr sz="1275" b="1">
                <a:solidFill>
                  <a:srgbClr val="F4F7FB"/>
                </a:solidFill>
                <a:latin typeface="Segoe UI"/>
                <a:ea typeface="Segoe UI"/>
                <a:cs typeface="Segoe UI"/>
              </a:defRPr>
            </a:lvl8pPr>
            <a:lvl9pPr algn="l">
              <a:defRPr sz="1275" b="1">
                <a:solidFill>
                  <a:srgbClr val="F4F7FB"/>
                </a:solidFill>
                <a:latin typeface="Segoe UI"/>
                <a:ea typeface="Segoe UI"/>
                <a:cs typeface="Segoe UI"/>
              </a:defRPr>
            </a:lvl9pPr>
          </a:lstStyle>
          <a:p xmlns:a="http://schemas.openxmlformats.org/drawingml/2006/main">
            <a:pPr algn="l">
              <a:defRPr sz="1275" b="1">
                <a:solidFill>
                  <a:srgbClr val="F4F7FB"/>
                </a:solidFill>
                <a:latin typeface="Segoe UI"/>
                <a:ea typeface="Segoe UI"/>
                <a:cs typeface="Segoe UI"/>
              </a:defRPr>
            </a:pPr>
            <a:r>
              <a:rPr sz="1275" b="1">
                <a:solidFill>
                  <a:srgbClr val="F4F7FB"/>
                </a:solidFill>
                <a:latin typeface="Segoe UI"/>
                <a:ea typeface="Segoe UI"/>
                <a:cs typeface="Segoe UI"/>
              </a:rPr>
              <a:t>Người gửi</a:t>
            </a:r>
          </a:p>
        </p:txBody>
      </p:sp>
      <p:sp>
        <p:nvSpPr>
          <p:cNvPr id="30" name="S2_InputHumanDetail">
            <a:extLst xmlns:a="http://schemas.openxmlformats.org/drawingml/2006/main">
              <a:ext uri="{FF2B5EF4-FFF2-40B4-BE49-F238E27FC236}">
                <a16:creationId xmlns:a16="http://schemas.microsoft.com/office/drawing/2014/main" id="{7FA2213D-3D49-4801-A494-46B384128744}"/>
              </a:ext>
            </a:extLst>
          </p:cNvPr>
          <p:cNvSpPr>
            <a:spLocks xmlns:a="http://schemas.openxmlformats.org/drawingml/2006/main" noGrp="1"/>
          </p:cNvSpPr>
          <p:nvPr/>
        </p:nvSpPr>
        <p:spPr>
          <a:xfrm xmlns:a="http://schemas.openxmlformats.org/drawingml/2006/main">
            <a:off x="2057400" y="47625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A6B3C4"/>
                </a:solidFill>
                <a:latin typeface="Segoe UI"/>
                <a:ea typeface="Segoe UI"/>
                <a:cs typeface="Segoe UI"/>
              </a:defRPr>
            </a:defPPr>
            <a:lvl1pPr algn="l">
              <a:defRPr sz="1050" b="0">
                <a:solidFill>
                  <a:srgbClr val="A6B3C4"/>
                </a:solidFill>
                <a:latin typeface="Segoe UI"/>
                <a:ea typeface="Segoe UI"/>
                <a:cs typeface="Segoe UI"/>
              </a:defRPr>
            </a:lvl1pPr>
            <a:lvl2pPr algn="l">
              <a:defRPr sz="1050" b="0">
                <a:solidFill>
                  <a:srgbClr val="A6B3C4"/>
                </a:solidFill>
                <a:latin typeface="Segoe UI"/>
                <a:ea typeface="Segoe UI"/>
                <a:cs typeface="Segoe UI"/>
              </a:defRPr>
            </a:lvl2pPr>
            <a:lvl3pPr algn="l">
              <a:defRPr sz="1050" b="0">
                <a:solidFill>
                  <a:srgbClr val="A6B3C4"/>
                </a:solidFill>
                <a:latin typeface="Segoe UI"/>
                <a:ea typeface="Segoe UI"/>
                <a:cs typeface="Segoe UI"/>
              </a:defRPr>
            </a:lvl3pPr>
            <a:lvl4pPr algn="l">
              <a:defRPr sz="1050" b="0">
                <a:solidFill>
                  <a:srgbClr val="A6B3C4"/>
                </a:solidFill>
                <a:latin typeface="Segoe UI"/>
                <a:ea typeface="Segoe UI"/>
                <a:cs typeface="Segoe UI"/>
              </a:defRPr>
            </a:lvl4pPr>
            <a:lvl5pPr algn="l">
              <a:defRPr sz="1050" b="0">
                <a:solidFill>
                  <a:srgbClr val="A6B3C4"/>
                </a:solidFill>
                <a:latin typeface="Segoe UI"/>
                <a:ea typeface="Segoe UI"/>
                <a:cs typeface="Segoe UI"/>
              </a:defRPr>
            </a:lvl5pPr>
            <a:lvl6pPr algn="l">
              <a:defRPr sz="1050" b="0">
                <a:solidFill>
                  <a:srgbClr val="A6B3C4"/>
                </a:solidFill>
                <a:latin typeface="Segoe UI"/>
                <a:ea typeface="Segoe UI"/>
                <a:cs typeface="Segoe UI"/>
              </a:defRPr>
            </a:lvl6pPr>
            <a:lvl7pPr algn="l">
              <a:defRPr sz="1050" b="0">
                <a:solidFill>
                  <a:srgbClr val="A6B3C4"/>
                </a:solidFill>
                <a:latin typeface="Segoe UI"/>
                <a:ea typeface="Segoe UI"/>
                <a:cs typeface="Segoe UI"/>
              </a:defRPr>
            </a:lvl7pPr>
            <a:lvl8pPr algn="l">
              <a:defRPr sz="1050" b="0">
                <a:solidFill>
                  <a:srgbClr val="A6B3C4"/>
                </a:solidFill>
                <a:latin typeface="Segoe UI"/>
                <a:ea typeface="Segoe UI"/>
                <a:cs typeface="Segoe UI"/>
              </a:defRPr>
            </a:lvl8pPr>
            <a:lvl9pPr algn="l">
              <a:defRPr sz="1050" b="0">
                <a:solidFill>
                  <a:srgbClr val="A6B3C4"/>
                </a:solidFill>
                <a:latin typeface="Segoe UI"/>
                <a:ea typeface="Segoe UI"/>
                <a:cs typeface="Segoe UI"/>
              </a:defRPr>
            </a:lvl9pPr>
          </a:lstStyle>
          <a:p xmlns:a="http://schemas.openxmlformats.org/drawingml/2006/main">
            <a:pPr algn="l">
              <a:defRPr sz="1050" b="0">
                <a:solidFill>
                  <a:srgbClr val="A6B3C4"/>
                </a:solidFill>
                <a:latin typeface="Segoe UI"/>
                <a:ea typeface="Segoe UI"/>
                <a:cs typeface="Segoe UI"/>
              </a:defRPr>
            </a:pPr>
            <a:r>
              <a:rPr sz="1050" b="0">
                <a:solidFill>
                  <a:srgbClr val="A6B3C4"/>
                </a:solidFill>
                <a:latin typeface="Segoe UI"/>
                <a:ea typeface="Segoe UI"/>
                <a:cs typeface="Segoe UI"/>
              </a:rPr>
              <a:t>Chọn tối đa 10 ảnh và metadata. Số tiền là tùy chọn.</a:t>
            </a:r>
          </a:p>
        </p:txBody>
      </p:sp>
      <p:sp>
        <p:nvSpPr>
          <p:cNvPr id="31" name="S2_ProcessHuman">
            <a:extLst xmlns:a="http://schemas.openxmlformats.org/drawingml/2006/main">
              <a:ext uri="{FF2B5EF4-FFF2-40B4-BE49-F238E27FC236}">
                <a16:creationId xmlns:a16="http://schemas.microsoft.com/office/drawing/2014/main" id="{2BAA5168-FDC6-41FA-9BAE-EC94A61D0F59}"/>
              </a:ext>
            </a:extLst>
          </p:cNvPr>
          <p:cNvSpPr>
            <a:spLocks xmlns:a="http://schemas.openxmlformats.org/drawingml/2006/main" noGrp="1"/>
          </p:cNvSpPr>
          <p:nvPr/>
        </p:nvSpPr>
        <p:spPr>
          <a:xfrm xmlns:a="http://schemas.openxmlformats.org/drawingml/2006/main">
            <a:off x="5124450" y="4171950"/>
            <a:ext cx="3105150" cy="1352550"/>
          </a:xfrm>
          <a:prstGeom xmlns:a="http://schemas.openxmlformats.org/drawingml/2006/main" prst="roundRect">
            <a:avLst>
              <a:gd name="adj" fmla="val 4225"/>
            </a:avLst>
          </a:prstGeom>
          <a:solidFill xmlns:a="http://schemas.openxmlformats.org/drawingml/2006/main">
            <a:srgbClr val="162A42"/>
          </a:solidFill>
          <a:ln xmlns:a="http://schemas.openxmlformats.org/drawingml/2006/main" w="9525">
            <a:solidFill>
              <a:srgbClr val="4FAF91"/>
            </a:solidFill>
            <a:prstDash val="solid"/>
          </a:ln>
        </p:spPr>
      </p:sp>
      <p:sp>
        <p:nvSpPr>
          <p:cNvPr id="32" name="S2_ProcessHumanTitle">
            <a:extLst xmlns:a="http://schemas.openxmlformats.org/drawingml/2006/main">
              <a:ext uri="{FF2B5EF4-FFF2-40B4-BE49-F238E27FC236}">
                <a16:creationId xmlns:a16="http://schemas.microsoft.com/office/drawing/2014/main" id="{4EC9A57A-1741-48F1-8FE3-E050EBAE8E10}"/>
              </a:ext>
            </a:extLst>
          </p:cNvPr>
          <p:cNvSpPr>
            <a:spLocks xmlns:a="http://schemas.openxmlformats.org/drawingml/2006/main" noGrp="1"/>
          </p:cNvSpPr>
          <p:nvPr/>
        </p:nvSpPr>
        <p:spPr>
          <a:xfrm xmlns:a="http://schemas.openxmlformats.org/drawingml/2006/main">
            <a:off x="5295900" y="43624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F4F7FB"/>
                </a:solidFill>
                <a:latin typeface="Segoe UI"/>
                <a:ea typeface="Segoe UI"/>
                <a:cs typeface="Segoe UI"/>
              </a:defRPr>
            </a:defPPr>
            <a:lvl1pPr algn="l">
              <a:defRPr sz="1275" b="1">
                <a:solidFill>
                  <a:srgbClr val="F4F7FB"/>
                </a:solidFill>
                <a:latin typeface="Segoe UI"/>
                <a:ea typeface="Segoe UI"/>
                <a:cs typeface="Segoe UI"/>
              </a:defRPr>
            </a:lvl1pPr>
            <a:lvl2pPr algn="l">
              <a:defRPr sz="1275" b="1">
                <a:solidFill>
                  <a:srgbClr val="F4F7FB"/>
                </a:solidFill>
                <a:latin typeface="Segoe UI"/>
                <a:ea typeface="Segoe UI"/>
                <a:cs typeface="Segoe UI"/>
              </a:defRPr>
            </a:lvl2pPr>
            <a:lvl3pPr algn="l">
              <a:defRPr sz="1275" b="1">
                <a:solidFill>
                  <a:srgbClr val="F4F7FB"/>
                </a:solidFill>
                <a:latin typeface="Segoe UI"/>
                <a:ea typeface="Segoe UI"/>
                <a:cs typeface="Segoe UI"/>
              </a:defRPr>
            </a:lvl3pPr>
            <a:lvl4pPr algn="l">
              <a:defRPr sz="1275" b="1">
                <a:solidFill>
                  <a:srgbClr val="F4F7FB"/>
                </a:solidFill>
                <a:latin typeface="Segoe UI"/>
                <a:ea typeface="Segoe UI"/>
                <a:cs typeface="Segoe UI"/>
              </a:defRPr>
            </a:lvl4pPr>
            <a:lvl5pPr algn="l">
              <a:defRPr sz="1275" b="1">
                <a:solidFill>
                  <a:srgbClr val="F4F7FB"/>
                </a:solidFill>
                <a:latin typeface="Segoe UI"/>
                <a:ea typeface="Segoe UI"/>
                <a:cs typeface="Segoe UI"/>
              </a:defRPr>
            </a:lvl5pPr>
            <a:lvl6pPr algn="l">
              <a:defRPr sz="1275" b="1">
                <a:solidFill>
                  <a:srgbClr val="F4F7FB"/>
                </a:solidFill>
                <a:latin typeface="Segoe UI"/>
                <a:ea typeface="Segoe UI"/>
                <a:cs typeface="Segoe UI"/>
              </a:defRPr>
            </a:lvl6pPr>
            <a:lvl7pPr algn="l">
              <a:defRPr sz="1275" b="1">
                <a:solidFill>
                  <a:srgbClr val="F4F7FB"/>
                </a:solidFill>
                <a:latin typeface="Segoe UI"/>
                <a:ea typeface="Segoe UI"/>
                <a:cs typeface="Segoe UI"/>
              </a:defRPr>
            </a:lvl7pPr>
            <a:lvl8pPr algn="l">
              <a:defRPr sz="1275" b="1">
                <a:solidFill>
                  <a:srgbClr val="F4F7FB"/>
                </a:solidFill>
                <a:latin typeface="Segoe UI"/>
                <a:ea typeface="Segoe UI"/>
                <a:cs typeface="Segoe UI"/>
              </a:defRPr>
            </a:lvl8pPr>
            <a:lvl9pPr algn="l">
              <a:defRPr sz="1275" b="1">
                <a:solidFill>
                  <a:srgbClr val="F4F7FB"/>
                </a:solidFill>
                <a:latin typeface="Segoe UI"/>
                <a:ea typeface="Segoe UI"/>
                <a:cs typeface="Segoe UI"/>
              </a:defRPr>
            </a:lvl9pPr>
          </a:lstStyle>
          <a:p xmlns:a="http://schemas.openxmlformats.org/drawingml/2006/main">
            <a:pPr algn="l">
              <a:defRPr sz="1275" b="1">
                <a:solidFill>
                  <a:srgbClr val="F4F7FB"/>
                </a:solidFill>
                <a:latin typeface="Segoe UI"/>
                <a:ea typeface="Segoe UI"/>
                <a:cs typeface="Segoe UI"/>
              </a:defRPr>
            </a:pPr>
            <a:r>
              <a:rPr sz="1275" b="1">
                <a:solidFill>
                  <a:srgbClr val="F4F7FB"/>
                </a:solidFill>
                <a:latin typeface="Segoe UI"/>
                <a:ea typeface="Segoe UI"/>
                <a:cs typeface="Segoe UI"/>
              </a:rPr>
              <a:t>Người vận hành</a:t>
            </a:r>
          </a:p>
        </p:txBody>
      </p:sp>
      <p:sp>
        <p:nvSpPr>
          <p:cNvPr id="33" name="S2_ProcessHumanDetail">
            <a:extLst xmlns:a="http://schemas.openxmlformats.org/drawingml/2006/main">
              <a:ext uri="{FF2B5EF4-FFF2-40B4-BE49-F238E27FC236}">
                <a16:creationId xmlns:a16="http://schemas.microsoft.com/office/drawing/2014/main" id="{F7BED0B7-E350-45AD-88D4-7D8453A9D5AE}"/>
              </a:ext>
            </a:extLst>
          </p:cNvPr>
          <p:cNvSpPr>
            <a:spLocks xmlns:a="http://schemas.openxmlformats.org/drawingml/2006/main" noGrp="1"/>
          </p:cNvSpPr>
          <p:nvPr/>
        </p:nvSpPr>
        <p:spPr>
          <a:xfrm xmlns:a="http://schemas.openxmlformats.org/drawingml/2006/main">
            <a:off x="5295900" y="4714875"/>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A6B3C4"/>
                </a:solidFill>
                <a:latin typeface="Segoe UI"/>
                <a:ea typeface="Segoe UI"/>
                <a:cs typeface="Segoe UI"/>
              </a:defRPr>
            </a:defPPr>
            <a:lvl1pPr algn="l">
              <a:defRPr sz="1050" b="0">
                <a:solidFill>
                  <a:srgbClr val="A6B3C4"/>
                </a:solidFill>
                <a:latin typeface="Segoe UI"/>
                <a:ea typeface="Segoe UI"/>
                <a:cs typeface="Segoe UI"/>
              </a:defRPr>
            </a:lvl1pPr>
            <a:lvl2pPr algn="l">
              <a:defRPr sz="1050" b="0">
                <a:solidFill>
                  <a:srgbClr val="A6B3C4"/>
                </a:solidFill>
                <a:latin typeface="Segoe UI"/>
                <a:ea typeface="Segoe UI"/>
                <a:cs typeface="Segoe UI"/>
              </a:defRPr>
            </a:lvl2pPr>
            <a:lvl3pPr algn="l">
              <a:defRPr sz="1050" b="0">
                <a:solidFill>
                  <a:srgbClr val="A6B3C4"/>
                </a:solidFill>
                <a:latin typeface="Segoe UI"/>
                <a:ea typeface="Segoe UI"/>
                <a:cs typeface="Segoe UI"/>
              </a:defRPr>
            </a:lvl3pPr>
            <a:lvl4pPr algn="l">
              <a:defRPr sz="1050" b="0">
                <a:solidFill>
                  <a:srgbClr val="A6B3C4"/>
                </a:solidFill>
                <a:latin typeface="Segoe UI"/>
                <a:ea typeface="Segoe UI"/>
                <a:cs typeface="Segoe UI"/>
              </a:defRPr>
            </a:lvl4pPr>
            <a:lvl5pPr algn="l">
              <a:defRPr sz="1050" b="0">
                <a:solidFill>
                  <a:srgbClr val="A6B3C4"/>
                </a:solidFill>
                <a:latin typeface="Segoe UI"/>
                <a:ea typeface="Segoe UI"/>
                <a:cs typeface="Segoe UI"/>
              </a:defRPr>
            </a:lvl5pPr>
            <a:lvl6pPr algn="l">
              <a:defRPr sz="1050" b="0">
                <a:solidFill>
                  <a:srgbClr val="A6B3C4"/>
                </a:solidFill>
                <a:latin typeface="Segoe UI"/>
                <a:ea typeface="Segoe UI"/>
                <a:cs typeface="Segoe UI"/>
              </a:defRPr>
            </a:lvl6pPr>
            <a:lvl7pPr algn="l">
              <a:defRPr sz="1050" b="0">
                <a:solidFill>
                  <a:srgbClr val="A6B3C4"/>
                </a:solidFill>
                <a:latin typeface="Segoe UI"/>
                <a:ea typeface="Segoe UI"/>
                <a:cs typeface="Segoe UI"/>
              </a:defRPr>
            </a:lvl7pPr>
            <a:lvl8pPr algn="l">
              <a:defRPr sz="1050" b="0">
                <a:solidFill>
                  <a:srgbClr val="A6B3C4"/>
                </a:solidFill>
                <a:latin typeface="Segoe UI"/>
                <a:ea typeface="Segoe UI"/>
                <a:cs typeface="Segoe UI"/>
              </a:defRPr>
            </a:lvl8pPr>
            <a:lvl9pPr algn="l">
              <a:defRPr sz="1050" b="0">
                <a:solidFill>
                  <a:srgbClr val="A6B3C4"/>
                </a:solidFill>
                <a:latin typeface="Segoe UI"/>
                <a:ea typeface="Segoe UI"/>
                <a:cs typeface="Segoe UI"/>
              </a:defRPr>
            </a:lvl9pPr>
          </a:lstStyle>
          <a:p xmlns:a="http://schemas.openxmlformats.org/drawingml/2006/main">
            <a:pPr algn="l">
              <a:defRPr sz="1050" b="0">
                <a:solidFill>
                  <a:srgbClr val="A6B3C4"/>
                </a:solidFill>
                <a:latin typeface="Segoe UI"/>
                <a:ea typeface="Segoe UI"/>
                <a:cs typeface="Segoe UI"/>
              </a:defRPr>
            </a:pPr>
            <a:r>
              <a:rPr sz="1050" b="0">
                <a:solidFill>
                  <a:srgbClr val="A6B3C4"/>
                </a:solidFill>
                <a:latin typeface="Segoe UI"/>
                <a:ea typeface="Segoe UI"/>
                <a:cs typeface="Segoe UI"/>
              </a:rPr>
              <a:t>Thấy từng job đã xếp hàng và tiếp tục thao tác; không chờ request AI.</a:t>
            </a:r>
          </a:p>
        </p:txBody>
      </p:sp>
      <p:sp>
        <p:nvSpPr>
          <p:cNvPr id="34" name="S2_OutputHuman">
            <a:extLst xmlns:a="http://schemas.openxmlformats.org/drawingml/2006/main">
              <a:ext uri="{FF2B5EF4-FFF2-40B4-BE49-F238E27FC236}">
                <a16:creationId xmlns:a16="http://schemas.microsoft.com/office/drawing/2014/main" id="{00C177E1-60FC-4E3D-99C6-BCA2C4D7F1D2}"/>
              </a:ext>
            </a:extLst>
          </p:cNvPr>
          <p:cNvSpPr>
            <a:spLocks xmlns:a="http://schemas.openxmlformats.org/drawingml/2006/main" noGrp="1"/>
          </p:cNvSpPr>
          <p:nvPr/>
        </p:nvSpPr>
        <p:spPr>
          <a:xfrm xmlns:a="http://schemas.openxmlformats.org/drawingml/2006/main">
            <a:off x="8362950" y="4171950"/>
            <a:ext cx="3105150" cy="1352550"/>
          </a:xfrm>
          <a:prstGeom xmlns:a="http://schemas.openxmlformats.org/drawingml/2006/main" prst="roundRect">
            <a:avLst>
              <a:gd name="adj" fmla="val 4225"/>
            </a:avLst>
          </a:prstGeom>
          <a:solidFill xmlns:a="http://schemas.openxmlformats.org/drawingml/2006/main">
            <a:srgbClr val="162A42"/>
          </a:solidFill>
          <a:ln xmlns:a="http://schemas.openxmlformats.org/drawingml/2006/main" w="9525">
            <a:solidFill>
              <a:srgbClr val="4FAF91"/>
            </a:solidFill>
            <a:prstDash val="solid"/>
          </a:ln>
        </p:spPr>
      </p:sp>
      <p:sp>
        <p:nvSpPr>
          <p:cNvPr id="35" name="S2_Gate9">
            <a:extLst xmlns:a="http://schemas.openxmlformats.org/drawingml/2006/main">
              <a:ext uri="{FF2B5EF4-FFF2-40B4-BE49-F238E27FC236}">
                <a16:creationId xmlns:a16="http://schemas.microsoft.com/office/drawing/2014/main" id="{565AAF8B-83A5-44D5-AB0C-4C9AD7A8DE00}"/>
              </a:ext>
            </a:extLst>
          </p:cNvPr>
          <p:cNvSpPr>
            <a:spLocks xmlns:a="http://schemas.openxmlformats.org/drawingml/2006/main" noGrp="1"/>
          </p:cNvSpPr>
          <p:nvPr/>
        </p:nvSpPr>
        <p:spPr>
          <a:xfrm xmlns:a="http://schemas.openxmlformats.org/drawingml/2006/main">
            <a:off x="8534400" y="4324350"/>
            <a:ext cx="781050" cy="266700"/>
          </a:xfrm>
          <a:prstGeom xmlns:a="http://schemas.openxmlformats.org/drawingml/2006/main" prst="roundRect">
            <a:avLst>
              <a:gd name="adj" fmla="val 21429"/>
            </a:avLst>
          </a:prstGeom>
          <a:solidFill xmlns:a="http://schemas.openxmlformats.org/drawingml/2006/main">
            <a:srgbClr val="4FAF91"/>
          </a:solidFill>
          <a:ln xmlns:a="http://schemas.openxmlformats.org/drawingml/2006/main" w="9525">
            <a:solidFill>
              <a:srgbClr val="4FAF91"/>
            </a:solidFill>
            <a:prstDash val="solid"/>
          </a:ln>
        </p:spPr>
        <p:txBody>
          <a:bodyPr xmlns:a="http://schemas.openxmlformats.org/drawingml/2006/main" lIns="47625" tIns="0" rIns="47625" bIns="0" anchor="ctr">
            <a:noAutofit/>
          </a:bodyPr>
          <a:lstStyle xmlns:a="http://schemas.openxmlformats.org/drawingml/2006/main">
            <a:defPPr algn="ctr">
              <a:defRPr sz="900" b="1">
                <a:solidFill>
                  <a:srgbClr val="091522"/>
                </a:solidFill>
                <a:latin typeface="Segoe UI"/>
                <a:ea typeface="Segoe UI"/>
                <a:cs typeface="Segoe UI"/>
              </a:defRPr>
            </a:defPPr>
            <a:lvl1pPr algn="ctr">
              <a:defRPr sz="900" b="1">
                <a:solidFill>
                  <a:srgbClr val="091522"/>
                </a:solidFill>
                <a:latin typeface="Segoe UI"/>
                <a:ea typeface="Segoe UI"/>
                <a:cs typeface="Segoe UI"/>
              </a:defRPr>
            </a:lvl1pPr>
            <a:lvl2pPr algn="ctr">
              <a:defRPr sz="900" b="1">
                <a:solidFill>
                  <a:srgbClr val="091522"/>
                </a:solidFill>
                <a:latin typeface="Segoe UI"/>
                <a:ea typeface="Segoe UI"/>
                <a:cs typeface="Segoe UI"/>
              </a:defRPr>
            </a:lvl2pPr>
            <a:lvl3pPr algn="ctr">
              <a:defRPr sz="900" b="1">
                <a:solidFill>
                  <a:srgbClr val="091522"/>
                </a:solidFill>
                <a:latin typeface="Segoe UI"/>
                <a:ea typeface="Segoe UI"/>
                <a:cs typeface="Segoe UI"/>
              </a:defRPr>
            </a:lvl3pPr>
            <a:lvl4pPr algn="ctr">
              <a:defRPr sz="900" b="1">
                <a:solidFill>
                  <a:srgbClr val="091522"/>
                </a:solidFill>
                <a:latin typeface="Segoe UI"/>
                <a:ea typeface="Segoe UI"/>
                <a:cs typeface="Segoe UI"/>
              </a:defRPr>
            </a:lvl4pPr>
            <a:lvl5pPr algn="ctr">
              <a:defRPr sz="900" b="1">
                <a:solidFill>
                  <a:srgbClr val="091522"/>
                </a:solidFill>
                <a:latin typeface="Segoe UI"/>
                <a:ea typeface="Segoe UI"/>
                <a:cs typeface="Segoe UI"/>
              </a:defRPr>
            </a:lvl5pPr>
            <a:lvl6pPr algn="ctr">
              <a:defRPr sz="900" b="1">
                <a:solidFill>
                  <a:srgbClr val="091522"/>
                </a:solidFill>
                <a:latin typeface="Segoe UI"/>
                <a:ea typeface="Segoe UI"/>
                <a:cs typeface="Segoe UI"/>
              </a:defRPr>
            </a:lvl6pPr>
            <a:lvl7pPr algn="ctr">
              <a:defRPr sz="900" b="1">
                <a:solidFill>
                  <a:srgbClr val="091522"/>
                </a:solidFill>
                <a:latin typeface="Segoe UI"/>
                <a:ea typeface="Segoe UI"/>
                <a:cs typeface="Segoe UI"/>
              </a:defRPr>
            </a:lvl7pPr>
            <a:lvl8pPr algn="ctr">
              <a:defRPr sz="900" b="1">
                <a:solidFill>
                  <a:srgbClr val="091522"/>
                </a:solidFill>
                <a:latin typeface="Segoe UI"/>
                <a:ea typeface="Segoe UI"/>
                <a:cs typeface="Segoe UI"/>
              </a:defRPr>
            </a:lvl8pPr>
            <a:lvl9pPr algn="ctr">
              <a:defRPr sz="900" b="1">
                <a:solidFill>
                  <a:srgbClr val="091522"/>
                </a:solidFill>
                <a:latin typeface="Segoe UI"/>
                <a:ea typeface="Segoe UI"/>
                <a:cs typeface="Segoe UI"/>
              </a:defRPr>
            </a:lvl9pPr>
          </a:lstStyle>
          <a:p xmlns:a="http://schemas.openxmlformats.org/drawingml/2006/main">
            <a:pPr algn="ctr">
              <a:defRPr sz="900" b="1">
                <a:solidFill>
                  <a:srgbClr val="091522"/>
                </a:solidFill>
                <a:latin typeface="Segoe UI"/>
                <a:ea typeface="Segoe UI"/>
                <a:cs typeface="Segoe UI"/>
              </a:defRPr>
            </a:pPr>
            <a:r>
              <a:rPr sz="900" b="1">
                <a:solidFill>
                  <a:srgbClr val="091522"/>
                </a:solidFill>
                <a:latin typeface="Segoe UI"/>
                <a:ea typeface="Segoe UI"/>
                <a:cs typeface="Segoe UI"/>
              </a:rPr>
              <a:t>GATE 9</a:t>
            </a:r>
          </a:p>
        </p:txBody>
      </p:sp>
      <p:sp>
        <p:nvSpPr>
          <p:cNvPr id="36" name="S2_OutputHumanDetail">
            <a:extLst xmlns:a="http://schemas.openxmlformats.org/drawingml/2006/main">
              <a:ext uri="{FF2B5EF4-FFF2-40B4-BE49-F238E27FC236}">
                <a16:creationId xmlns:a16="http://schemas.microsoft.com/office/drawing/2014/main" id="{B7D477F7-81EB-4037-B9B2-36545B35D802}"/>
              </a:ext>
            </a:extLst>
          </p:cNvPr>
          <p:cNvSpPr>
            <a:spLocks xmlns:a="http://schemas.openxmlformats.org/drawingml/2006/main" noGrp="1"/>
          </p:cNvSpPr>
          <p:nvPr/>
        </p:nvSpPr>
        <p:spPr>
          <a:xfrm xmlns:a="http://schemas.openxmlformats.org/drawingml/2006/main">
            <a:off x="9467850" y="4305300"/>
            <a:ext cx="1828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1">
                <a:solidFill>
                  <a:srgbClr val="F4F7FB"/>
                </a:solidFill>
                <a:latin typeface="Segoe UI"/>
                <a:ea typeface="Segoe UI"/>
                <a:cs typeface="Segoe UI"/>
              </a:defRPr>
            </a:defPPr>
            <a:lvl1pPr algn="l">
              <a:defRPr sz="1125" b="1">
                <a:solidFill>
                  <a:srgbClr val="F4F7FB"/>
                </a:solidFill>
                <a:latin typeface="Segoe UI"/>
                <a:ea typeface="Segoe UI"/>
                <a:cs typeface="Segoe UI"/>
              </a:defRPr>
            </a:lvl1pPr>
            <a:lvl2pPr algn="l">
              <a:defRPr sz="1125" b="1">
                <a:solidFill>
                  <a:srgbClr val="F4F7FB"/>
                </a:solidFill>
                <a:latin typeface="Segoe UI"/>
                <a:ea typeface="Segoe UI"/>
                <a:cs typeface="Segoe UI"/>
              </a:defRPr>
            </a:lvl2pPr>
            <a:lvl3pPr algn="l">
              <a:defRPr sz="1125" b="1">
                <a:solidFill>
                  <a:srgbClr val="F4F7FB"/>
                </a:solidFill>
                <a:latin typeface="Segoe UI"/>
                <a:ea typeface="Segoe UI"/>
                <a:cs typeface="Segoe UI"/>
              </a:defRPr>
            </a:lvl3pPr>
            <a:lvl4pPr algn="l">
              <a:defRPr sz="1125" b="1">
                <a:solidFill>
                  <a:srgbClr val="F4F7FB"/>
                </a:solidFill>
                <a:latin typeface="Segoe UI"/>
                <a:ea typeface="Segoe UI"/>
                <a:cs typeface="Segoe UI"/>
              </a:defRPr>
            </a:lvl4pPr>
            <a:lvl5pPr algn="l">
              <a:defRPr sz="1125" b="1">
                <a:solidFill>
                  <a:srgbClr val="F4F7FB"/>
                </a:solidFill>
                <a:latin typeface="Segoe UI"/>
                <a:ea typeface="Segoe UI"/>
                <a:cs typeface="Segoe UI"/>
              </a:defRPr>
            </a:lvl5pPr>
            <a:lvl6pPr algn="l">
              <a:defRPr sz="1125" b="1">
                <a:solidFill>
                  <a:srgbClr val="F4F7FB"/>
                </a:solidFill>
                <a:latin typeface="Segoe UI"/>
                <a:ea typeface="Segoe UI"/>
                <a:cs typeface="Segoe UI"/>
              </a:defRPr>
            </a:lvl6pPr>
            <a:lvl7pPr algn="l">
              <a:defRPr sz="1125" b="1">
                <a:solidFill>
                  <a:srgbClr val="F4F7FB"/>
                </a:solidFill>
                <a:latin typeface="Segoe UI"/>
                <a:ea typeface="Segoe UI"/>
                <a:cs typeface="Segoe UI"/>
              </a:defRPr>
            </a:lvl7pPr>
            <a:lvl8pPr algn="l">
              <a:defRPr sz="1125" b="1">
                <a:solidFill>
                  <a:srgbClr val="F4F7FB"/>
                </a:solidFill>
                <a:latin typeface="Segoe UI"/>
                <a:ea typeface="Segoe UI"/>
                <a:cs typeface="Segoe UI"/>
              </a:defRPr>
            </a:lvl8pPr>
            <a:lvl9pPr algn="l">
              <a:defRPr sz="1125" b="1">
                <a:solidFill>
                  <a:srgbClr val="F4F7FB"/>
                </a:solidFill>
                <a:latin typeface="Segoe UI"/>
                <a:ea typeface="Segoe UI"/>
                <a:cs typeface="Segoe UI"/>
              </a:defRPr>
            </a:lvl9pPr>
          </a:lstStyle>
          <a:p xmlns:a="http://schemas.openxmlformats.org/drawingml/2006/main">
            <a:pPr algn="l">
              <a:defRPr sz="1125" b="1">
                <a:solidFill>
                  <a:srgbClr val="F4F7FB"/>
                </a:solidFill>
                <a:latin typeface="Segoe UI"/>
                <a:ea typeface="Segoe UI"/>
                <a:cs typeface="Segoe UI"/>
              </a:defRPr>
            </a:pPr>
            <a:r>
              <a:rPr sz="1125" b="1">
                <a:solidFill>
                  <a:srgbClr val="F4F7FB"/>
                </a:solidFill>
                <a:latin typeface="Segoe UI"/>
                <a:ea typeface="Segoe UI"/>
                <a:cs typeface="Segoe UI"/>
              </a:rPr>
              <a:t>Nhân viên chuyển tiếp</a:t>
            </a:r>
          </a:p>
          <a:p xmlns:a="http://schemas.openxmlformats.org/drawingml/2006/main">
            <a:pPr algn="l">
              <a:defRPr sz="1125" b="1">
                <a:solidFill>
                  <a:srgbClr val="F4F7FB"/>
                </a:solidFill>
                <a:latin typeface="Segoe UI"/>
                <a:ea typeface="Segoe UI"/>
                <a:cs typeface="Segoe UI"/>
              </a:defRPr>
            </a:pPr>
            <a:r>
              <a:rPr sz="1125" b="1">
                <a:solidFill>
                  <a:srgbClr val="F4F7FB"/>
                </a:solidFill>
                <a:latin typeface="Segoe UI"/>
                <a:ea typeface="Segoe UI"/>
                <a:cs typeface="Segoe UI"/>
              </a:rPr>
              <a:t>Quản lý trả lời CÓ / KHÔNG</a:t>
            </a:r>
          </a:p>
          <a:p xmlns:a="http://schemas.openxmlformats.org/drawingml/2006/main">
            <a:pPr algn="l">
              <a:defRPr sz="1125" b="1">
                <a:solidFill>
                  <a:srgbClr val="F4F7FB"/>
                </a:solidFill>
                <a:latin typeface="Segoe UI"/>
                <a:ea typeface="Segoe UI"/>
                <a:cs typeface="Segoe UI"/>
              </a:defRPr>
            </a:pPr>
            <a:r>
              <a:rPr sz="1125" b="1">
                <a:solidFill>
                  <a:srgbClr val="F4F7FB"/>
                </a:solidFill>
                <a:latin typeface="Segoe UI"/>
                <a:ea typeface="Segoe UI"/>
                <a:cs typeface="Segoe UI"/>
              </a:rPr>
              <a:t>Audit + CSV tháng</a:t>
            </a:r>
          </a:p>
        </p:txBody>
      </p:sp>
      <p:sp>
        <p:nvSpPr>
          <p:cNvPr id="37" name="S2_AuthorityBand">
            <a:extLst xmlns:a="http://schemas.openxmlformats.org/drawingml/2006/main">
              <a:ext uri="{FF2B5EF4-FFF2-40B4-BE49-F238E27FC236}">
                <a16:creationId xmlns:a16="http://schemas.microsoft.com/office/drawing/2014/main" id="{74A5FD1D-4D42-4709-99E6-11B879E721ED}"/>
              </a:ext>
            </a:extLst>
          </p:cNvPr>
          <p:cNvSpPr>
            <a:spLocks xmlns:a="http://schemas.openxmlformats.org/drawingml/2006/main" noGrp="1"/>
          </p:cNvSpPr>
          <p:nvPr/>
        </p:nvSpPr>
        <p:spPr>
          <a:xfrm xmlns:a="http://schemas.openxmlformats.org/drawingml/2006/main">
            <a:off x="552450" y="5772150"/>
            <a:ext cx="11087100" cy="457200"/>
          </a:xfrm>
          <a:prstGeom xmlns:a="http://schemas.openxmlformats.org/drawingml/2006/main" prst="roundRect">
            <a:avLst>
              <a:gd name="adj" fmla="val 12500"/>
            </a:avLst>
          </a:prstGeom>
          <a:solidFill xmlns:a="http://schemas.openxmlformats.org/drawingml/2006/main">
            <a:srgbClr val="162A42"/>
          </a:solidFill>
          <a:ln xmlns:a="http://schemas.openxmlformats.org/drawingml/2006/main" w="9525">
            <a:solidFill>
              <a:srgbClr val="31445C"/>
            </a:solidFill>
            <a:prstDash val="solid"/>
          </a:ln>
        </p:spPr>
      </p:sp>
      <p:sp>
        <p:nvSpPr>
          <p:cNvPr id="38" name="S2_AuthorityAI">
            <a:extLst xmlns:a="http://schemas.openxmlformats.org/drawingml/2006/main">
              <a:ext uri="{FF2B5EF4-FFF2-40B4-BE49-F238E27FC236}">
                <a16:creationId xmlns:a16="http://schemas.microsoft.com/office/drawing/2014/main" id="{4CE849BC-5F6E-4990-B123-68AF546C4D70}"/>
              </a:ext>
            </a:extLst>
          </p:cNvPr>
          <p:cNvSpPr>
            <a:spLocks xmlns:a="http://schemas.openxmlformats.org/drawingml/2006/main" noGrp="1"/>
          </p:cNvSpPr>
          <p:nvPr/>
        </p:nvSpPr>
        <p:spPr>
          <a:xfrm xmlns:a="http://schemas.openxmlformats.org/drawingml/2006/main">
            <a:off x="742950" y="589597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00" b="1">
                <a:solidFill>
                  <a:srgbClr val="5F8FD8"/>
                </a:solidFill>
                <a:latin typeface="Segoe UI"/>
                <a:ea typeface="Segoe UI"/>
                <a:cs typeface="Segoe UI"/>
              </a:defRPr>
            </a:defPPr>
            <a:lvl1pPr algn="ctr">
              <a:defRPr sz="1200" b="1">
                <a:solidFill>
                  <a:srgbClr val="5F8FD8"/>
                </a:solidFill>
                <a:latin typeface="Segoe UI"/>
                <a:ea typeface="Segoe UI"/>
                <a:cs typeface="Segoe UI"/>
              </a:defRPr>
            </a:lvl1pPr>
            <a:lvl2pPr algn="ctr">
              <a:defRPr sz="1200" b="1">
                <a:solidFill>
                  <a:srgbClr val="5F8FD8"/>
                </a:solidFill>
                <a:latin typeface="Segoe UI"/>
                <a:ea typeface="Segoe UI"/>
                <a:cs typeface="Segoe UI"/>
              </a:defRPr>
            </a:lvl2pPr>
            <a:lvl3pPr algn="ctr">
              <a:defRPr sz="1200" b="1">
                <a:solidFill>
                  <a:srgbClr val="5F8FD8"/>
                </a:solidFill>
                <a:latin typeface="Segoe UI"/>
                <a:ea typeface="Segoe UI"/>
                <a:cs typeface="Segoe UI"/>
              </a:defRPr>
            </a:lvl3pPr>
            <a:lvl4pPr algn="ctr">
              <a:defRPr sz="1200" b="1">
                <a:solidFill>
                  <a:srgbClr val="5F8FD8"/>
                </a:solidFill>
                <a:latin typeface="Segoe UI"/>
                <a:ea typeface="Segoe UI"/>
                <a:cs typeface="Segoe UI"/>
              </a:defRPr>
            </a:lvl4pPr>
            <a:lvl5pPr algn="ctr">
              <a:defRPr sz="1200" b="1">
                <a:solidFill>
                  <a:srgbClr val="5F8FD8"/>
                </a:solidFill>
                <a:latin typeface="Segoe UI"/>
                <a:ea typeface="Segoe UI"/>
                <a:cs typeface="Segoe UI"/>
              </a:defRPr>
            </a:lvl5pPr>
            <a:lvl6pPr algn="ctr">
              <a:defRPr sz="1200" b="1">
                <a:solidFill>
                  <a:srgbClr val="5F8FD8"/>
                </a:solidFill>
                <a:latin typeface="Segoe UI"/>
                <a:ea typeface="Segoe UI"/>
                <a:cs typeface="Segoe UI"/>
              </a:defRPr>
            </a:lvl6pPr>
            <a:lvl7pPr algn="ctr">
              <a:defRPr sz="1200" b="1">
                <a:solidFill>
                  <a:srgbClr val="5F8FD8"/>
                </a:solidFill>
                <a:latin typeface="Segoe UI"/>
                <a:ea typeface="Segoe UI"/>
                <a:cs typeface="Segoe UI"/>
              </a:defRPr>
            </a:lvl7pPr>
            <a:lvl8pPr algn="ctr">
              <a:defRPr sz="1200" b="1">
                <a:solidFill>
                  <a:srgbClr val="5F8FD8"/>
                </a:solidFill>
                <a:latin typeface="Segoe UI"/>
                <a:ea typeface="Segoe UI"/>
                <a:cs typeface="Segoe UI"/>
              </a:defRPr>
            </a:lvl8pPr>
            <a:lvl9pPr algn="ctr">
              <a:defRPr sz="1200" b="1">
                <a:solidFill>
                  <a:srgbClr val="5F8FD8"/>
                </a:solidFill>
                <a:latin typeface="Segoe UI"/>
                <a:ea typeface="Segoe UI"/>
                <a:cs typeface="Segoe UI"/>
              </a:defRPr>
            </a:lvl9pPr>
          </a:lstStyle>
          <a:p xmlns:a="http://schemas.openxmlformats.org/drawingml/2006/main">
            <a:pPr algn="ctr">
              <a:defRPr sz="1200" b="1">
                <a:solidFill>
                  <a:srgbClr val="5F8FD8"/>
                </a:solidFill>
                <a:latin typeface="Segoe UI"/>
                <a:ea typeface="Segoe UI"/>
                <a:cs typeface="Segoe UI"/>
              </a:defRPr>
            </a:pPr>
            <a:r>
              <a:rPr sz="1200" b="1">
                <a:solidFill>
                  <a:srgbClr val="5F8FD8"/>
                </a:solidFill>
                <a:latin typeface="Segoe UI"/>
                <a:ea typeface="Segoe UI"/>
                <a:cs typeface="Segoe UI"/>
              </a:rPr>
              <a:t>AI: FACT</a:t>
            </a:r>
          </a:p>
        </p:txBody>
      </p:sp>
      <p:sp>
        <p:nvSpPr>
          <p:cNvPr id="39" name="S2_AuthorityPolicy">
            <a:extLst xmlns:a="http://schemas.openxmlformats.org/drawingml/2006/main">
              <a:ext uri="{FF2B5EF4-FFF2-40B4-BE49-F238E27FC236}">
                <a16:creationId xmlns:a16="http://schemas.microsoft.com/office/drawing/2014/main" id="{D3DF1E00-C4E9-4A3C-852B-236E5C090546}"/>
              </a:ext>
            </a:extLst>
          </p:cNvPr>
          <p:cNvSpPr>
            <a:spLocks xmlns:a="http://schemas.openxmlformats.org/drawingml/2006/main" noGrp="1"/>
          </p:cNvSpPr>
          <p:nvPr/>
        </p:nvSpPr>
        <p:spPr>
          <a:xfrm xmlns:a="http://schemas.openxmlformats.org/drawingml/2006/main">
            <a:off x="4667250" y="589597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00" b="1">
                <a:solidFill>
                  <a:srgbClr val="C59A4A"/>
                </a:solidFill>
                <a:latin typeface="Segoe UI"/>
                <a:ea typeface="Segoe UI"/>
                <a:cs typeface="Segoe UI"/>
              </a:defRPr>
            </a:defPPr>
            <a:lvl1pPr algn="ctr">
              <a:defRPr sz="1200" b="1">
                <a:solidFill>
                  <a:srgbClr val="C59A4A"/>
                </a:solidFill>
                <a:latin typeface="Segoe UI"/>
                <a:ea typeface="Segoe UI"/>
                <a:cs typeface="Segoe UI"/>
              </a:defRPr>
            </a:lvl1pPr>
            <a:lvl2pPr algn="ctr">
              <a:defRPr sz="1200" b="1">
                <a:solidFill>
                  <a:srgbClr val="C59A4A"/>
                </a:solidFill>
                <a:latin typeface="Segoe UI"/>
                <a:ea typeface="Segoe UI"/>
                <a:cs typeface="Segoe UI"/>
              </a:defRPr>
            </a:lvl2pPr>
            <a:lvl3pPr algn="ctr">
              <a:defRPr sz="1200" b="1">
                <a:solidFill>
                  <a:srgbClr val="C59A4A"/>
                </a:solidFill>
                <a:latin typeface="Segoe UI"/>
                <a:ea typeface="Segoe UI"/>
                <a:cs typeface="Segoe UI"/>
              </a:defRPr>
            </a:lvl3pPr>
            <a:lvl4pPr algn="ctr">
              <a:defRPr sz="1200" b="1">
                <a:solidFill>
                  <a:srgbClr val="C59A4A"/>
                </a:solidFill>
                <a:latin typeface="Segoe UI"/>
                <a:ea typeface="Segoe UI"/>
                <a:cs typeface="Segoe UI"/>
              </a:defRPr>
            </a:lvl4pPr>
            <a:lvl5pPr algn="ctr">
              <a:defRPr sz="1200" b="1">
                <a:solidFill>
                  <a:srgbClr val="C59A4A"/>
                </a:solidFill>
                <a:latin typeface="Segoe UI"/>
                <a:ea typeface="Segoe UI"/>
                <a:cs typeface="Segoe UI"/>
              </a:defRPr>
            </a:lvl5pPr>
            <a:lvl6pPr algn="ctr">
              <a:defRPr sz="1200" b="1">
                <a:solidFill>
                  <a:srgbClr val="C59A4A"/>
                </a:solidFill>
                <a:latin typeface="Segoe UI"/>
                <a:ea typeface="Segoe UI"/>
                <a:cs typeface="Segoe UI"/>
              </a:defRPr>
            </a:lvl6pPr>
            <a:lvl7pPr algn="ctr">
              <a:defRPr sz="1200" b="1">
                <a:solidFill>
                  <a:srgbClr val="C59A4A"/>
                </a:solidFill>
                <a:latin typeface="Segoe UI"/>
                <a:ea typeface="Segoe UI"/>
                <a:cs typeface="Segoe UI"/>
              </a:defRPr>
            </a:lvl7pPr>
            <a:lvl8pPr algn="ctr">
              <a:defRPr sz="1200" b="1">
                <a:solidFill>
                  <a:srgbClr val="C59A4A"/>
                </a:solidFill>
                <a:latin typeface="Segoe UI"/>
                <a:ea typeface="Segoe UI"/>
                <a:cs typeface="Segoe UI"/>
              </a:defRPr>
            </a:lvl8pPr>
            <a:lvl9pPr algn="ctr">
              <a:defRPr sz="1200" b="1">
                <a:solidFill>
                  <a:srgbClr val="C59A4A"/>
                </a:solidFill>
                <a:latin typeface="Segoe UI"/>
                <a:ea typeface="Segoe UI"/>
                <a:cs typeface="Segoe UI"/>
              </a:defRPr>
            </a:lvl9pPr>
          </a:lstStyle>
          <a:p xmlns:a="http://schemas.openxmlformats.org/drawingml/2006/main">
            <a:pPr algn="ctr">
              <a:defRPr sz="1200" b="1">
                <a:solidFill>
                  <a:srgbClr val="C59A4A"/>
                </a:solidFill>
                <a:latin typeface="Segoe UI"/>
                <a:ea typeface="Segoe UI"/>
                <a:cs typeface="Segoe UI"/>
              </a:defRPr>
            </a:pPr>
            <a:r>
              <a:rPr sz="1200" b="1">
                <a:solidFill>
                  <a:srgbClr val="C59A4A"/>
                </a:solidFill>
                <a:latin typeface="Segoe UI"/>
                <a:ea typeface="Segoe UI"/>
                <a:cs typeface="Segoe UI"/>
              </a:rPr>
              <a:t>C# ENGINE: POLICY</a:t>
            </a:r>
          </a:p>
        </p:txBody>
      </p:sp>
      <p:sp>
        <p:nvSpPr>
          <p:cNvPr id="40" name="S2_AuthorityHuman">
            <a:extLst xmlns:a="http://schemas.openxmlformats.org/drawingml/2006/main">
              <a:ext uri="{FF2B5EF4-FFF2-40B4-BE49-F238E27FC236}">
                <a16:creationId xmlns:a16="http://schemas.microsoft.com/office/drawing/2014/main" id="{63CD4C41-8A24-490A-A523-720829877453}"/>
              </a:ext>
            </a:extLst>
          </p:cNvPr>
          <p:cNvSpPr>
            <a:spLocks xmlns:a="http://schemas.openxmlformats.org/drawingml/2006/main" noGrp="1"/>
          </p:cNvSpPr>
          <p:nvPr/>
        </p:nvSpPr>
        <p:spPr>
          <a:xfrm xmlns:a="http://schemas.openxmlformats.org/drawingml/2006/main">
            <a:off x="8248650" y="5895975"/>
            <a:ext cx="320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00" b="1">
                <a:solidFill>
                  <a:srgbClr val="4FAF91"/>
                </a:solidFill>
                <a:latin typeface="Segoe UI"/>
                <a:ea typeface="Segoe UI"/>
                <a:cs typeface="Segoe UI"/>
              </a:defRPr>
            </a:defPPr>
            <a:lvl1pPr algn="ctr">
              <a:defRPr sz="1200" b="1">
                <a:solidFill>
                  <a:srgbClr val="4FAF91"/>
                </a:solidFill>
                <a:latin typeface="Segoe UI"/>
                <a:ea typeface="Segoe UI"/>
                <a:cs typeface="Segoe UI"/>
              </a:defRPr>
            </a:lvl1pPr>
            <a:lvl2pPr algn="ctr">
              <a:defRPr sz="1200" b="1">
                <a:solidFill>
                  <a:srgbClr val="4FAF91"/>
                </a:solidFill>
                <a:latin typeface="Segoe UI"/>
                <a:ea typeface="Segoe UI"/>
                <a:cs typeface="Segoe UI"/>
              </a:defRPr>
            </a:lvl2pPr>
            <a:lvl3pPr algn="ctr">
              <a:defRPr sz="1200" b="1">
                <a:solidFill>
                  <a:srgbClr val="4FAF91"/>
                </a:solidFill>
                <a:latin typeface="Segoe UI"/>
                <a:ea typeface="Segoe UI"/>
                <a:cs typeface="Segoe UI"/>
              </a:defRPr>
            </a:lvl3pPr>
            <a:lvl4pPr algn="ctr">
              <a:defRPr sz="1200" b="1">
                <a:solidFill>
                  <a:srgbClr val="4FAF91"/>
                </a:solidFill>
                <a:latin typeface="Segoe UI"/>
                <a:ea typeface="Segoe UI"/>
                <a:cs typeface="Segoe UI"/>
              </a:defRPr>
            </a:lvl4pPr>
            <a:lvl5pPr algn="ctr">
              <a:defRPr sz="1200" b="1">
                <a:solidFill>
                  <a:srgbClr val="4FAF91"/>
                </a:solidFill>
                <a:latin typeface="Segoe UI"/>
                <a:ea typeface="Segoe UI"/>
                <a:cs typeface="Segoe UI"/>
              </a:defRPr>
            </a:lvl5pPr>
            <a:lvl6pPr algn="ctr">
              <a:defRPr sz="1200" b="1">
                <a:solidFill>
                  <a:srgbClr val="4FAF91"/>
                </a:solidFill>
                <a:latin typeface="Segoe UI"/>
                <a:ea typeface="Segoe UI"/>
                <a:cs typeface="Segoe UI"/>
              </a:defRPr>
            </a:lvl6pPr>
            <a:lvl7pPr algn="ctr">
              <a:defRPr sz="1200" b="1">
                <a:solidFill>
                  <a:srgbClr val="4FAF91"/>
                </a:solidFill>
                <a:latin typeface="Segoe UI"/>
                <a:ea typeface="Segoe UI"/>
                <a:cs typeface="Segoe UI"/>
              </a:defRPr>
            </a:lvl7pPr>
            <a:lvl8pPr algn="ctr">
              <a:defRPr sz="1200" b="1">
                <a:solidFill>
                  <a:srgbClr val="4FAF91"/>
                </a:solidFill>
                <a:latin typeface="Segoe UI"/>
                <a:ea typeface="Segoe UI"/>
                <a:cs typeface="Segoe UI"/>
              </a:defRPr>
            </a:lvl8pPr>
            <a:lvl9pPr algn="ctr">
              <a:defRPr sz="1200" b="1">
                <a:solidFill>
                  <a:srgbClr val="4FAF91"/>
                </a:solidFill>
                <a:latin typeface="Segoe UI"/>
                <a:ea typeface="Segoe UI"/>
                <a:cs typeface="Segoe UI"/>
              </a:defRPr>
            </a:lvl9pPr>
          </a:lstStyle>
          <a:p xmlns:a="http://schemas.openxmlformats.org/drawingml/2006/main">
            <a:pPr algn="ctr">
              <a:defRPr sz="1200" b="1">
                <a:solidFill>
                  <a:srgbClr val="4FAF91"/>
                </a:solidFill>
                <a:latin typeface="Segoe UI"/>
                <a:ea typeface="Segoe UI"/>
                <a:cs typeface="Segoe UI"/>
              </a:defRPr>
            </a:pPr>
            <a:r>
              <a:rPr sz="1200" b="1">
                <a:solidFill>
                  <a:srgbClr val="4FAF91"/>
                </a:solidFill>
                <a:latin typeface="Segoe UI"/>
                <a:ea typeface="Segoe UI"/>
                <a:cs typeface="Segoe UI"/>
              </a:rPr>
              <a:t>NHÂN VIÊN / QUẢN LÝ: AUTHORITY</a:t>
            </a:r>
          </a:p>
        </p:txBody>
      </p:sp>
    </p:spTree>
    <p:extLst>
      <p:ext uri="{BB962C8B-B14F-4D97-AF65-F5344CB8AC3E}">
        <p14:creationId xmlns:p14="http://schemas.microsoft.com/office/powerpoint/2010/main" val="418220118"/>
      </p:ext>
    </p:extLst>
  </p:cSld>
</p:sld>
</file>

<file path=ppt/slides/slide3.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sp>
        <p:nvSpPr>
          <p:cNvPr id="11" name="Slide_Title">
            <a:extLst xmlns:a="http://schemas.openxmlformats.org/drawingml/2006/main">
              <a:ext uri="{FF2B5EF4-FFF2-40B4-BE49-F238E27FC236}">
                <a16:creationId xmlns:a16="http://schemas.microsoft.com/office/drawing/2014/main" id="{37DAAEFE-8E0C-4B09-96E7-DE45FCE36048}"/>
              </a:ext>
            </a:extLst>
          </p:cNvPr>
          <p:cNvSpPr>
            <a:spLocks xmlns:a="http://schemas.openxmlformats.org/drawingml/2006/main" noGrp="1"/>
          </p:cNvSpPr>
          <p:nvPr/>
        </p:nvSpPr>
        <p:spPr>
          <a:xfrm xmlns:a="http://schemas.openxmlformats.org/drawingml/2006/main">
            <a:off x="552450" y="266700"/>
            <a:ext cx="11087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F4F7FB"/>
                </a:solidFill>
                <a:latin typeface="Segoe UI"/>
                <a:ea typeface="Segoe UI"/>
                <a:cs typeface="Segoe UI"/>
              </a:defRPr>
            </a:defPPr>
            <a:lvl1pPr algn="l">
              <a:defRPr sz="2400" b="1">
                <a:solidFill>
                  <a:srgbClr val="F4F7FB"/>
                </a:solidFill>
                <a:latin typeface="Segoe UI"/>
                <a:ea typeface="Segoe UI"/>
                <a:cs typeface="Segoe UI"/>
              </a:defRPr>
            </a:lvl1pPr>
            <a:lvl2pPr algn="l">
              <a:defRPr sz="2400" b="1">
                <a:solidFill>
                  <a:srgbClr val="F4F7FB"/>
                </a:solidFill>
                <a:latin typeface="Segoe UI"/>
                <a:ea typeface="Segoe UI"/>
                <a:cs typeface="Segoe UI"/>
              </a:defRPr>
            </a:lvl2pPr>
            <a:lvl3pPr algn="l">
              <a:defRPr sz="2400" b="1">
                <a:solidFill>
                  <a:srgbClr val="F4F7FB"/>
                </a:solidFill>
                <a:latin typeface="Segoe UI"/>
                <a:ea typeface="Segoe UI"/>
                <a:cs typeface="Segoe UI"/>
              </a:defRPr>
            </a:lvl3pPr>
            <a:lvl4pPr algn="l">
              <a:defRPr sz="2400" b="1">
                <a:solidFill>
                  <a:srgbClr val="F4F7FB"/>
                </a:solidFill>
                <a:latin typeface="Segoe UI"/>
                <a:ea typeface="Segoe UI"/>
                <a:cs typeface="Segoe UI"/>
              </a:defRPr>
            </a:lvl4pPr>
            <a:lvl5pPr algn="l">
              <a:defRPr sz="2400" b="1">
                <a:solidFill>
                  <a:srgbClr val="F4F7FB"/>
                </a:solidFill>
                <a:latin typeface="Segoe UI"/>
                <a:ea typeface="Segoe UI"/>
                <a:cs typeface="Segoe UI"/>
              </a:defRPr>
            </a:lvl5pPr>
            <a:lvl6pPr algn="l">
              <a:defRPr sz="2400" b="1">
                <a:solidFill>
                  <a:srgbClr val="F4F7FB"/>
                </a:solidFill>
                <a:latin typeface="Segoe UI"/>
                <a:ea typeface="Segoe UI"/>
                <a:cs typeface="Segoe UI"/>
              </a:defRPr>
            </a:lvl6pPr>
            <a:lvl7pPr algn="l">
              <a:defRPr sz="2400" b="1">
                <a:solidFill>
                  <a:srgbClr val="F4F7FB"/>
                </a:solidFill>
                <a:latin typeface="Segoe UI"/>
                <a:ea typeface="Segoe UI"/>
                <a:cs typeface="Segoe UI"/>
              </a:defRPr>
            </a:lvl7pPr>
            <a:lvl8pPr algn="l">
              <a:defRPr sz="2400" b="1">
                <a:solidFill>
                  <a:srgbClr val="F4F7FB"/>
                </a:solidFill>
                <a:latin typeface="Segoe UI"/>
                <a:ea typeface="Segoe UI"/>
                <a:cs typeface="Segoe UI"/>
              </a:defRPr>
            </a:lvl8pPr>
            <a:lvl9pPr algn="l">
              <a:defRPr sz="2400" b="1">
                <a:solidFill>
                  <a:srgbClr val="F4F7FB"/>
                </a:solidFill>
                <a:latin typeface="Segoe UI"/>
                <a:ea typeface="Segoe UI"/>
                <a:cs typeface="Segoe UI"/>
              </a:defRPr>
            </a:lvl9pPr>
          </a:lstStyle>
          <a:p xmlns:a="http://schemas.openxmlformats.org/drawingml/2006/main">
            <a:pPr algn="l">
              <a:defRPr sz="2400" b="1">
                <a:solidFill>
                  <a:srgbClr val="F4F7FB"/>
                </a:solidFill>
                <a:latin typeface="Segoe UI"/>
                <a:ea typeface="Segoe UI"/>
                <a:cs typeface="Segoe UI"/>
              </a:defRPr>
            </a:pPr>
            <a:r>
              <a:rPr sz="2400" b="1">
                <a:solidFill>
                  <a:srgbClr val="F4F7FB"/>
                </a:solidFill>
                <a:latin typeface="Segoe UI"/>
                <a:ea typeface="Segoe UI"/>
                <a:cs typeface="Segoe UI"/>
              </a:rPr>
              <a:t>Đối chiếu trước và sau: phương pháp đã khóa, kết quả còn PENDING</a:t>
            </a:r>
          </a:p>
        </p:txBody>
      </p:sp>
      <p:sp>
        <p:nvSpPr>
          <p:cNvPr id="2" name="Slide_Subtitle">
            <a:extLst xmlns:a="http://schemas.openxmlformats.org/drawingml/2006/main">
              <a:ext uri="{FF2B5EF4-FFF2-40B4-BE49-F238E27FC236}">
                <a16:creationId xmlns:a16="http://schemas.microsoft.com/office/drawing/2014/main" id="{3784409E-1BA4-42C3-988D-47788E7A265E}"/>
              </a:ext>
            </a:extLst>
          </p:cNvPr>
          <p:cNvSpPr>
            <a:spLocks xmlns:a="http://schemas.openxmlformats.org/drawingml/2006/main" noGrp="1"/>
          </p:cNvSpPr>
          <p:nvPr/>
        </p:nvSpPr>
        <p:spPr>
          <a:xfrm xmlns:a="http://schemas.openxmlformats.org/drawingml/2006/main">
            <a:off x="552450" y="7239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3C4"/>
                </a:solidFill>
                <a:latin typeface="Segoe UI"/>
                <a:ea typeface="Segoe UI"/>
                <a:cs typeface="Segoe UI"/>
              </a:defRPr>
            </a:defPPr>
            <a:lvl1pPr algn="l">
              <a:defRPr sz="1275" b="0">
                <a:solidFill>
                  <a:srgbClr val="A6B3C4"/>
                </a:solidFill>
                <a:latin typeface="Segoe UI"/>
                <a:ea typeface="Segoe UI"/>
                <a:cs typeface="Segoe UI"/>
              </a:defRPr>
            </a:lvl1pPr>
            <a:lvl2pPr algn="l">
              <a:defRPr sz="1275" b="0">
                <a:solidFill>
                  <a:srgbClr val="A6B3C4"/>
                </a:solidFill>
                <a:latin typeface="Segoe UI"/>
                <a:ea typeface="Segoe UI"/>
                <a:cs typeface="Segoe UI"/>
              </a:defRPr>
            </a:lvl2pPr>
            <a:lvl3pPr algn="l">
              <a:defRPr sz="1275" b="0">
                <a:solidFill>
                  <a:srgbClr val="A6B3C4"/>
                </a:solidFill>
                <a:latin typeface="Segoe UI"/>
                <a:ea typeface="Segoe UI"/>
                <a:cs typeface="Segoe UI"/>
              </a:defRPr>
            </a:lvl3pPr>
            <a:lvl4pPr algn="l">
              <a:defRPr sz="1275" b="0">
                <a:solidFill>
                  <a:srgbClr val="A6B3C4"/>
                </a:solidFill>
                <a:latin typeface="Segoe UI"/>
                <a:ea typeface="Segoe UI"/>
                <a:cs typeface="Segoe UI"/>
              </a:defRPr>
            </a:lvl4pPr>
            <a:lvl5pPr algn="l">
              <a:defRPr sz="1275" b="0">
                <a:solidFill>
                  <a:srgbClr val="A6B3C4"/>
                </a:solidFill>
                <a:latin typeface="Segoe UI"/>
                <a:ea typeface="Segoe UI"/>
                <a:cs typeface="Segoe UI"/>
              </a:defRPr>
            </a:lvl5pPr>
            <a:lvl6pPr algn="l">
              <a:defRPr sz="1275" b="0">
                <a:solidFill>
                  <a:srgbClr val="A6B3C4"/>
                </a:solidFill>
                <a:latin typeface="Segoe UI"/>
                <a:ea typeface="Segoe UI"/>
                <a:cs typeface="Segoe UI"/>
              </a:defRPr>
            </a:lvl6pPr>
            <a:lvl7pPr algn="l">
              <a:defRPr sz="1275" b="0">
                <a:solidFill>
                  <a:srgbClr val="A6B3C4"/>
                </a:solidFill>
                <a:latin typeface="Segoe UI"/>
                <a:ea typeface="Segoe UI"/>
                <a:cs typeface="Segoe UI"/>
              </a:defRPr>
            </a:lvl7pPr>
            <a:lvl8pPr algn="l">
              <a:defRPr sz="1275" b="0">
                <a:solidFill>
                  <a:srgbClr val="A6B3C4"/>
                </a:solidFill>
                <a:latin typeface="Segoe UI"/>
                <a:ea typeface="Segoe UI"/>
                <a:cs typeface="Segoe UI"/>
              </a:defRPr>
            </a:lvl8pPr>
            <a:lvl9pPr algn="l">
              <a:defRPr sz="1275" b="0">
                <a:solidFill>
                  <a:srgbClr val="A6B3C4"/>
                </a:solidFill>
                <a:latin typeface="Segoe UI"/>
                <a:ea typeface="Segoe UI"/>
                <a:cs typeface="Segoe UI"/>
              </a:defRPr>
            </a:lvl9pPr>
          </a:lstStyle>
          <a:p xmlns:a="http://schemas.openxmlformats.org/drawingml/2006/main">
            <a:pPr algn="l">
              <a:defRPr sz="1275" b="0">
                <a:solidFill>
                  <a:srgbClr val="A6B3C4"/>
                </a:solidFill>
                <a:latin typeface="Segoe UI"/>
                <a:ea typeface="Segoe UI"/>
                <a:cs typeface="Segoe UI"/>
              </a:defRPr>
            </a:pPr>
            <a:r>
              <a:rPr sz="1275" b="0">
                <a:solidFill>
                  <a:srgbClr val="A6B3C4"/>
                </a:solidFill>
                <a:latin typeface="Segoe UI"/>
                <a:ea typeface="Segoe UI"/>
                <a:cs typeface="Segoe UI"/>
              </a:rPr>
              <a:t>Không suy tác động từ fixture; chỉ kết luận khi hai phía dùng cùng nhiệm vụ và tiêu chí.</a:t>
            </a:r>
          </a:p>
        </p:txBody>
      </p:sp>
      <p:graphicFrame>
        <p:nvGraphicFramePr>
          <p:cNvPr id="3" name="S3_BeforeAfterTable">
            <a:extLst xmlns:a="http://schemas.openxmlformats.org/drawingml/2006/main">
              <a:ext uri="{FF2B5EF4-FFF2-40B4-BE49-F238E27FC236}">
                <a16:creationId xmlns:a16="http://schemas.microsoft.com/office/drawing/2014/main" id="{D8A2FC29-95A5-4E3C-A2F7-1CB698CBEE94}"/>
              </a:ext>
            </a:extLst>
          </p:cNvPr>
          <p:cNvGraphicFramePr/>
          <p:nvPr/>
        </p:nvGraphicFramePr>
        <p:xfrm>
          <a:off xmlns:a="http://schemas.openxmlformats.org/drawingml/2006/main" x="552450" y="1409700"/>
          <a:ext xmlns:a="http://schemas.openxmlformats.org/drawingml/2006/main" cx="11087100" cy="2895600"/>
        </p:xfrm>
        <a:graphic xmlns:a="http://schemas.openxmlformats.org/drawingml/2006/main">
          <a:graphicData uri="http://schemas.openxmlformats.org/drawingml/2006/table">
            <a:tbl>
              <a:tblPr/>
              <a:tblGrid>
                <a:gridCol w="1809750"/>
                <a:gridCol w="2686050"/>
                <a:gridCol w="1905000"/>
                <a:gridCol w="1809750"/>
                <a:gridCol w="2876550"/>
              </a:tblGrid>
              <a:tr h="400050">
                <a:tc>
                  <a:txBody>
                    <a:bodyPr/>
                    <a:lstStyle/>
                    <a:p>
                      <a:r>
                        <a:rPr sz="900" b="1">
                          <a:solidFill>
                            <a:srgbClr val="A6B3C4"/>
                          </a:solidFill>
                          <a:latin typeface="Segoe UI"/>
                          <a:ea typeface="Segoe UI"/>
                          <a:cs typeface="Segoe UI"/>
                        </a:rPr>
                        <a:t>CHỈ SỐ</a:t>
                      </a:r>
                    </a:p>
                  </a:txBody>
                  <a:tcPr marL="95250" marR="95250" marT="66675" marB="66675">
                    <a:lnL w="9525">
                      <a:solidFill>
                        <a:srgbClr val="31445C"/>
                      </a:solidFill>
                      <a:prstDash val="solid"/>
                    </a:lnL>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c>
                  <a:txBody>
                    <a:bodyPr/>
                    <a:lstStyle/>
                    <a:p>
                      <a:r>
                        <a:rPr sz="900" b="1">
                          <a:solidFill>
                            <a:srgbClr val="A6B3C4"/>
                          </a:solidFill>
                          <a:latin typeface="Segoe UI"/>
                          <a:ea typeface="Segoe UI"/>
                          <a:cs typeface="Segoe UI"/>
                        </a:rPr>
                        <a:t>CÁCH ĐO GIỐNG NHAU</a:t>
                      </a:r>
                    </a:p>
                  </a:txBody>
                  <a:tcPr marL="95250" marR="95250" marT="66675" marB="66675">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c>
                  <a:txBody>
                    <a:bodyPr/>
                    <a:lstStyle/>
                    <a:p>
                      <a:r>
                        <a:rPr sz="900" b="1">
                          <a:solidFill>
                            <a:srgbClr val="A6B3C4"/>
                          </a:solidFill>
                          <a:latin typeface="Segoe UI"/>
                          <a:ea typeface="Segoe UI"/>
                          <a:cs typeface="Segoe UI"/>
                        </a:rPr>
                        <a:t>TRƯỚC: THỦ CÔNG</a:t>
                      </a:r>
                    </a:p>
                  </a:txBody>
                  <a:tcPr marL="95250" marR="95250" marT="66675" marB="66675">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c>
                  <a:txBody>
                    <a:bodyPr/>
                    <a:lstStyle/>
                    <a:p>
                      <a:r>
                        <a:rPr sz="900" b="1">
                          <a:solidFill>
                            <a:srgbClr val="A6B3C4"/>
                          </a:solidFill>
                          <a:latin typeface="Segoe UI"/>
                          <a:ea typeface="Segoe UI"/>
                          <a:cs typeface="Segoe UI"/>
                        </a:rPr>
                        <a:t>SAU: AURA</a:t>
                      </a:r>
                    </a:p>
                  </a:txBody>
                  <a:tcPr marL="95250" marR="95250" marT="66675" marB="66675">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c>
                  <a:txBody>
                    <a:bodyPr/>
                    <a:lstStyle/>
                    <a:p>
                      <a:r>
                        <a:rPr sz="900" b="1">
                          <a:solidFill>
                            <a:srgbClr val="A6B3C4"/>
                          </a:solidFill>
                          <a:latin typeface="Segoe UI"/>
                          <a:ea typeface="Segoe UI"/>
                          <a:cs typeface="Segoe UI"/>
                        </a:rPr>
                        <a:t>TRẠNG THÁI</a:t>
                      </a:r>
                    </a:p>
                  </a:txBody>
                  <a:tcPr marL="95250" marR="95250" marT="66675" marB="66675">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r>
              <a:tr h="495300">
                <a:tc>
                  <a:txBody>
                    <a:bodyPr/>
                    <a:lstStyle/>
                    <a:p>
                      <a:r>
                        <a:rPr sz="975" b="1">
                          <a:solidFill>
                            <a:srgbClr val="F4F7FB"/>
                          </a:solidFill>
                          <a:latin typeface="Segoe UI"/>
                          <a:ea typeface="Segoe UI"/>
                          <a:cs typeface="Segoe UI"/>
                        </a:rPr>
                        <a:t>ΔT</a:t>
                      </a:r>
                    </a:p>
                    <a:p>
                      <a:r>
                        <a:rPr sz="975" b="1">
                          <a:solidFill>
                            <a:srgbClr val="F4F7FB"/>
                          </a:solidFill>
                          <a:latin typeface="Segoe UI"/>
                          <a:ea typeface="Segoe UI"/>
                          <a:cs typeface="Segoe UI"/>
                        </a:rPr>
                        <a:t>Thời gian đến kết quả cuối</a:t>
                      </a:r>
                    </a:p>
                  </a:txBody>
                  <a:tcPr marL="95250" marR="95250"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75">
                          <a:solidFill>
                            <a:srgbClr val="F4F7FB"/>
                          </a:solidFill>
                          <a:latin typeface="Segoe UI"/>
                          <a:ea typeface="Segoe UI"/>
                          <a:cs typeface="Segoe UI"/>
                        </a:rPr>
                        <a:t>Timestamp; lấy median</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75" b="1">
                          <a:solidFill>
                            <a:srgbClr val="C59A4A"/>
                          </a:solidFill>
                          <a:latin typeface="Segoe UI"/>
                          <a:ea typeface="Segoe UI"/>
                          <a:cs typeface="Segoe UI"/>
                        </a:rPr>
                        <a:t>Chưa đo</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1050" b="1">
                          <a:solidFill>
                            <a:srgbClr val="4FAF91"/>
                          </a:solidFill>
                          <a:latin typeface="Segoe UI"/>
                          <a:ea typeface="Segoe UI"/>
                          <a:cs typeface="Segoe UI"/>
                        </a:rPr>
                        <a:t>Chưa đo</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00" b="1">
                          <a:solidFill>
                            <a:srgbClr val="C59A4A"/>
                          </a:solidFill>
                          <a:latin typeface="Segoe UI"/>
                          <a:ea typeface="Segoe UI"/>
                          <a:cs typeface="Segoe UI"/>
                        </a:rPr>
                        <a:t>PENDING</a:t>
                      </a:r>
                    </a:p>
                  </a:txBody>
                  <a:tcPr marL="95250" marR="95250" marT="66675" marB="66675">
                    <a:lnR w="9525">
                      <a:solidFill>
                        <a:srgbClr val="31445C"/>
                      </a:solidFill>
                      <a:prstDash val="solid"/>
                    </a:lnR>
                    <a:lnB w="9525">
                      <a:solidFill>
                        <a:srgbClr val="31445C"/>
                      </a:solidFill>
                      <a:prstDash val="solid"/>
                    </a:lnB>
                    <a:solidFill>
                      <a:srgbClr val="112338"/>
                    </a:solidFill>
                  </a:tcPr>
                </a:tc>
              </a:tr>
              <a:tr h="495300">
                <a:tc>
                  <a:txBody>
                    <a:bodyPr/>
                    <a:lstStyle/>
                    <a:p>
                      <a:r>
                        <a:rPr sz="975" b="1">
                          <a:solidFill>
                            <a:srgbClr val="F4F7FB"/>
                          </a:solidFill>
                          <a:latin typeface="Segoe UI"/>
                          <a:ea typeface="Segoe UI"/>
                          <a:cs typeface="Segoe UI"/>
                        </a:rPr>
                        <a:t>ΔH</a:t>
                      </a:r>
                    </a:p>
                    <a:p>
                      <a:r>
                        <a:rPr sz="975" b="1">
                          <a:solidFill>
                            <a:srgbClr val="F4F7FB"/>
                          </a:solidFill>
                          <a:latin typeface="Segoe UI"/>
                          <a:ea typeface="Segoe UI"/>
                          <a:cs typeface="Segoe UI"/>
                        </a:rPr>
                        <a:t>Số lần chạm</a:t>
                      </a:r>
                    </a:p>
                  </a:txBody>
                  <a:tcPr marL="95250" marR="95250"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75">
                          <a:solidFill>
                            <a:srgbClr val="F4F7FB"/>
                          </a:solidFill>
                          <a:latin typeface="Segoe UI"/>
                          <a:ea typeface="Segoe UI"/>
                          <a:cs typeface="Segoe UI"/>
                        </a:rPr>
                        <a:t>Đếm thao tác mỗi hồ sơ</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75" b="1">
                          <a:solidFill>
                            <a:srgbClr val="C59A4A"/>
                          </a:solidFill>
                          <a:latin typeface="Segoe UI"/>
                          <a:ea typeface="Segoe UI"/>
                          <a:cs typeface="Segoe UI"/>
                        </a:rPr>
                        <a:t>Chưa đo</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1050" b="1">
                          <a:solidFill>
                            <a:srgbClr val="4FAF91"/>
                          </a:solidFill>
                          <a:latin typeface="Segoe UI"/>
                          <a:ea typeface="Segoe UI"/>
                          <a:cs typeface="Segoe UI"/>
                        </a:rPr>
                        <a:t>Chưa đo</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00" b="1">
                          <a:solidFill>
                            <a:srgbClr val="C59A4A"/>
                          </a:solidFill>
                          <a:latin typeface="Segoe UI"/>
                          <a:ea typeface="Segoe UI"/>
                          <a:cs typeface="Segoe UI"/>
                        </a:rPr>
                        <a:t>PENDING</a:t>
                      </a:r>
                    </a:p>
                  </a:txBody>
                  <a:tcPr marL="95250" marR="95250" marT="66675" marB="66675">
                    <a:lnR w="9525">
                      <a:solidFill>
                        <a:srgbClr val="31445C"/>
                      </a:solidFill>
                      <a:prstDash val="solid"/>
                    </a:lnR>
                    <a:lnB w="9525">
                      <a:solidFill>
                        <a:srgbClr val="31445C"/>
                      </a:solidFill>
                      <a:prstDash val="solid"/>
                    </a:lnB>
                    <a:solidFill>
                      <a:srgbClr val="112338"/>
                    </a:solidFill>
                  </a:tcPr>
                </a:tc>
              </a:tr>
              <a:tr h="495300">
                <a:tc>
                  <a:txBody>
                    <a:bodyPr/>
                    <a:lstStyle/>
                    <a:p>
                      <a:r>
                        <a:rPr sz="975" b="1">
                          <a:solidFill>
                            <a:srgbClr val="F4F7FB"/>
                          </a:solidFill>
                          <a:latin typeface="Segoe UI"/>
                          <a:ea typeface="Segoe UI"/>
                          <a:cs typeface="Segoe UI"/>
                        </a:rPr>
                        <a:t>E_missed</a:t>
                      </a:r>
                    </a:p>
                    <a:p>
                      <a:r>
                        <a:rPr sz="975" b="1">
                          <a:solidFill>
                            <a:srgbClr val="F4F7FB"/>
                          </a:solidFill>
                          <a:latin typeface="Segoe UI"/>
                          <a:ea typeface="Segoe UI"/>
                          <a:cs typeface="Segoe UI"/>
                        </a:rPr>
                        <a:t>Bỏ sót ca cần chuyển</a:t>
                      </a:r>
                    </a:p>
                  </a:txBody>
                  <a:tcPr marL="95250" marR="95250"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75">
                          <a:solidFill>
                            <a:srgbClr val="F4F7FB"/>
                          </a:solidFill>
                          <a:latin typeface="Segoe UI"/>
                          <a:ea typeface="Segoe UI"/>
                          <a:cs typeface="Segoe UI"/>
                        </a:rPr>
                        <a:t>So với đáp án chuẩn</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75" b="1">
                          <a:solidFill>
                            <a:srgbClr val="C59A4A"/>
                          </a:solidFill>
                          <a:latin typeface="Segoe UI"/>
                          <a:ea typeface="Segoe UI"/>
                          <a:cs typeface="Segoe UI"/>
                        </a:rPr>
                        <a:t>Chưa đo</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1050" b="1">
                          <a:solidFill>
                            <a:srgbClr val="4FAF91"/>
                          </a:solidFill>
                          <a:latin typeface="Segoe UI"/>
                          <a:ea typeface="Segoe UI"/>
                          <a:cs typeface="Segoe UI"/>
                        </a:rPr>
                        <a:t>0/10</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00" b="1">
                          <a:solidFill>
                            <a:srgbClr val="C59A4A"/>
                          </a:solidFill>
                          <a:latin typeface="Segoe UI"/>
                          <a:ea typeface="Segoe UI"/>
                          <a:cs typeface="Segoe UI"/>
                        </a:rPr>
                        <a:t>Thiếu baseline</a:t>
                      </a:r>
                    </a:p>
                  </a:txBody>
                  <a:tcPr marL="95250" marR="95250" marT="66675" marB="66675">
                    <a:lnR w="9525">
                      <a:solidFill>
                        <a:srgbClr val="31445C"/>
                      </a:solidFill>
                      <a:prstDash val="solid"/>
                    </a:lnR>
                    <a:lnB w="9525">
                      <a:solidFill>
                        <a:srgbClr val="31445C"/>
                      </a:solidFill>
                      <a:prstDash val="solid"/>
                    </a:lnB>
                    <a:solidFill>
                      <a:srgbClr val="112338"/>
                    </a:solidFill>
                  </a:tcPr>
                </a:tc>
              </a:tr>
              <a:tr h="495300">
                <a:tc>
                  <a:txBody>
                    <a:bodyPr/>
                    <a:lstStyle/>
                    <a:p>
                      <a:r>
                        <a:rPr sz="975" b="1">
                          <a:solidFill>
                            <a:srgbClr val="F4F7FB"/>
                          </a:solidFill>
                          <a:latin typeface="Segoe UI"/>
                          <a:ea typeface="Segoe UI"/>
                          <a:cs typeface="Segoe UI"/>
                        </a:rPr>
                        <a:t>E_over</a:t>
                      </a:r>
                    </a:p>
                    <a:p>
                      <a:r>
                        <a:rPr sz="975" b="1">
                          <a:solidFill>
                            <a:srgbClr val="F4F7FB"/>
                          </a:solidFill>
                          <a:latin typeface="Segoe UI"/>
                          <a:ea typeface="Segoe UI"/>
                          <a:cs typeface="Segoe UI"/>
                        </a:rPr>
                        <a:t>Chuyển thừa</a:t>
                      </a:r>
                    </a:p>
                  </a:txBody>
                  <a:tcPr marL="95250" marR="95250"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75">
                          <a:solidFill>
                            <a:srgbClr val="F4F7FB"/>
                          </a:solidFill>
                          <a:latin typeface="Segoe UI"/>
                          <a:ea typeface="Segoe UI"/>
                          <a:cs typeface="Segoe UI"/>
                        </a:rPr>
                        <a:t>So với đáp án chuẩn</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75" b="1">
                          <a:solidFill>
                            <a:srgbClr val="C59A4A"/>
                          </a:solidFill>
                          <a:latin typeface="Segoe UI"/>
                          <a:ea typeface="Segoe UI"/>
                          <a:cs typeface="Segoe UI"/>
                        </a:rPr>
                        <a:t>Chưa đo</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1050" b="1">
                          <a:solidFill>
                            <a:srgbClr val="4FAF91"/>
                          </a:solidFill>
                          <a:latin typeface="Segoe UI"/>
                          <a:ea typeface="Segoe UI"/>
                          <a:cs typeface="Segoe UI"/>
                        </a:rPr>
                        <a:t>2/10</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00" b="1">
                          <a:solidFill>
                            <a:srgbClr val="C59A4A"/>
                          </a:solidFill>
                          <a:latin typeface="Segoe UI"/>
                          <a:ea typeface="Segoe UI"/>
                          <a:cs typeface="Segoe UI"/>
                        </a:rPr>
                        <a:t>Thiếu baseline</a:t>
                      </a:r>
                    </a:p>
                  </a:txBody>
                  <a:tcPr marL="95250" marR="95250" marT="66675" marB="66675">
                    <a:lnR w="9525">
                      <a:solidFill>
                        <a:srgbClr val="31445C"/>
                      </a:solidFill>
                      <a:prstDash val="solid"/>
                    </a:lnR>
                    <a:lnB w="9525">
                      <a:solidFill>
                        <a:srgbClr val="31445C"/>
                      </a:solidFill>
                      <a:prstDash val="solid"/>
                    </a:lnB>
                    <a:solidFill>
                      <a:srgbClr val="112338"/>
                    </a:solidFill>
                  </a:tcPr>
                </a:tc>
              </a:tr>
              <a:tr h="495300">
                <a:tc>
                  <a:txBody>
                    <a:bodyPr/>
                    <a:lstStyle/>
                    <a:p>
                      <a:r>
                        <a:rPr sz="975" b="1">
                          <a:solidFill>
                            <a:srgbClr val="F4F7FB"/>
                          </a:solidFill>
                          <a:latin typeface="Segoe UI"/>
                          <a:ea typeface="Segoe UI"/>
                          <a:cs typeface="Segoe UI"/>
                        </a:rPr>
                        <a:t>A_trace</a:t>
                      </a:r>
                    </a:p>
                    <a:p>
                      <a:r>
                        <a:rPr sz="975" b="1">
                          <a:solidFill>
                            <a:srgbClr val="F4F7FB"/>
                          </a:solidFill>
                          <a:latin typeface="Segoe UI"/>
                          <a:ea typeface="Segoe UI"/>
                          <a:cs typeface="Segoe UI"/>
                        </a:rPr>
                        <a:t>Đủ dấu vết</a:t>
                      </a:r>
                    </a:p>
                  </a:txBody>
                  <a:tcPr marL="95250" marR="95250"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75">
                          <a:solidFill>
                            <a:srgbClr val="F4F7FB"/>
                          </a:solidFill>
                          <a:latin typeface="Segoe UI"/>
                          <a:ea typeface="Segoe UI"/>
                          <a:cs typeface="Segoe UI"/>
                        </a:rPr>
                        <a:t>Kiểm tra audit timeline</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75" b="1">
                          <a:solidFill>
                            <a:srgbClr val="C59A4A"/>
                          </a:solidFill>
                          <a:latin typeface="Segoe UI"/>
                          <a:ea typeface="Segoe UI"/>
                          <a:cs typeface="Segoe UI"/>
                        </a:rPr>
                        <a:t>Chưa đo</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1050" b="1">
                          <a:solidFill>
                            <a:srgbClr val="4FAF91"/>
                          </a:solidFill>
                          <a:latin typeface="Segoe UI"/>
                          <a:ea typeface="Segoe UI"/>
                          <a:cs typeface="Segoe UI"/>
                        </a:rPr>
                        <a:t>Có timeline</a:t>
                      </a: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00" b="1">
                          <a:solidFill>
                            <a:srgbClr val="C59A4A"/>
                          </a:solidFill>
                          <a:latin typeface="Segoe UI"/>
                          <a:ea typeface="Segoe UI"/>
                          <a:cs typeface="Segoe UI"/>
                        </a:rPr>
                        <a:t>Thiếu baseline</a:t>
                      </a:r>
                    </a:p>
                  </a:txBody>
                  <a:tcPr marL="95250" marR="95250" marT="66675" marB="66675">
                    <a:lnR w="9525">
                      <a:solidFill>
                        <a:srgbClr val="31445C"/>
                      </a:solidFill>
                      <a:prstDash val="solid"/>
                    </a:lnR>
                    <a:lnB w="9525">
                      <a:solidFill>
                        <a:srgbClr val="31445C"/>
                      </a:solidFill>
                      <a:prstDash val="solid"/>
                    </a:lnB>
                    <a:solidFill>
                      <a:srgbClr val="112338"/>
                    </a:solidFill>
                  </a:tcPr>
                </a:tc>
              </a:tr>
            </a:tbl>
          </a:graphicData>
        </a:graphic>
      </p:graphicFrame>
      <p:sp>
        <p:nvSpPr>
          <p:cNvPr id="4" name="S3_ProtocolBand">
            <a:extLst xmlns:a="http://schemas.openxmlformats.org/drawingml/2006/main">
              <a:ext uri="{FF2B5EF4-FFF2-40B4-BE49-F238E27FC236}">
                <a16:creationId xmlns:a16="http://schemas.microsoft.com/office/drawing/2014/main" id="{B2BA97A9-BDBA-41CF-89E9-13DD8155737A}"/>
              </a:ext>
            </a:extLst>
          </p:cNvPr>
          <p:cNvSpPr>
            <a:spLocks xmlns:a="http://schemas.openxmlformats.org/drawingml/2006/main" noGrp="1"/>
          </p:cNvSpPr>
          <p:nvPr/>
        </p:nvSpPr>
        <p:spPr>
          <a:xfrm xmlns:a="http://schemas.openxmlformats.org/drawingml/2006/main">
            <a:off x="552450" y="4495800"/>
            <a:ext cx="11087100" cy="990600"/>
          </a:xfrm>
          <a:prstGeom xmlns:a="http://schemas.openxmlformats.org/drawingml/2006/main" prst="roundRect">
            <a:avLst>
              <a:gd name="adj" fmla="val 5769"/>
            </a:avLst>
          </a:prstGeom>
          <a:solidFill xmlns:a="http://schemas.openxmlformats.org/drawingml/2006/main">
            <a:srgbClr val="162A42"/>
          </a:solidFill>
          <a:ln xmlns:a="http://schemas.openxmlformats.org/drawingml/2006/main" w="9525">
            <a:solidFill>
              <a:srgbClr val="31445C"/>
            </a:solidFill>
            <a:prstDash val="solid"/>
          </a:ln>
        </p:spPr>
      </p:sp>
      <p:sp>
        <p:nvSpPr>
          <p:cNvPr id="5" name="S3_ProtocolLabel">
            <a:extLst xmlns:a="http://schemas.openxmlformats.org/drawingml/2006/main">
              <a:ext uri="{FF2B5EF4-FFF2-40B4-BE49-F238E27FC236}">
                <a16:creationId xmlns:a16="http://schemas.microsoft.com/office/drawing/2014/main" id="{F588462A-F981-4710-A900-98F3F8C5C489}"/>
              </a:ext>
            </a:extLst>
          </p:cNvPr>
          <p:cNvSpPr>
            <a:spLocks xmlns:a="http://schemas.openxmlformats.org/drawingml/2006/main" noGrp="1"/>
          </p:cNvSpPr>
          <p:nvPr/>
        </p:nvSpPr>
        <p:spPr>
          <a:xfrm xmlns:a="http://schemas.openxmlformats.org/drawingml/2006/main">
            <a:off x="723900" y="46291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1">
                <a:solidFill>
                  <a:srgbClr val="4FAF91"/>
                </a:solidFill>
                <a:latin typeface="Segoe UI"/>
                <a:ea typeface="Segoe UI"/>
                <a:cs typeface="Segoe UI"/>
              </a:defRPr>
            </a:defPPr>
            <a:lvl1pPr algn="l">
              <a:defRPr sz="975" b="1">
                <a:solidFill>
                  <a:srgbClr val="4FAF91"/>
                </a:solidFill>
                <a:latin typeface="Segoe UI"/>
                <a:ea typeface="Segoe UI"/>
                <a:cs typeface="Segoe UI"/>
              </a:defRPr>
            </a:lvl1pPr>
            <a:lvl2pPr algn="l">
              <a:defRPr sz="975" b="1">
                <a:solidFill>
                  <a:srgbClr val="4FAF91"/>
                </a:solidFill>
                <a:latin typeface="Segoe UI"/>
                <a:ea typeface="Segoe UI"/>
                <a:cs typeface="Segoe UI"/>
              </a:defRPr>
            </a:lvl2pPr>
            <a:lvl3pPr algn="l">
              <a:defRPr sz="975" b="1">
                <a:solidFill>
                  <a:srgbClr val="4FAF91"/>
                </a:solidFill>
                <a:latin typeface="Segoe UI"/>
                <a:ea typeface="Segoe UI"/>
                <a:cs typeface="Segoe UI"/>
              </a:defRPr>
            </a:lvl3pPr>
            <a:lvl4pPr algn="l">
              <a:defRPr sz="975" b="1">
                <a:solidFill>
                  <a:srgbClr val="4FAF91"/>
                </a:solidFill>
                <a:latin typeface="Segoe UI"/>
                <a:ea typeface="Segoe UI"/>
                <a:cs typeface="Segoe UI"/>
              </a:defRPr>
            </a:lvl4pPr>
            <a:lvl5pPr algn="l">
              <a:defRPr sz="975" b="1">
                <a:solidFill>
                  <a:srgbClr val="4FAF91"/>
                </a:solidFill>
                <a:latin typeface="Segoe UI"/>
                <a:ea typeface="Segoe UI"/>
                <a:cs typeface="Segoe UI"/>
              </a:defRPr>
            </a:lvl5pPr>
            <a:lvl6pPr algn="l">
              <a:defRPr sz="975" b="1">
                <a:solidFill>
                  <a:srgbClr val="4FAF91"/>
                </a:solidFill>
                <a:latin typeface="Segoe UI"/>
                <a:ea typeface="Segoe UI"/>
                <a:cs typeface="Segoe UI"/>
              </a:defRPr>
            </a:lvl6pPr>
            <a:lvl7pPr algn="l">
              <a:defRPr sz="975" b="1">
                <a:solidFill>
                  <a:srgbClr val="4FAF91"/>
                </a:solidFill>
                <a:latin typeface="Segoe UI"/>
                <a:ea typeface="Segoe UI"/>
                <a:cs typeface="Segoe UI"/>
              </a:defRPr>
            </a:lvl7pPr>
            <a:lvl8pPr algn="l">
              <a:defRPr sz="975" b="1">
                <a:solidFill>
                  <a:srgbClr val="4FAF91"/>
                </a:solidFill>
                <a:latin typeface="Segoe UI"/>
                <a:ea typeface="Segoe UI"/>
                <a:cs typeface="Segoe UI"/>
              </a:defRPr>
            </a:lvl8pPr>
            <a:lvl9pPr algn="l">
              <a:defRPr sz="975" b="1">
                <a:solidFill>
                  <a:srgbClr val="4FAF91"/>
                </a:solidFill>
                <a:latin typeface="Segoe UI"/>
                <a:ea typeface="Segoe UI"/>
                <a:cs typeface="Segoe UI"/>
              </a:defRPr>
            </a:lvl9pPr>
          </a:lstStyle>
          <a:p xmlns:a="http://schemas.openxmlformats.org/drawingml/2006/main">
            <a:pPr algn="l">
              <a:defRPr sz="975" b="1">
                <a:solidFill>
                  <a:srgbClr val="4FAF91"/>
                </a:solidFill>
                <a:latin typeface="Segoe UI"/>
                <a:ea typeface="Segoe UI"/>
                <a:cs typeface="Segoe UI"/>
              </a:defRPr>
            </a:pPr>
            <a:r>
              <a:rPr sz="975" b="1">
                <a:solidFill>
                  <a:srgbClr val="4FAF91"/>
                </a:solidFill>
                <a:latin typeface="Segoe UI"/>
                <a:ea typeface="Segoe UI"/>
                <a:cs typeface="Segoe UI"/>
              </a:rPr>
              <a:t>GIAO THỨC ĐO TÁC ĐỘNG</a:t>
            </a:r>
          </a:p>
        </p:txBody>
      </p:sp>
      <p:sp>
        <p:nvSpPr>
          <p:cNvPr id="6" name="S3_ProtocolLine1">
            <a:extLst xmlns:a="http://schemas.openxmlformats.org/drawingml/2006/main">
              <a:ext uri="{FF2B5EF4-FFF2-40B4-BE49-F238E27FC236}">
                <a16:creationId xmlns:a16="http://schemas.microsoft.com/office/drawing/2014/main" id="{7D22816A-1B73-4B6E-9BBC-B04AC3179410}"/>
              </a:ext>
            </a:extLst>
          </p:cNvPr>
          <p:cNvSpPr>
            <a:spLocks xmlns:a="http://schemas.openxmlformats.org/drawingml/2006/main" noGrp="1"/>
          </p:cNvSpPr>
          <p:nvPr/>
        </p:nvSpPr>
        <p:spPr>
          <a:xfrm xmlns:a="http://schemas.openxmlformats.org/drawingml/2006/main">
            <a:off x="723900" y="49149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1">
                <a:solidFill>
                  <a:srgbClr val="F4F7FB"/>
                </a:solidFill>
                <a:latin typeface="Segoe UI"/>
                <a:ea typeface="Segoe UI"/>
                <a:cs typeface="Segoe UI"/>
              </a:defRPr>
            </a:defPPr>
            <a:lvl1pPr algn="l">
              <a:defRPr sz="1200" b="1">
                <a:solidFill>
                  <a:srgbClr val="F4F7FB"/>
                </a:solidFill>
                <a:latin typeface="Segoe UI"/>
                <a:ea typeface="Segoe UI"/>
                <a:cs typeface="Segoe UI"/>
              </a:defRPr>
            </a:lvl1pPr>
            <a:lvl2pPr algn="l">
              <a:defRPr sz="1200" b="1">
                <a:solidFill>
                  <a:srgbClr val="F4F7FB"/>
                </a:solidFill>
                <a:latin typeface="Segoe UI"/>
                <a:ea typeface="Segoe UI"/>
                <a:cs typeface="Segoe UI"/>
              </a:defRPr>
            </a:lvl2pPr>
            <a:lvl3pPr algn="l">
              <a:defRPr sz="1200" b="1">
                <a:solidFill>
                  <a:srgbClr val="F4F7FB"/>
                </a:solidFill>
                <a:latin typeface="Segoe UI"/>
                <a:ea typeface="Segoe UI"/>
                <a:cs typeface="Segoe UI"/>
              </a:defRPr>
            </a:lvl3pPr>
            <a:lvl4pPr algn="l">
              <a:defRPr sz="1200" b="1">
                <a:solidFill>
                  <a:srgbClr val="F4F7FB"/>
                </a:solidFill>
                <a:latin typeface="Segoe UI"/>
                <a:ea typeface="Segoe UI"/>
                <a:cs typeface="Segoe UI"/>
              </a:defRPr>
            </a:lvl4pPr>
            <a:lvl5pPr algn="l">
              <a:defRPr sz="1200" b="1">
                <a:solidFill>
                  <a:srgbClr val="F4F7FB"/>
                </a:solidFill>
                <a:latin typeface="Segoe UI"/>
                <a:ea typeface="Segoe UI"/>
                <a:cs typeface="Segoe UI"/>
              </a:defRPr>
            </a:lvl5pPr>
            <a:lvl6pPr algn="l">
              <a:defRPr sz="1200" b="1">
                <a:solidFill>
                  <a:srgbClr val="F4F7FB"/>
                </a:solidFill>
                <a:latin typeface="Segoe UI"/>
                <a:ea typeface="Segoe UI"/>
                <a:cs typeface="Segoe UI"/>
              </a:defRPr>
            </a:lvl6pPr>
            <a:lvl7pPr algn="l">
              <a:defRPr sz="1200" b="1">
                <a:solidFill>
                  <a:srgbClr val="F4F7FB"/>
                </a:solidFill>
                <a:latin typeface="Segoe UI"/>
                <a:ea typeface="Segoe UI"/>
                <a:cs typeface="Segoe UI"/>
              </a:defRPr>
            </a:lvl7pPr>
            <a:lvl8pPr algn="l">
              <a:defRPr sz="1200" b="1">
                <a:solidFill>
                  <a:srgbClr val="F4F7FB"/>
                </a:solidFill>
                <a:latin typeface="Segoe UI"/>
                <a:ea typeface="Segoe UI"/>
                <a:cs typeface="Segoe UI"/>
              </a:defRPr>
            </a:lvl8pPr>
            <a:lvl9pPr algn="l">
              <a:defRPr sz="1200" b="1">
                <a:solidFill>
                  <a:srgbClr val="F4F7FB"/>
                </a:solidFill>
                <a:latin typeface="Segoe UI"/>
                <a:ea typeface="Segoe UI"/>
                <a:cs typeface="Segoe UI"/>
              </a:defRPr>
            </a:lvl9pPr>
          </a:lstStyle>
          <a:p xmlns:a="http://schemas.openxmlformats.org/drawingml/2006/main">
            <a:pPr algn="l">
              <a:defRPr sz="1200" b="1">
                <a:solidFill>
                  <a:srgbClr val="F4F7FB"/>
                </a:solidFill>
                <a:latin typeface="Segoe UI"/>
                <a:ea typeface="Segoe UI"/>
                <a:cs typeface="Segoe UI"/>
              </a:defRPr>
            </a:pPr>
            <a:r>
              <a:rPr sz="1200" b="1">
                <a:solidFill>
                  <a:srgbClr val="F4F7FB"/>
                </a:solidFill>
                <a:latin typeface="Segoe UI"/>
                <a:ea typeface="Segoe UI"/>
                <a:cs typeface="Segoe UI"/>
              </a:rPr>
              <a:t>3 người dùng × cùng 3 nhiệm vụ × cùng bộ hóa đơn; so median trước và sau; giữ cả phản hồi tiêu cực.</a:t>
            </a:r>
          </a:p>
        </p:txBody>
      </p:sp>
      <p:sp>
        <p:nvSpPr>
          <p:cNvPr id="7" name="S3_ProtocolLine2">
            <a:extLst xmlns:a="http://schemas.openxmlformats.org/drawingml/2006/main">
              <a:ext uri="{FF2B5EF4-FFF2-40B4-BE49-F238E27FC236}">
                <a16:creationId xmlns:a16="http://schemas.microsoft.com/office/drawing/2014/main" id="{0ED6FF9F-C85F-4C1B-867D-DA67BFEECA38}"/>
              </a:ext>
            </a:extLst>
          </p:cNvPr>
          <p:cNvSpPr>
            <a:spLocks xmlns:a="http://schemas.openxmlformats.org/drawingml/2006/main" noGrp="1"/>
          </p:cNvSpPr>
          <p:nvPr/>
        </p:nvSpPr>
        <p:spPr>
          <a:xfrm xmlns:a="http://schemas.openxmlformats.org/drawingml/2006/main">
            <a:off x="723900" y="5219700"/>
            <a:ext cx="1074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1">
                <a:solidFill>
                  <a:srgbClr val="C59A4A"/>
                </a:solidFill>
                <a:latin typeface="Segoe UI"/>
                <a:ea typeface="Segoe UI"/>
                <a:cs typeface="Segoe UI"/>
              </a:defRPr>
            </a:defPPr>
            <a:lvl1pPr algn="l">
              <a:defRPr sz="1050" b="1">
                <a:solidFill>
                  <a:srgbClr val="C59A4A"/>
                </a:solidFill>
                <a:latin typeface="Segoe UI"/>
                <a:ea typeface="Segoe UI"/>
                <a:cs typeface="Segoe UI"/>
              </a:defRPr>
            </a:lvl1pPr>
            <a:lvl2pPr algn="l">
              <a:defRPr sz="1050" b="1">
                <a:solidFill>
                  <a:srgbClr val="C59A4A"/>
                </a:solidFill>
                <a:latin typeface="Segoe UI"/>
                <a:ea typeface="Segoe UI"/>
                <a:cs typeface="Segoe UI"/>
              </a:defRPr>
            </a:lvl2pPr>
            <a:lvl3pPr algn="l">
              <a:defRPr sz="1050" b="1">
                <a:solidFill>
                  <a:srgbClr val="C59A4A"/>
                </a:solidFill>
                <a:latin typeface="Segoe UI"/>
                <a:ea typeface="Segoe UI"/>
                <a:cs typeface="Segoe UI"/>
              </a:defRPr>
            </a:lvl3pPr>
            <a:lvl4pPr algn="l">
              <a:defRPr sz="1050" b="1">
                <a:solidFill>
                  <a:srgbClr val="C59A4A"/>
                </a:solidFill>
                <a:latin typeface="Segoe UI"/>
                <a:ea typeface="Segoe UI"/>
                <a:cs typeface="Segoe UI"/>
              </a:defRPr>
            </a:lvl4pPr>
            <a:lvl5pPr algn="l">
              <a:defRPr sz="1050" b="1">
                <a:solidFill>
                  <a:srgbClr val="C59A4A"/>
                </a:solidFill>
                <a:latin typeface="Segoe UI"/>
                <a:ea typeface="Segoe UI"/>
                <a:cs typeface="Segoe UI"/>
              </a:defRPr>
            </a:lvl5pPr>
            <a:lvl6pPr algn="l">
              <a:defRPr sz="1050" b="1">
                <a:solidFill>
                  <a:srgbClr val="C59A4A"/>
                </a:solidFill>
                <a:latin typeface="Segoe UI"/>
                <a:ea typeface="Segoe UI"/>
                <a:cs typeface="Segoe UI"/>
              </a:defRPr>
            </a:lvl6pPr>
            <a:lvl7pPr algn="l">
              <a:defRPr sz="1050" b="1">
                <a:solidFill>
                  <a:srgbClr val="C59A4A"/>
                </a:solidFill>
                <a:latin typeface="Segoe UI"/>
                <a:ea typeface="Segoe UI"/>
                <a:cs typeface="Segoe UI"/>
              </a:defRPr>
            </a:lvl7pPr>
            <a:lvl8pPr algn="l">
              <a:defRPr sz="1050" b="1">
                <a:solidFill>
                  <a:srgbClr val="C59A4A"/>
                </a:solidFill>
                <a:latin typeface="Segoe UI"/>
                <a:ea typeface="Segoe UI"/>
                <a:cs typeface="Segoe UI"/>
              </a:defRPr>
            </a:lvl8pPr>
            <a:lvl9pPr algn="l">
              <a:defRPr sz="1050" b="1">
                <a:solidFill>
                  <a:srgbClr val="C59A4A"/>
                </a:solidFill>
                <a:latin typeface="Segoe UI"/>
                <a:ea typeface="Segoe UI"/>
                <a:cs typeface="Segoe UI"/>
              </a:defRPr>
            </a:lvl9pPr>
          </a:lstStyle>
          <a:p xmlns:a="http://schemas.openxmlformats.org/drawingml/2006/main">
            <a:pPr algn="l">
              <a:defRPr sz="1050" b="1">
                <a:solidFill>
                  <a:srgbClr val="C59A4A"/>
                </a:solidFill>
                <a:latin typeface="Segoe UI"/>
                <a:ea typeface="Segoe UI"/>
                <a:cs typeface="Segoe UI"/>
              </a:defRPr>
            </a:pPr>
            <a:r>
              <a:rPr sz="1050" b="1">
                <a:solidFill>
                  <a:srgbClr val="C59A4A"/>
                </a:solidFill>
                <a:latin typeface="Segoe UI"/>
                <a:ea typeface="Segoe UI"/>
                <a:cs typeface="Segoe UI"/>
              </a:rPr>
              <a:t>Ngưỡng đạt / không đạt sẽ được khóa trước khi mở kết quả. Hiện chưa có record người dùng thật.</a:t>
            </a:r>
          </a:p>
        </p:txBody>
      </p:sp>
      <p:sp>
        <p:nvSpPr>
          <p:cNvPr id="8" name="S3_TechnicalStrip">
            <a:extLst xmlns:a="http://schemas.openxmlformats.org/drawingml/2006/main">
              <a:ext uri="{FF2B5EF4-FFF2-40B4-BE49-F238E27FC236}">
                <a16:creationId xmlns:a16="http://schemas.microsoft.com/office/drawing/2014/main" id="{349755DD-F525-4E8B-9433-21D82CD787C4}"/>
              </a:ext>
            </a:extLst>
          </p:cNvPr>
          <p:cNvSpPr>
            <a:spLocks xmlns:a="http://schemas.openxmlformats.org/drawingml/2006/main" noGrp="1"/>
          </p:cNvSpPr>
          <p:nvPr/>
        </p:nvSpPr>
        <p:spPr>
          <a:xfrm xmlns:a="http://schemas.openxmlformats.org/drawingml/2006/main">
            <a:off x="552450" y="5676900"/>
            <a:ext cx="11087100" cy="495300"/>
          </a:xfrm>
          <a:prstGeom xmlns:a="http://schemas.openxmlformats.org/drawingml/2006/main" prst="roundRect">
            <a:avLst>
              <a:gd name="adj" fmla="val 11538"/>
            </a:avLst>
          </a:prstGeom>
          <a:solidFill xmlns:a="http://schemas.openxmlformats.org/drawingml/2006/main">
            <a:srgbClr val="112338"/>
          </a:solidFill>
          <a:ln xmlns:a="http://schemas.openxmlformats.org/drawingml/2006/main" w="9525">
            <a:solidFill>
              <a:srgbClr val="31445C"/>
            </a:solidFill>
            <a:prstDash val="solid"/>
          </a:ln>
        </p:spPr>
      </p:sp>
      <p:sp>
        <p:nvSpPr>
          <p:cNvPr id="9" name="S3_TechnicalLabel">
            <a:extLst xmlns:a="http://schemas.openxmlformats.org/drawingml/2006/main">
              <a:ext uri="{FF2B5EF4-FFF2-40B4-BE49-F238E27FC236}">
                <a16:creationId xmlns:a16="http://schemas.microsoft.com/office/drawing/2014/main" id="{4817EE45-0271-4204-875A-49688DD11500}"/>
              </a:ext>
            </a:extLst>
          </p:cNvPr>
          <p:cNvSpPr>
            <a:spLocks xmlns:a="http://schemas.openxmlformats.org/drawingml/2006/main" noGrp="1"/>
          </p:cNvSpPr>
          <p:nvPr/>
        </p:nvSpPr>
        <p:spPr>
          <a:xfrm xmlns:a="http://schemas.openxmlformats.org/drawingml/2006/main">
            <a:off x="704850" y="5819775"/>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00" b="1">
                <a:solidFill>
                  <a:srgbClr val="A6B3C4"/>
                </a:solidFill>
                <a:latin typeface="Segoe UI"/>
                <a:ea typeface="Segoe UI"/>
                <a:cs typeface="Segoe UI"/>
              </a:defRPr>
            </a:defPPr>
            <a:lvl1pPr algn="l">
              <a:defRPr sz="900" b="1">
                <a:solidFill>
                  <a:srgbClr val="A6B3C4"/>
                </a:solidFill>
                <a:latin typeface="Segoe UI"/>
                <a:ea typeface="Segoe UI"/>
                <a:cs typeface="Segoe UI"/>
              </a:defRPr>
            </a:lvl1pPr>
            <a:lvl2pPr algn="l">
              <a:defRPr sz="900" b="1">
                <a:solidFill>
                  <a:srgbClr val="A6B3C4"/>
                </a:solidFill>
                <a:latin typeface="Segoe UI"/>
                <a:ea typeface="Segoe UI"/>
                <a:cs typeface="Segoe UI"/>
              </a:defRPr>
            </a:lvl2pPr>
            <a:lvl3pPr algn="l">
              <a:defRPr sz="900" b="1">
                <a:solidFill>
                  <a:srgbClr val="A6B3C4"/>
                </a:solidFill>
                <a:latin typeface="Segoe UI"/>
                <a:ea typeface="Segoe UI"/>
                <a:cs typeface="Segoe UI"/>
              </a:defRPr>
            </a:lvl3pPr>
            <a:lvl4pPr algn="l">
              <a:defRPr sz="900" b="1">
                <a:solidFill>
                  <a:srgbClr val="A6B3C4"/>
                </a:solidFill>
                <a:latin typeface="Segoe UI"/>
                <a:ea typeface="Segoe UI"/>
                <a:cs typeface="Segoe UI"/>
              </a:defRPr>
            </a:lvl4pPr>
            <a:lvl5pPr algn="l">
              <a:defRPr sz="900" b="1">
                <a:solidFill>
                  <a:srgbClr val="A6B3C4"/>
                </a:solidFill>
                <a:latin typeface="Segoe UI"/>
                <a:ea typeface="Segoe UI"/>
                <a:cs typeface="Segoe UI"/>
              </a:defRPr>
            </a:lvl5pPr>
            <a:lvl6pPr algn="l">
              <a:defRPr sz="900" b="1">
                <a:solidFill>
                  <a:srgbClr val="A6B3C4"/>
                </a:solidFill>
                <a:latin typeface="Segoe UI"/>
                <a:ea typeface="Segoe UI"/>
                <a:cs typeface="Segoe UI"/>
              </a:defRPr>
            </a:lvl6pPr>
            <a:lvl7pPr algn="l">
              <a:defRPr sz="900" b="1">
                <a:solidFill>
                  <a:srgbClr val="A6B3C4"/>
                </a:solidFill>
                <a:latin typeface="Segoe UI"/>
                <a:ea typeface="Segoe UI"/>
                <a:cs typeface="Segoe UI"/>
              </a:defRPr>
            </a:lvl7pPr>
            <a:lvl8pPr algn="l">
              <a:defRPr sz="900" b="1">
                <a:solidFill>
                  <a:srgbClr val="A6B3C4"/>
                </a:solidFill>
                <a:latin typeface="Segoe UI"/>
                <a:ea typeface="Segoe UI"/>
                <a:cs typeface="Segoe UI"/>
              </a:defRPr>
            </a:lvl8pPr>
            <a:lvl9pPr algn="l">
              <a:defRPr sz="900" b="1">
                <a:solidFill>
                  <a:srgbClr val="A6B3C4"/>
                </a:solidFill>
                <a:latin typeface="Segoe UI"/>
                <a:ea typeface="Segoe UI"/>
                <a:cs typeface="Segoe UI"/>
              </a:defRPr>
            </a:lvl9pPr>
          </a:lstStyle>
          <a:p xmlns:a="http://schemas.openxmlformats.org/drawingml/2006/main">
            <a:pPr algn="l">
              <a:defRPr sz="900" b="1">
                <a:solidFill>
                  <a:srgbClr val="A6B3C4"/>
                </a:solidFill>
                <a:latin typeface="Segoe UI"/>
                <a:ea typeface="Segoe UI"/>
                <a:cs typeface="Segoe UI"/>
              </a:defRPr>
            </a:pPr>
            <a:r>
              <a:rPr sz="900" b="1">
                <a:solidFill>
                  <a:srgbClr val="A6B3C4"/>
                </a:solidFill>
                <a:latin typeface="Segoe UI"/>
                <a:ea typeface="Segoe UI"/>
                <a:cs typeface="Segoe UI"/>
              </a:rPr>
              <a:t>BẰNG CHỨNG KỸ THUẬT, KHÔNG PHẢI TÁC ĐỘNG</a:t>
            </a:r>
          </a:p>
        </p:txBody>
      </p:sp>
      <p:sp>
        <p:nvSpPr>
          <p:cNvPr id="10" name="S3_TechnicalValues">
            <a:extLst xmlns:a="http://schemas.openxmlformats.org/drawingml/2006/main">
              <a:ext uri="{FF2B5EF4-FFF2-40B4-BE49-F238E27FC236}">
                <a16:creationId xmlns:a16="http://schemas.microsoft.com/office/drawing/2014/main" id="{7BA87CA4-7B3B-4309-A3CD-ED1252B83994}"/>
              </a:ext>
            </a:extLst>
          </p:cNvPr>
          <p:cNvSpPr>
            <a:spLocks xmlns:a="http://schemas.openxmlformats.org/drawingml/2006/main" noGrp="1"/>
          </p:cNvSpPr>
          <p:nvPr/>
        </p:nvSpPr>
        <p:spPr>
          <a:xfrm xmlns:a="http://schemas.openxmlformats.org/drawingml/2006/main">
            <a:off x="4648200" y="5791200"/>
            <a:ext cx="6838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1">
                <a:solidFill>
                  <a:srgbClr val="45A9BE"/>
                </a:solidFill>
                <a:latin typeface="Segoe UI"/>
                <a:ea typeface="Segoe UI"/>
                <a:cs typeface="Segoe UI"/>
              </a:defRPr>
            </a:defPPr>
            <a:lvl1pPr algn="r">
              <a:defRPr sz="1050" b="1">
                <a:solidFill>
                  <a:srgbClr val="45A9BE"/>
                </a:solidFill>
                <a:latin typeface="Segoe UI"/>
                <a:ea typeface="Segoe UI"/>
                <a:cs typeface="Segoe UI"/>
              </a:defRPr>
            </a:lvl1pPr>
            <a:lvl2pPr algn="r">
              <a:defRPr sz="1050" b="1">
                <a:solidFill>
                  <a:srgbClr val="45A9BE"/>
                </a:solidFill>
                <a:latin typeface="Segoe UI"/>
                <a:ea typeface="Segoe UI"/>
                <a:cs typeface="Segoe UI"/>
              </a:defRPr>
            </a:lvl2pPr>
            <a:lvl3pPr algn="r">
              <a:defRPr sz="1050" b="1">
                <a:solidFill>
                  <a:srgbClr val="45A9BE"/>
                </a:solidFill>
                <a:latin typeface="Segoe UI"/>
                <a:ea typeface="Segoe UI"/>
                <a:cs typeface="Segoe UI"/>
              </a:defRPr>
            </a:lvl3pPr>
            <a:lvl4pPr algn="r">
              <a:defRPr sz="1050" b="1">
                <a:solidFill>
                  <a:srgbClr val="45A9BE"/>
                </a:solidFill>
                <a:latin typeface="Segoe UI"/>
                <a:ea typeface="Segoe UI"/>
                <a:cs typeface="Segoe UI"/>
              </a:defRPr>
            </a:lvl4pPr>
            <a:lvl5pPr algn="r">
              <a:defRPr sz="1050" b="1">
                <a:solidFill>
                  <a:srgbClr val="45A9BE"/>
                </a:solidFill>
                <a:latin typeface="Segoe UI"/>
                <a:ea typeface="Segoe UI"/>
                <a:cs typeface="Segoe UI"/>
              </a:defRPr>
            </a:lvl5pPr>
            <a:lvl6pPr algn="r">
              <a:defRPr sz="1050" b="1">
                <a:solidFill>
                  <a:srgbClr val="45A9BE"/>
                </a:solidFill>
                <a:latin typeface="Segoe UI"/>
                <a:ea typeface="Segoe UI"/>
                <a:cs typeface="Segoe UI"/>
              </a:defRPr>
            </a:lvl6pPr>
            <a:lvl7pPr algn="r">
              <a:defRPr sz="1050" b="1">
                <a:solidFill>
                  <a:srgbClr val="45A9BE"/>
                </a:solidFill>
                <a:latin typeface="Segoe UI"/>
                <a:ea typeface="Segoe UI"/>
                <a:cs typeface="Segoe UI"/>
              </a:defRPr>
            </a:lvl7pPr>
            <a:lvl8pPr algn="r">
              <a:defRPr sz="1050" b="1">
                <a:solidFill>
                  <a:srgbClr val="45A9BE"/>
                </a:solidFill>
                <a:latin typeface="Segoe UI"/>
                <a:ea typeface="Segoe UI"/>
                <a:cs typeface="Segoe UI"/>
              </a:defRPr>
            </a:lvl8pPr>
            <a:lvl9pPr algn="r">
              <a:defRPr sz="1050" b="1">
                <a:solidFill>
                  <a:srgbClr val="45A9BE"/>
                </a:solidFill>
                <a:latin typeface="Segoe UI"/>
                <a:ea typeface="Segoe UI"/>
                <a:cs typeface="Segoe UI"/>
              </a:defRPr>
            </a:lvl9pPr>
          </a:lstStyle>
          <a:p xmlns:a="http://schemas.openxmlformats.org/drawingml/2006/main">
            <a:pPr algn="r">
              <a:defRPr sz="1050" b="1">
                <a:solidFill>
                  <a:srgbClr val="45A9BE"/>
                </a:solidFill>
                <a:latin typeface="Segoe UI"/>
                <a:ea typeface="Segoe UI"/>
                <a:cs typeface="Segoe UI"/>
              </a:defRPr>
            </a:pPr>
            <a:r>
              <a:rPr sz="1050" b="1">
                <a:solidFill>
                  <a:srgbClr val="45A9BE"/>
                </a:solidFill>
                <a:latin typeface="Segoe UI"/>
                <a:ea typeface="Segoe UI"/>
                <a:cs typeface="Segoe UI"/>
              </a:rPr>
              <a:t>181/181 offline    live baseline 5/5 • 65.004s    re-smoke: PENDING</a:t>
            </a:r>
          </a:p>
        </p:txBody>
      </p:sp>
    </p:spTree>
    <p:extLst>
      <p:ext uri="{BB962C8B-B14F-4D97-AF65-F5344CB8AC3E}">
        <p14:creationId xmlns:p14="http://schemas.microsoft.com/office/powerpoint/2010/main" val="2113376435"/>
      </p:ext>
    </p:extLst>
  </p:cSld>
</p:sld>
</file>

<file path=ppt/slides/slide4.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sp>
        <p:nvSpPr>
          <p:cNvPr id="40" name="Slide_Title">
            <a:extLst xmlns:a="http://schemas.openxmlformats.org/drawingml/2006/main">
              <a:ext uri="{FF2B5EF4-FFF2-40B4-BE49-F238E27FC236}">
                <a16:creationId xmlns:a16="http://schemas.microsoft.com/office/drawing/2014/main" id="{69DF59A8-77AB-4DA5-A3A4-B2228E0DFE15}"/>
              </a:ext>
            </a:extLst>
          </p:cNvPr>
          <p:cNvSpPr>
            <a:spLocks xmlns:a="http://schemas.openxmlformats.org/drawingml/2006/main" noGrp="1"/>
          </p:cNvSpPr>
          <p:nvPr/>
        </p:nvSpPr>
        <p:spPr>
          <a:xfrm xmlns:a="http://schemas.openxmlformats.org/drawingml/2006/main">
            <a:off x="552450" y="266700"/>
            <a:ext cx="11087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F4F7FB"/>
                </a:solidFill>
                <a:latin typeface="Segoe UI"/>
                <a:ea typeface="Segoe UI"/>
                <a:cs typeface="Segoe UI"/>
              </a:defRPr>
            </a:defPPr>
            <a:lvl1pPr algn="l">
              <a:defRPr sz="2400" b="1">
                <a:solidFill>
                  <a:srgbClr val="F4F7FB"/>
                </a:solidFill>
                <a:latin typeface="Segoe UI"/>
                <a:ea typeface="Segoe UI"/>
                <a:cs typeface="Segoe UI"/>
              </a:defRPr>
            </a:lvl1pPr>
            <a:lvl2pPr algn="l">
              <a:defRPr sz="2400" b="1">
                <a:solidFill>
                  <a:srgbClr val="F4F7FB"/>
                </a:solidFill>
                <a:latin typeface="Segoe UI"/>
                <a:ea typeface="Segoe UI"/>
                <a:cs typeface="Segoe UI"/>
              </a:defRPr>
            </a:lvl2pPr>
            <a:lvl3pPr algn="l">
              <a:defRPr sz="2400" b="1">
                <a:solidFill>
                  <a:srgbClr val="F4F7FB"/>
                </a:solidFill>
                <a:latin typeface="Segoe UI"/>
                <a:ea typeface="Segoe UI"/>
                <a:cs typeface="Segoe UI"/>
              </a:defRPr>
            </a:lvl3pPr>
            <a:lvl4pPr algn="l">
              <a:defRPr sz="2400" b="1">
                <a:solidFill>
                  <a:srgbClr val="F4F7FB"/>
                </a:solidFill>
                <a:latin typeface="Segoe UI"/>
                <a:ea typeface="Segoe UI"/>
                <a:cs typeface="Segoe UI"/>
              </a:defRPr>
            </a:lvl4pPr>
            <a:lvl5pPr algn="l">
              <a:defRPr sz="2400" b="1">
                <a:solidFill>
                  <a:srgbClr val="F4F7FB"/>
                </a:solidFill>
                <a:latin typeface="Segoe UI"/>
                <a:ea typeface="Segoe UI"/>
                <a:cs typeface="Segoe UI"/>
              </a:defRPr>
            </a:lvl5pPr>
            <a:lvl6pPr algn="l">
              <a:defRPr sz="2400" b="1">
                <a:solidFill>
                  <a:srgbClr val="F4F7FB"/>
                </a:solidFill>
                <a:latin typeface="Segoe UI"/>
                <a:ea typeface="Segoe UI"/>
                <a:cs typeface="Segoe UI"/>
              </a:defRPr>
            </a:lvl6pPr>
            <a:lvl7pPr algn="l">
              <a:defRPr sz="2400" b="1">
                <a:solidFill>
                  <a:srgbClr val="F4F7FB"/>
                </a:solidFill>
                <a:latin typeface="Segoe UI"/>
                <a:ea typeface="Segoe UI"/>
                <a:cs typeface="Segoe UI"/>
              </a:defRPr>
            </a:lvl7pPr>
            <a:lvl8pPr algn="l">
              <a:defRPr sz="2400" b="1">
                <a:solidFill>
                  <a:srgbClr val="F4F7FB"/>
                </a:solidFill>
                <a:latin typeface="Segoe UI"/>
                <a:ea typeface="Segoe UI"/>
                <a:cs typeface="Segoe UI"/>
              </a:defRPr>
            </a:lvl8pPr>
            <a:lvl9pPr algn="l">
              <a:defRPr sz="2400" b="1">
                <a:solidFill>
                  <a:srgbClr val="F4F7FB"/>
                </a:solidFill>
                <a:latin typeface="Segoe UI"/>
                <a:ea typeface="Segoe UI"/>
                <a:cs typeface="Segoe UI"/>
              </a:defRPr>
            </a:lvl9pPr>
          </a:lstStyle>
          <a:p xmlns:a="http://schemas.openxmlformats.org/drawingml/2006/main">
            <a:pPr algn="l">
              <a:defRPr sz="2400" b="1">
                <a:solidFill>
                  <a:srgbClr val="F4F7FB"/>
                </a:solidFill>
                <a:latin typeface="Segoe UI"/>
                <a:ea typeface="Segoe UI"/>
                <a:cs typeface="Segoe UI"/>
              </a:defRPr>
            </a:pPr>
            <a:r>
              <a:rPr sz="2400" b="1">
                <a:solidFill>
                  <a:srgbClr val="F4F7FB"/>
                </a:solidFill>
                <a:latin typeface="Segoe UI"/>
                <a:ea typeface="Segoe UI"/>
                <a:cs typeface="Segoe UI"/>
              </a:rPr>
              <a:t>Kiến trúc, ranh giới thực thi và phạm vi evidence</a:t>
            </a:r>
          </a:p>
        </p:txBody>
      </p:sp>
      <p:sp>
        <p:nvSpPr>
          <p:cNvPr id="2" name="Slide_Subtitle">
            <a:extLst xmlns:a="http://schemas.openxmlformats.org/drawingml/2006/main">
              <a:ext uri="{FF2B5EF4-FFF2-40B4-BE49-F238E27FC236}">
                <a16:creationId xmlns:a16="http://schemas.microsoft.com/office/drawing/2014/main" id="{8EF4FE24-83F6-40A9-9FEA-ABACADFC13E2}"/>
              </a:ext>
            </a:extLst>
          </p:cNvPr>
          <p:cNvSpPr>
            <a:spLocks xmlns:a="http://schemas.openxmlformats.org/drawingml/2006/main" noGrp="1"/>
          </p:cNvSpPr>
          <p:nvPr/>
        </p:nvSpPr>
        <p:spPr>
          <a:xfrm xmlns:a="http://schemas.openxmlformats.org/drawingml/2006/main">
            <a:off x="552450" y="7239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3C4"/>
                </a:solidFill>
                <a:latin typeface="Segoe UI"/>
                <a:ea typeface="Segoe UI"/>
                <a:cs typeface="Segoe UI"/>
              </a:defRPr>
            </a:defPPr>
            <a:lvl1pPr algn="l">
              <a:defRPr sz="1275" b="0">
                <a:solidFill>
                  <a:srgbClr val="A6B3C4"/>
                </a:solidFill>
                <a:latin typeface="Segoe UI"/>
                <a:ea typeface="Segoe UI"/>
                <a:cs typeface="Segoe UI"/>
              </a:defRPr>
            </a:lvl1pPr>
            <a:lvl2pPr algn="l">
              <a:defRPr sz="1275" b="0">
                <a:solidFill>
                  <a:srgbClr val="A6B3C4"/>
                </a:solidFill>
                <a:latin typeface="Segoe UI"/>
                <a:ea typeface="Segoe UI"/>
                <a:cs typeface="Segoe UI"/>
              </a:defRPr>
            </a:lvl2pPr>
            <a:lvl3pPr algn="l">
              <a:defRPr sz="1275" b="0">
                <a:solidFill>
                  <a:srgbClr val="A6B3C4"/>
                </a:solidFill>
                <a:latin typeface="Segoe UI"/>
                <a:ea typeface="Segoe UI"/>
                <a:cs typeface="Segoe UI"/>
              </a:defRPr>
            </a:lvl3pPr>
            <a:lvl4pPr algn="l">
              <a:defRPr sz="1275" b="0">
                <a:solidFill>
                  <a:srgbClr val="A6B3C4"/>
                </a:solidFill>
                <a:latin typeface="Segoe UI"/>
                <a:ea typeface="Segoe UI"/>
                <a:cs typeface="Segoe UI"/>
              </a:defRPr>
            </a:lvl4pPr>
            <a:lvl5pPr algn="l">
              <a:defRPr sz="1275" b="0">
                <a:solidFill>
                  <a:srgbClr val="A6B3C4"/>
                </a:solidFill>
                <a:latin typeface="Segoe UI"/>
                <a:ea typeface="Segoe UI"/>
                <a:cs typeface="Segoe UI"/>
              </a:defRPr>
            </a:lvl5pPr>
            <a:lvl6pPr algn="l">
              <a:defRPr sz="1275" b="0">
                <a:solidFill>
                  <a:srgbClr val="A6B3C4"/>
                </a:solidFill>
                <a:latin typeface="Segoe UI"/>
                <a:ea typeface="Segoe UI"/>
                <a:cs typeface="Segoe UI"/>
              </a:defRPr>
            </a:lvl6pPr>
            <a:lvl7pPr algn="l">
              <a:defRPr sz="1275" b="0">
                <a:solidFill>
                  <a:srgbClr val="A6B3C4"/>
                </a:solidFill>
                <a:latin typeface="Segoe UI"/>
                <a:ea typeface="Segoe UI"/>
                <a:cs typeface="Segoe UI"/>
              </a:defRPr>
            </a:lvl7pPr>
            <a:lvl8pPr algn="l">
              <a:defRPr sz="1275" b="0">
                <a:solidFill>
                  <a:srgbClr val="A6B3C4"/>
                </a:solidFill>
                <a:latin typeface="Segoe UI"/>
                <a:ea typeface="Segoe UI"/>
                <a:cs typeface="Segoe UI"/>
              </a:defRPr>
            </a:lvl8pPr>
            <a:lvl9pPr algn="l">
              <a:defRPr sz="1275" b="0">
                <a:solidFill>
                  <a:srgbClr val="A6B3C4"/>
                </a:solidFill>
                <a:latin typeface="Segoe UI"/>
                <a:ea typeface="Segoe UI"/>
                <a:cs typeface="Segoe UI"/>
              </a:defRPr>
            </a:lvl9pPr>
          </a:lstStyle>
          <a:p xmlns:a="http://schemas.openxmlformats.org/drawingml/2006/main">
            <a:pPr algn="l">
              <a:defRPr sz="1275" b="0">
                <a:solidFill>
                  <a:srgbClr val="A6B3C4"/>
                </a:solidFill>
                <a:latin typeface="Segoe UI"/>
                <a:ea typeface="Segoe UI"/>
                <a:cs typeface="Segoe UI"/>
              </a:defRPr>
            </a:pPr>
            <a:r>
              <a:rPr sz="1275" b="0">
                <a:solidFill>
                  <a:srgbClr val="A6B3C4"/>
                </a:solidFill>
                <a:latin typeface="Segoe UI"/>
                <a:ea typeface="Segoe UI"/>
                <a:cs typeface="Segoe UI"/>
              </a:rPr>
              <a:t>Mỗi khối ghi rõ phần đã test, quyền của model và phần còn ở roadmap / probe.</a:t>
            </a:r>
          </a:p>
        </p:txBody>
      </p:sp>
      <p:sp>
        <p:nvSpPr>
          <p:cNvPr id="3" name="S4_Layer_1">
            <a:extLst xmlns:a="http://schemas.openxmlformats.org/drawingml/2006/main">
              <a:ext uri="{FF2B5EF4-FFF2-40B4-BE49-F238E27FC236}">
                <a16:creationId xmlns:a16="http://schemas.microsoft.com/office/drawing/2014/main" id="{D8624756-0ED0-4E0C-89E8-78F1C5F03506}"/>
              </a:ext>
            </a:extLst>
          </p:cNvPr>
          <p:cNvSpPr>
            <a:spLocks xmlns:a="http://schemas.openxmlformats.org/drawingml/2006/main" noGrp="1"/>
          </p:cNvSpPr>
          <p:nvPr/>
        </p:nvSpPr>
        <p:spPr>
          <a:xfrm xmlns:a="http://schemas.openxmlformats.org/drawingml/2006/main">
            <a:off x="552450" y="1428750"/>
            <a:ext cx="7334250" cy="704850"/>
          </a:xfrm>
          <a:prstGeom xmlns:a="http://schemas.openxmlformats.org/drawingml/2006/main" prst="roundRect">
            <a:avLst>
              <a:gd name="adj" fmla="val 8108"/>
            </a:avLst>
          </a:prstGeom>
          <a:solidFill xmlns:a="http://schemas.openxmlformats.org/drawingml/2006/main">
            <a:srgbClr val="112338"/>
          </a:solidFill>
          <a:ln xmlns:a="http://schemas.openxmlformats.org/drawingml/2006/main" w="9525">
            <a:solidFill>
              <a:srgbClr val="31445C"/>
            </a:solidFill>
            <a:prstDash val="solid"/>
          </a:ln>
        </p:spPr>
      </p:sp>
      <p:sp>
        <p:nvSpPr>
          <p:cNvPr id="4" name="S4_LiveBadge_1">
            <a:extLst xmlns:a="http://schemas.openxmlformats.org/drawingml/2006/main">
              <a:ext uri="{FF2B5EF4-FFF2-40B4-BE49-F238E27FC236}">
                <a16:creationId xmlns:a16="http://schemas.microsoft.com/office/drawing/2014/main" id="{9099078E-98F7-4F06-A026-70A91E69A808}"/>
              </a:ext>
            </a:extLst>
          </p:cNvPr>
          <p:cNvSpPr>
            <a:spLocks xmlns:a="http://schemas.openxmlformats.org/drawingml/2006/main" noGrp="1"/>
          </p:cNvSpPr>
          <p:nvPr/>
        </p:nvSpPr>
        <p:spPr>
          <a:xfrm xmlns:a="http://schemas.openxmlformats.org/drawingml/2006/main">
            <a:off x="704850" y="1524000"/>
            <a:ext cx="1047750" cy="266700"/>
          </a:xfrm>
          <a:prstGeom xmlns:a="http://schemas.openxmlformats.org/drawingml/2006/main" prst="roundRect">
            <a:avLst>
              <a:gd name="adj" fmla="val 21429"/>
            </a:avLst>
          </a:prstGeom>
          <a:solidFill xmlns:a="http://schemas.openxmlformats.org/drawingml/2006/main">
            <a:srgbClr val="4FAF91"/>
          </a:solidFill>
          <a:ln xmlns:a="http://schemas.openxmlformats.org/drawingml/2006/main" w="9525">
            <a:solidFill>
              <a:srgbClr val="4FAF91"/>
            </a:solidFill>
            <a:prstDash val="solid"/>
          </a:ln>
        </p:spPr>
        <p:txBody>
          <a:bodyPr xmlns:a="http://schemas.openxmlformats.org/drawingml/2006/main" lIns="47625" tIns="0" rIns="47625" bIns="0" anchor="ctr">
            <a:noAutofit/>
          </a:bodyPr>
          <a:lstStyle xmlns:a="http://schemas.openxmlformats.org/drawingml/2006/main">
            <a:defPPr algn="ctr">
              <a:defRPr sz="900" b="1">
                <a:solidFill>
                  <a:srgbClr val="091522"/>
                </a:solidFill>
                <a:latin typeface="Segoe UI"/>
                <a:ea typeface="Segoe UI"/>
                <a:cs typeface="Segoe UI"/>
              </a:defRPr>
            </a:defPPr>
            <a:lvl1pPr algn="ctr">
              <a:defRPr sz="900" b="1">
                <a:solidFill>
                  <a:srgbClr val="091522"/>
                </a:solidFill>
                <a:latin typeface="Segoe UI"/>
                <a:ea typeface="Segoe UI"/>
                <a:cs typeface="Segoe UI"/>
              </a:defRPr>
            </a:lvl1pPr>
            <a:lvl2pPr algn="ctr">
              <a:defRPr sz="900" b="1">
                <a:solidFill>
                  <a:srgbClr val="091522"/>
                </a:solidFill>
                <a:latin typeface="Segoe UI"/>
                <a:ea typeface="Segoe UI"/>
                <a:cs typeface="Segoe UI"/>
              </a:defRPr>
            </a:lvl2pPr>
            <a:lvl3pPr algn="ctr">
              <a:defRPr sz="900" b="1">
                <a:solidFill>
                  <a:srgbClr val="091522"/>
                </a:solidFill>
                <a:latin typeface="Segoe UI"/>
                <a:ea typeface="Segoe UI"/>
                <a:cs typeface="Segoe UI"/>
              </a:defRPr>
            </a:lvl3pPr>
            <a:lvl4pPr algn="ctr">
              <a:defRPr sz="900" b="1">
                <a:solidFill>
                  <a:srgbClr val="091522"/>
                </a:solidFill>
                <a:latin typeface="Segoe UI"/>
                <a:ea typeface="Segoe UI"/>
                <a:cs typeface="Segoe UI"/>
              </a:defRPr>
            </a:lvl4pPr>
            <a:lvl5pPr algn="ctr">
              <a:defRPr sz="900" b="1">
                <a:solidFill>
                  <a:srgbClr val="091522"/>
                </a:solidFill>
                <a:latin typeface="Segoe UI"/>
                <a:ea typeface="Segoe UI"/>
                <a:cs typeface="Segoe UI"/>
              </a:defRPr>
            </a:lvl5pPr>
            <a:lvl6pPr algn="ctr">
              <a:defRPr sz="900" b="1">
                <a:solidFill>
                  <a:srgbClr val="091522"/>
                </a:solidFill>
                <a:latin typeface="Segoe UI"/>
                <a:ea typeface="Segoe UI"/>
                <a:cs typeface="Segoe UI"/>
              </a:defRPr>
            </a:lvl6pPr>
            <a:lvl7pPr algn="ctr">
              <a:defRPr sz="900" b="1">
                <a:solidFill>
                  <a:srgbClr val="091522"/>
                </a:solidFill>
                <a:latin typeface="Segoe UI"/>
                <a:ea typeface="Segoe UI"/>
                <a:cs typeface="Segoe UI"/>
              </a:defRPr>
            </a:lvl7pPr>
            <a:lvl8pPr algn="ctr">
              <a:defRPr sz="900" b="1">
                <a:solidFill>
                  <a:srgbClr val="091522"/>
                </a:solidFill>
                <a:latin typeface="Segoe UI"/>
                <a:ea typeface="Segoe UI"/>
                <a:cs typeface="Segoe UI"/>
              </a:defRPr>
            </a:lvl8pPr>
            <a:lvl9pPr algn="ctr">
              <a:defRPr sz="900" b="1">
                <a:solidFill>
                  <a:srgbClr val="091522"/>
                </a:solidFill>
                <a:latin typeface="Segoe UI"/>
                <a:ea typeface="Segoe UI"/>
                <a:cs typeface="Segoe UI"/>
              </a:defRPr>
            </a:lvl9pPr>
          </a:lstStyle>
          <a:p xmlns:a="http://schemas.openxmlformats.org/drawingml/2006/main">
            <a:pPr algn="ctr">
              <a:defRPr sz="900" b="1">
                <a:solidFill>
                  <a:srgbClr val="091522"/>
                </a:solidFill>
                <a:latin typeface="Segoe UI"/>
                <a:ea typeface="Segoe UI"/>
                <a:cs typeface="Segoe UI"/>
              </a:defRPr>
            </a:pPr>
            <a:r>
              <a:rPr sz="900" b="1">
                <a:solidFill>
                  <a:srgbClr val="091522"/>
                </a:solidFill>
                <a:latin typeface="Segoe UI"/>
                <a:ea typeface="Segoe UI"/>
                <a:cs typeface="Segoe UI"/>
              </a:rPr>
              <a:t>ĐÃ TEST</a:t>
            </a:r>
          </a:p>
        </p:txBody>
      </p:sp>
      <p:sp>
        <p:nvSpPr>
          <p:cNvPr id="5" name="S4_LayerLabel_1">
            <a:extLst xmlns:a="http://schemas.openxmlformats.org/drawingml/2006/main">
              <a:ext uri="{FF2B5EF4-FFF2-40B4-BE49-F238E27FC236}">
                <a16:creationId xmlns:a16="http://schemas.microsoft.com/office/drawing/2014/main" id="{6243E529-72FF-4B15-A453-95796C0FE7B3}"/>
              </a:ext>
            </a:extLst>
          </p:cNvPr>
          <p:cNvSpPr>
            <a:spLocks xmlns:a="http://schemas.openxmlformats.org/drawingml/2006/main" noGrp="1"/>
          </p:cNvSpPr>
          <p:nvPr/>
        </p:nvSpPr>
        <p:spPr>
          <a:xfrm xmlns:a="http://schemas.openxmlformats.org/drawingml/2006/main">
            <a:off x="1962150" y="15430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1">
                <a:solidFill>
                  <a:srgbClr val="45A9BE"/>
                </a:solidFill>
                <a:latin typeface="Segoe UI"/>
                <a:ea typeface="Segoe UI"/>
                <a:cs typeface="Segoe UI"/>
              </a:defRPr>
            </a:defPPr>
            <a:lvl1pPr algn="l">
              <a:defRPr sz="1125" b="1">
                <a:solidFill>
                  <a:srgbClr val="45A9BE"/>
                </a:solidFill>
                <a:latin typeface="Segoe UI"/>
                <a:ea typeface="Segoe UI"/>
                <a:cs typeface="Segoe UI"/>
              </a:defRPr>
            </a:lvl1pPr>
            <a:lvl2pPr algn="l">
              <a:defRPr sz="1125" b="1">
                <a:solidFill>
                  <a:srgbClr val="45A9BE"/>
                </a:solidFill>
                <a:latin typeface="Segoe UI"/>
                <a:ea typeface="Segoe UI"/>
                <a:cs typeface="Segoe UI"/>
              </a:defRPr>
            </a:lvl2pPr>
            <a:lvl3pPr algn="l">
              <a:defRPr sz="1125" b="1">
                <a:solidFill>
                  <a:srgbClr val="45A9BE"/>
                </a:solidFill>
                <a:latin typeface="Segoe UI"/>
                <a:ea typeface="Segoe UI"/>
                <a:cs typeface="Segoe UI"/>
              </a:defRPr>
            </a:lvl3pPr>
            <a:lvl4pPr algn="l">
              <a:defRPr sz="1125" b="1">
                <a:solidFill>
                  <a:srgbClr val="45A9BE"/>
                </a:solidFill>
                <a:latin typeface="Segoe UI"/>
                <a:ea typeface="Segoe UI"/>
                <a:cs typeface="Segoe UI"/>
              </a:defRPr>
            </a:lvl4pPr>
            <a:lvl5pPr algn="l">
              <a:defRPr sz="1125" b="1">
                <a:solidFill>
                  <a:srgbClr val="45A9BE"/>
                </a:solidFill>
                <a:latin typeface="Segoe UI"/>
                <a:ea typeface="Segoe UI"/>
                <a:cs typeface="Segoe UI"/>
              </a:defRPr>
            </a:lvl5pPr>
            <a:lvl6pPr algn="l">
              <a:defRPr sz="1125" b="1">
                <a:solidFill>
                  <a:srgbClr val="45A9BE"/>
                </a:solidFill>
                <a:latin typeface="Segoe UI"/>
                <a:ea typeface="Segoe UI"/>
                <a:cs typeface="Segoe UI"/>
              </a:defRPr>
            </a:lvl6pPr>
            <a:lvl7pPr algn="l">
              <a:defRPr sz="1125" b="1">
                <a:solidFill>
                  <a:srgbClr val="45A9BE"/>
                </a:solidFill>
                <a:latin typeface="Segoe UI"/>
                <a:ea typeface="Segoe UI"/>
                <a:cs typeface="Segoe UI"/>
              </a:defRPr>
            </a:lvl7pPr>
            <a:lvl8pPr algn="l">
              <a:defRPr sz="1125" b="1">
                <a:solidFill>
                  <a:srgbClr val="45A9BE"/>
                </a:solidFill>
                <a:latin typeface="Segoe UI"/>
                <a:ea typeface="Segoe UI"/>
                <a:cs typeface="Segoe UI"/>
              </a:defRPr>
            </a:lvl8pPr>
            <a:lvl9pPr algn="l">
              <a:defRPr sz="1125" b="1">
                <a:solidFill>
                  <a:srgbClr val="45A9BE"/>
                </a:solidFill>
                <a:latin typeface="Segoe UI"/>
                <a:ea typeface="Segoe UI"/>
                <a:cs typeface="Segoe UI"/>
              </a:defRPr>
            </a:lvl9pPr>
          </a:lstStyle>
          <a:p xmlns:a="http://schemas.openxmlformats.org/drawingml/2006/main">
            <a:pPr algn="l">
              <a:defRPr sz="1125" b="1">
                <a:solidFill>
                  <a:srgbClr val="45A9BE"/>
                </a:solidFill>
                <a:latin typeface="Segoe UI"/>
                <a:ea typeface="Segoe UI"/>
                <a:cs typeface="Segoe UI"/>
              </a:defRPr>
            </a:pPr>
            <a:r>
              <a:rPr sz="1125" b="1">
                <a:solidFill>
                  <a:srgbClr val="45A9BE"/>
                </a:solidFill>
                <a:latin typeface="Segoe UI"/>
                <a:ea typeface="Segoe UI"/>
                <a:cs typeface="Segoe UI"/>
              </a:rPr>
              <a:t>GIAO DIỆN</a:t>
            </a:r>
          </a:p>
        </p:txBody>
      </p:sp>
      <p:sp>
        <p:nvSpPr>
          <p:cNvPr id="6" name="S4_LayerText_1">
            <a:extLst xmlns:a="http://schemas.openxmlformats.org/drawingml/2006/main">
              <a:ext uri="{FF2B5EF4-FFF2-40B4-BE49-F238E27FC236}">
                <a16:creationId xmlns:a16="http://schemas.microsoft.com/office/drawing/2014/main" id="{8837AF7F-1367-49CF-A0E6-9E4D2B0F7460}"/>
              </a:ext>
            </a:extLst>
          </p:cNvPr>
          <p:cNvSpPr>
            <a:spLocks xmlns:a="http://schemas.openxmlformats.org/drawingml/2006/main" noGrp="1"/>
          </p:cNvSpPr>
          <p:nvPr/>
        </p:nvSpPr>
        <p:spPr>
          <a:xfrm xmlns:a="http://schemas.openxmlformats.org/drawingml/2006/main">
            <a:off x="1962150" y="1762125"/>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1">
                <a:solidFill>
                  <a:srgbClr val="F4F7FB"/>
                </a:solidFill>
                <a:latin typeface="Segoe UI"/>
                <a:ea typeface="Segoe UI"/>
                <a:cs typeface="Segoe UI"/>
              </a:defRPr>
            </a:defPPr>
            <a:lvl1pPr algn="l">
              <a:defRPr sz="1050" b="1">
                <a:solidFill>
                  <a:srgbClr val="F4F7FB"/>
                </a:solidFill>
                <a:latin typeface="Segoe UI"/>
                <a:ea typeface="Segoe UI"/>
                <a:cs typeface="Segoe UI"/>
              </a:defRPr>
            </a:lvl1pPr>
            <a:lvl2pPr algn="l">
              <a:defRPr sz="1050" b="1">
                <a:solidFill>
                  <a:srgbClr val="F4F7FB"/>
                </a:solidFill>
                <a:latin typeface="Segoe UI"/>
                <a:ea typeface="Segoe UI"/>
                <a:cs typeface="Segoe UI"/>
              </a:defRPr>
            </a:lvl2pPr>
            <a:lvl3pPr algn="l">
              <a:defRPr sz="1050" b="1">
                <a:solidFill>
                  <a:srgbClr val="F4F7FB"/>
                </a:solidFill>
                <a:latin typeface="Segoe UI"/>
                <a:ea typeface="Segoe UI"/>
                <a:cs typeface="Segoe UI"/>
              </a:defRPr>
            </a:lvl3pPr>
            <a:lvl4pPr algn="l">
              <a:defRPr sz="1050" b="1">
                <a:solidFill>
                  <a:srgbClr val="F4F7FB"/>
                </a:solidFill>
                <a:latin typeface="Segoe UI"/>
                <a:ea typeface="Segoe UI"/>
                <a:cs typeface="Segoe UI"/>
              </a:defRPr>
            </a:lvl4pPr>
            <a:lvl5pPr algn="l">
              <a:defRPr sz="1050" b="1">
                <a:solidFill>
                  <a:srgbClr val="F4F7FB"/>
                </a:solidFill>
                <a:latin typeface="Segoe UI"/>
                <a:ea typeface="Segoe UI"/>
                <a:cs typeface="Segoe UI"/>
              </a:defRPr>
            </a:lvl5pPr>
            <a:lvl6pPr algn="l">
              <a:defRPr sz="1050" b="1">
                <a:solidFill>
                  <a:srgbClr val="F4F7FB"/>
                </a:solidFill>
                <a:latin typeface="Segoe UI"/>
                <a:ea typeface="Segoe UI"/>
                <a:cs typeface="Segoe UI"/>
              </a:defRPr>
            </a:lvl6pPr>
            <a:lvl7pPr algn="l">
              <a:defRPr sz="1050" b="1">
                <a:solidFill>
                  <a:srgbClr val="F4F7FB"/>
                </a:solidFill>
                <a:latin typeface="Segoe UI"/>
                <a:ea typeface="Segoe UI"/>
                <a:cs typeface="Segoe UI"/>
              </a:defRPr>
            </a:lvl7pPr>
            <a:lvl8pPr algn="l">
              <a:defRPr sz="1050" b="1">
                <a:solidFill>
                  <a:srgbClr val="F4F7FB"/>
                </a:solidFill>
                <a:latin typeface="Segoe UI"/>
                <a:ea typeface="Segoe UI"/>
                <a:cs typeface="Segoe UI"/>
              </a:defRPr>
            </a:lvl8pPr>
            <a:lvl9pPr algn="l">
              <a:defRPr sz="1050" b="1">
                <a:solidFill>
                  <a:srgbClr val="F4F7FB"/>
                </a:solidFill>
                <a:latin typeface="Segoe UI"/>
                <a:ea typeface="Segoe UI"/>
                <a:cs typeface="Segoe UI"/>
              </a:defRPr>
            </a:lvl9pPr>
          </a:lstStyle>
          <a:p xmlns:a="http://schemas.openxmlformats.org/drawingml/2006/main">
            <a:pPr algn="l">
              <a:defRPr sz="1050" b="1">
                <a:solidFill>
                  <a:srgbClr val="F4F7FB"/>
                </a:solidFill>
                <a:latin typeface="Segoe UI"/>
                <a:ea typeface="Segoe UI"/>
                <a:cs typeface="Segoe UI"/>
              </a:defRPr>
            </a:pPr>
            <a:r>
              <a:rPr sz="1050" b="1">
                <a:solidFill>
                  <a:srgbClr val="F4F7FB"/>
                </a:solidFill>
                <a:latin typeface="Segoe UI"/>
                <a:ea typeface="Segoe UI"/>
                <a:cs typeface="Segoe UI"/>
              </a:rPr>
              <a:t>Lượt 1–10 ảnh • amount tùy chọn • HTTP 202/poll • dashboard + CSV tháng</a:t>
            </a:r>
          </a:p>
        </p:txBody>
      </p:sp>
      <p:sp>
        <p:nvSpPr>
          <p:cNvPr id="7" name="S4_LayerConnector_1">
            <a:extLst xmlns:a="http://schemas.openxmlformats.org/drawingml/2006/main">
              <a:ext uri="{FF2B5EF4-FFF2-40B4-BE49-F238E27FC236}">
                <a16:creationId xmlns:a16="http://schemas.microsoft.com/office/drawing/2014/main" id="{BD711228-C9AE-4408-B4EA-02C8B4B1468C}"/>
              </a:ext>
            </a:extLst>
          </p:cNvPr>
          <p:cNvSpPr>
            <a:spLocks xmlns:a="http://schemas.openxmlformats.org/drawingml/2006/main" noGrp="1"/>
          </p:cNvSpPr>
          <p:nvPr/>
        </p:nvSpPr>
        <p:spPr>
          <a:xfrm xmlns:a="http://schemas.openxmlformats.org/drawingml/2006/main">
            <a:off x="4219575" y="2133600"/>
            <a:ext cx="0" cy="171450"/>
          </a:xfrm>
          <a:prstGeom xmlns:a="http://schemas.openxmlformats.org/drawingml/2006/main" prst="line">
            <a:avLst/>
          </a:prstGeom>
          <a:noFill xmlns:a="http://schemas.openxmlformats.org/drawingml/2006/main"/>
          <a:ln xmlns:a="http://schemas.openxmlformats.org/drawingml/2006/main" w="14288">
            <a:solidFill>
              <a:srgbClr val="31445C"/>
            </a:solidFill>
            <a:prstDash val="solid"/>
          </a:ln>
        </p:spPr>
      </p:sp>
      <p:sp>
        <p:nvSpPr>
          <p:cNvPr id="8" name="S4_Layer_2">
            <a:extLst xmlns:a="http://schemas.openxmlformats.org/drawingml/2006/main">
              <a:ext uri="{FF2B5EF4-FFF2-40B4-BE49-F238E27FC236}">
                <a16:creationId xmlns:a16="http://schemas.microsoft.com/office/drawing/2014/main" id="{6BA611F6-E621-44F3-9C1E-EA2083D4BBA2}"/>
              </a:ext>
            </a:extLst>
          </p:cNvPr>
          <p:cNvSpPr>
            <a:spLocks xmlns:a="http://schemas.openxmlformats.org/drawingml/2006/main" noGrp="1"/>
          </p:cNvSpPr>
          <p:nvPr/>
        </p:nvSpPr>
        <p:spPr>
          <a:xfrm xmlns:a="http://schemas.openxmlformats.org/drawingml/2006/main">
            <a:off x="552450" y="2305050"/>
            <a:ext cx="7334250" cy="704850"/>
          </a:xfrm>
          <a:prstGeom xmlns:a="http://schemas.openxmlformats.org/drawingml/2006/main" prst="roundRect">
            <a:avLst>
              <a:gd name="adj" fmla="val 8108"/>
            </a:avLst>
          </a:prstGeom>
          <a:solidFill xmlns:a="http://schemas.openxmlformats.org/drawingml/2006/main">
            <a:srgbClr val="112338"/>
          </a:solidFill>
          <a:ln xmlns:a="http://schemas.openxmlformats.org/drawingml/2006/main" w="9525">
            <a:solidFill>
              <a:srgbClr val="31445C"/>
            </a:solidFill>
            <a:prstDash val="solid"/>
          </a:ln>
        </p:spPr>
      </p:sp>
      <p:sp>
        <p:nvSpPr>
          <p:cNvPr id="9" name="S4_LiveBadge_2">
            <a:extLst xmlns:a="http://schemas.openxmlformats.org/drawingml/2006/main">
              <a:ext uri="{FF2B5EF4-FFF2-40B4-BE49-F238E27FC236}">
                <a16:creationId xmlns:a16="http://schemas.microsoft.com/office/drawing/2014/main" id="{E99A87CB-1A1F-428E-BDF9-921431636716}"/>
              </a:ext>
            </a:extLst>
          </p:cNvPr>
          <p:cNvSpPr>
            <a:spLocks xmlns:a="http://schemas.openxmlformats.org/drawingml/2006/main" noGrp="1"/>
          </p:cNvSpPr>
          <p:nvPr/>
        </p:nvSpPr>
        <p:spPr>
          <a:xfrm xmlns:a="http://schemas.openxmlformats.org/drawingml/2006/main">
            <a:off x="704850" y="2400300"/>
            <a:ext cx="1047750" cy="266700"/>
          </a:xfrm>
          <a:prstGeom xmlns:a="http://schemas.openxmlformats.org/drawingml/2006/main" prst="roundRect">
            <a:avLst>
              <a:gd name="adj" fmla="val 21429"/>
            </a:avLst>
          </a:prstGeom>
          <a:solidFill xmlns:a="http://schemas.openxmlformats.org/drawingml/2006/main">
            <a:srgbClr val="4FAF91"/>
          </a:solidFill>
          <a:ln xmlns:a="http://schemas.openxmlformats.org/drawingml/2006/main" w="9525">
            <a:solidFill>
              <a:srgbClr val="4FAF91"/>
            </a:solidFill>
            <a:prstDash val="solid"/>
          </a:ln>
        </p:spPr>
        <p:txBody>
          <a:bodyPr xmlns:a="http://schemas.openxmlformats.org/drawingml/2006/main" lIns="47625" tIns="0" rIns="47625" bIns="0" anchor="ctr">
            <a:noAutofit/>
          </a:bodyPr>
          <a:lstStyle xmlns:a="http://schemas.openxmlformats.org/drawingml/2006/main">
            <a:defPPr algn="ctr">
              <a:defRPr sz="900" b="1">
                <a:solidFill>
                  <a:srgbClr val="091522"/>
                </a:solidFill>
                <a:latin typeface="Segoe UI"/>
                <a:ea typeface="Segoe UI"/>
                <a:cs typeface="Segoe UI"/>
              </a:defRPr>
            </a:defPPr>
            <a:lvl1pPr algn="ctr">
              <a:defRPr sz="900" b="1">
                <a:solidFill>
                  <a:srgbClr val="091522"/>
                </a:solidFill>
                <a:latin typeface="Segoe UI"/>
                <a:ea typeface="Segoe UI"/>
                <a:cs typeface="Segoe UI"/>
              </a:defRPr>
            </a:lvl1pPr>
            <a:lvl2pPr algn="ctr">
              <a:defRPr sz="900" b="1">
                <a:solidFill>
                  <a:srgbClr val="091522"/>
                </a:solidFill>
                <a:latin typeface="Segoe UI"/>
                <a:ea typeface="Segoe UI"/>
                <a:cs typeface="Segoe UI"/>
              </a:defRPr>
            </a:lvl2pPr>
            <a:lvl3pPr algn="ctr">
              <a:defRPr sz="900" b="1">
                <a:solidFill>
                  <a:srgbClr val="091522"/>
                </a:solidFill>
                <a:latin typeface="Segoe UI"/>
                <a:ea typeface="Segoe UI"/>
                <a:cs typeface="Segoe UI"/>
              </a:defRPr>
            </a:lvl3pPr>
            <a:lvl4pPr algn="ctr">
              <a:defRPr sz="900" b="1">
                <a:solidFill>
                  <a:srgbClr val="091522"/>
                </a:solidFill>
                <a:latin typeface="Segoe UI"/>
                <a:ea typeface="Segoe UI"/>
                <a:cs typeface="Segoe UI"/>
              </a:defRPr>
            </a:lvl4pPr>
            <a:lvl5pPr algn="ctr">
              <a:defRPr sz="900" b="1">
                <a:solidFill>
                  <a:srgbClr val="091522"/>
                </a:solidFill>
                <a:latin typeface="Segoe UI"/>
                <a:ea typeface="Segoe UI"/>
                <a:cs typeface="Segoe UI"/>
              </a:defRPr>
            </a:lvl5pPr>
            <a:lvl6pPr algn="ctr">
              <a:defRPr sz="900" b="1">
                <a:solidFill>
                  <a:srgbClr val="091522"/>
                </a:solidFill>
                <a:latin typeface="Segoe UI"/>
                <a:ea typeface="Segoe UI"/>
                <a:cs typeface="Segoe UI"/>
              </a:defRPr>
            </a:lvl6pPr>
            <a:lvl7pPr algn="ctr">
              <a:defRPr sz="900" b="1">
                <a:solidFill>
                  <a:srgbClr val="091522"/>
                </a:solidFill>
                <a:latin typeface="Segoe UI"/>
                <a:ea typeface="Segoe UI"/>
                <a:cs typeface="Segoe UI"/>
              </a:defRPr>
            </a:lvl7pPr>
            <a:lvl8pPr algn="ctr">
              <a:defRPr sz="900" b="1">
                <a:solidFill>
                  <a:srgbClr val="091522"/>
                </a:solidFill>
                <a:latin typeface="Segoe UI"/>
                <a:ea typeface="Segoe UI"/>
                <a:cs typeface="Segoe UI"/>
              </a:defRPr>
            </a:lvl8pPr>
            <a:lvl9pPr algn="ctr">
              <a:defRPr sz="900" b="1">
                <a:solidFill>
                  <a:srgbClr val="091522"/>
                </a:solidFill>
                <a:latin typeface="Segoe UI"/>
                <a:ea typeface="Segoe UI"/>
                <a:cs typeface="Segoe UI"/>
              </a:defRPr>
            </a:lvl9pPr>
          </a:lstStyle>
          <a:p xmlns:a="http://schemas.openxmlformats.org/drawingml/2006/main">
            <a:pPr algn="ctr">
              <a:defRPr sz="900" b="1">
                <a:solidFill>
                  <a:srgbClr val="091522"/>
                </a:solidFill>
                <a:latin typeface="Segoe UI"/>
                <a:ea typeface="Segoe UI"/>
                <a:cs typeface="Segoe UI"/>
              </a:defRPr>
            </a:pPr>
            <a:r>
              <a:rPr sz="900" b="1">
                <a:solidFill>
                  <a:srgbClr val="091522"/>
                </a:solidFill>
                <a:latin typeface="Segoe UI"/>
                <a:ea typeface="Segoe UI"/>
                <a:cs typeface="Segoe UI"/>
              </a:rPr>
              <a:t>ĐÃ TEST</a:t>
            </a:r>
          </a:p>
        </p:txBody>
      </p:sp>
      <p:sp>
        <p:nvSpPr>
          <p:cNvPr id="10" name="S4_LayerLabel_2">
            <a:extLst xmlns:a="http://schemas.openxmlformats.org/drawingml/2006/main">
              <a:ext uri="{FF2B5EF4-FFF2-40B4-BE49-F238E27FC236}">
                <a16:creationId xmlns:a16="http://schemas.microsoft.com/office/drawing/2014/main" id="{84066D6A-6C6D-4FD9-926C-28F2D3C354C0}"/>
              </a:ext>
            </a:extLst>
          </p:cNvPr>
          <p:cNvSpPr>
            <a:spLocks xmlns:a="http://schemas.openxmlformats.org/drawingml/2006/main" noGrp="1"/>
          </p:cNvSpPr>
          <p:nvPr/>
        </p:nvSpPr>
        <p:spPr>
          <a:xfrm xmlns:a="http://schemas.openxmlformats.org/drawingml/2006/main">
            <a:off x="1962150" y="24193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1">
                <a:solidFill>
                  <a:srgbClr val="45A9BE"/>
                </a:solidFill>
                <a:latin typeface="Segoe UI"/>
                <a:ea typeface="Segoe UI"/>
                <a:cs typeface="Segoe UI"/>
              </a:defRPr>
            </a:defPPr>
            <a:lvl1pPr algn="l">
              <a:defRPr sz="1125" b="1">
                <a:solidFill>
                  <a:srgbClr val="45A9BE"/>
                </a:solidFill>
                <a:latin typeface="Segoe UI"/>
                <a:ea typeface="Segoe UI"/>
                <a:cs typeface="Segoe UI"/>
              </a:defRPr>
            </a:lvl1pPr>
            <a:lvl2pPr algn="l">
              <a:defRPr sz="1125" b="1">
                <a:solidFill>
                  <a:srgbClr val="45A9BE"/>
                </a:solidFill>
                <a:latin typeface="Segoe UI"/>
                <a:ea typeface="Segoe UI"/>
                <a:cs typeface="Segoe UI"/>
              </a:defRPr>
            </a:lvl2pPr>
            <a:lvl3pPr algn="l">
              <a:defRPr sz="1125" b="1">
                <a:solidFill>
                  <a:srgbClr val="45A9BE"/>
                </a:solidFill>
                <a:latin typeface="Segoe UI"/>
                <a:ea typeface="Segoe UI"/>
                <a:cs typeface="Segoe UI"/>
              </a:defRPr>
            </a:lvl3pPr>
            <a:lvl4pPr algn="l">
              <a:defRPr sz="1125" b="1">
                <a:solidFill>
                  <a:srgbClr val="45A9BE"/>
                </a:solidFill>
                <a:latin typeface="Segoe UI"/>
                <a:ea typeface="Segoe UI"/>
                <a:cs typeface="Segoe UI"/>
              </a:defRPr>
            </a:lvl4pPr>
            <a:lvl5pPr algn="l">
              <a:defRPr sz="1125" b="1">
                <a:solidFill>
                  <a:srgbClr val="45A9BE"/>
                </a:solidFill>
                <a:latin typeface="Segoe UI"/>
                <a:ea typeface="Segoe UI"/>
                <a:cs typeface="Segoe UI"/>
              </a:defRPr>
            </a:lvl5pPr>
            <a:lvl6pPr algn="l">
              <a:defRPr sz="1125" b="1">
                <a:solidFill>
                  <a:srgbClr val="45A9BE"/>
                </a:solidFill>
                <a:latin typeface="Segoe UI"/>
                <a:ea typeface="Segoe UI"/>
                <a:cs typeface="Segoe UI"/>
              </a:defRPr>
            </a:lvl6pPr>
            <a:lvl7pPr algn="l">
              <a:defRPr sz="1125" b="1">
                <a:solidFill>
                  <a:srgbClr val="45A9BE"/>
                </a:solidFill>
                <a:latin typeface="Segoe UI"/>
                <a:ea typeface="Segoe UI"/>
                <a:cs typeface="Segoe UI"/>
              </a:defRPr>
            </a:lvl7pPr>
            <a:lvl8pPr algn="l">
              <a:defRPr sz="1125" b="1">
                <a:solidFill>
                  <a:srgbClr val="45A9BE"/>
                </a:solidFill>
                <a:latin typeface="Segoe UI"/>
                <a:ea typeface="Segoe UI"/>
                <a:cs typeface="Segoe UI"/>
              </a:defRPr>
            </a:lvl8pPr>
            <a:lvl9pPr algn="l">
              <a:defRPr sz="1125" b="1">
                <a:solidFill>
                  <a:srgbClr val="45A9BE"/>
                </a:solidFill>
                <a:latin typeface="Segoe UI"/>
                <a:ea typeface="Segoe UI"/>
                <a:cs typeface="Segoe UI"/>
              </a:defRPr>
            </a:lvl9pPr>
          </a:lstStyle>
          <a:p xmlns:a="http://schemas.openxmlformats.org/drawingml/2006/main">
            <a:pPr algn="l">
              <a:defRPr sz="1125" b="1">
                <a:solidFill>
                  <a:srgbClr val="45A9BE"/>
                </a:solidFill>
                <a:latin typeface="Segoe UI"/>
                <a:ea typeface="Segoe UI"/>
                <a:cs typeface="Segoe UI"/>
              </a:defRPr>
            </a:pPr>
            <a:r>
              <a:rPr sz="1125" b="1">
                <a:solidFill>
                  <a:srgbClr val="45A9BE"/>
                </a:solidFill>
                <a:latin typeface="Segoe UI"/>
                <a:ea typeface="Segoe UI"/>
                <a:cs typeface="Segoe UI"/>
              </a:rPr>
              <a:t>QUEUE / WORKER</a:t>
            </a:r>
          </a:p>
        </p:txBody>
      </p:sp>
      <p:sp>
        <p:nvSpPr>
          <p:cNvPr id="11" name="S4_LayerText_2">
            <a:extLst xmlns:a="http://schemas.openxmlformats.org/drawingml/2006/main">
              <a:ext uri="{FF2B5EF4-FFF2-40B4-BE49-F238E27FC236}">
                <a16:creationId xmlns:a16="http://schemas.microsoft.com/office/drawing/2014/main" id="{301E749B-4A25-40DD-9F91-8C5DC02841D1}"/>
              </a:ext>
            </a:extLst>
          </p:cNvPr>
          <p:cNvSpPr>
            <a:spLocks xmlns:a="http://schemas.openxmlformats.org/drawingml/2006/main" noGrp="1"/>
          </p:cNvSpPr>
          <p:nvPr/>
        </p:nvSpPr>
        <p:spPr>
          <a:xfrm xmlns:a="http://schemas.openxmlformats.org/drawingml/2006/main">
            <a:off x="1962150" y="2638425"/>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1">
                <a:solidFill>
                  <a:srgbClr val="F4F7FB"/>
                </a:solidFill>
                <a:latin typeface="Segoe UI"/>
                <a:ea typeface="Segoe UI"/>
                <a:cs typeface="Segoe UI"/>
              </a:defRPr>
            </a:defPPr>
            <a:lvl1pPr algn="l">
              <a:defRPr sz="1050" b="1">
                <a:solidFill>
                  <a:srgbClr val="F4F7FB"/>
                </a:solidFill>
                <a:latin typeface="Segoe UI"/>
                <a:ea typeface="Segoe UI"/>
                <a:cs typeface="Segoe UI"/>
              </a:defRPr>
            </a:lvl1pPr>
            <a:lvl2pPr algn="l">
              <a:defRPr sz="1050" b="1">
                <a:solidFill>
                  <a:srgbClr val="F4F7FB"/>
                </a:solidFill>
                <a:latin typeface="Segoe UI"/>
                <a:ea typeface="Segoe UI"/>
                <a:cs typeface="Segoe UI"/>
              </a:defRPr>
            </a:lvl2pPr>
            <a:lvl3pPr algn="l">
              <a:defRPr sz="1050" b="1">
                <a:solidFill>
                  <a:srgbClr val="F4F7FB"/>
                </a:solidFill>
                <a:latin typeface="Segoe UI"/>
                <a:ea typeface="Segoe UI"/>
                <a:cs typeface="Segoe UI"/>
              </a:defRPr>
            </a:lvl3pPr>
            <a:lvl4pPr algn="l">
              <a:defRPr sz="1050" b="1">
                <a:solidFill>
                  <a:srgbClr val="F4F7FB"/>
                </a:solidFill>
                <a:latin typeface="Segoe UI"/>
                <a:ea typeface="Segoe UI"/>
                <a:cs typeface="Segoe UI"/>
              </a:defRPr>
            </a:lvl4pPr>
            <a:lvl5pPr algn="l">
              <a:defRPr sz="1050" b="1">
                <a:solidFill>
                  <a:srgbClr val="F4F7FB"/>
                </a:solidFill>
                <a:latin typeface="Segoe UI"/>
                <a:ea typeface="Segoe UI"/>
                <a:cs typeface="Segoe UI"/>
              </a:defRPr>
            </a:lvl5pPr>
            <a:lvl6pPr algn="l">
              <a:defRPr sz="1050" b="1">
                <a:solidFill>
                  <a:srgbClr val="F4F7FB"/>
                </a:solidFill>
                <a:latin typeface="Segoe UI"/>
                <a:ea typeface="Segoe UI"/>
                <a:cs typeface="Segoe UI"/>
              </a:defRPr>
            </a:lvl6pPr>
            <a:lvl7pPr algn="l">
              <a:defRPr sz="1050" b="1">
                <a:solidFill>
                  <a:srgbClr val="F4F7FB"/>
                </a:solidFill>
                <a:latin typeface="Segoe UI"/>
                <a:ea typeface="Segoe UI"/>
                <a:cs typeface="Segoe UI"/>
              </a:defRPr>
            </a:lvl7pPr>
            <a:lvl8pPr algn="l">
              <a:defRPr sz="1050" b="1">
                <a:solidFill>
                  <a:srgbClr val="F4F7FB"/>
                </a:solidFill>
                <a:latin typeface="Segoe UI"/>
                <a:ea typeface="Segoe UI"/>
                <a:cs typeface="Segoe UI"/>
              </a:defRPr>
            </a:lvl8pPr>
            <a:lvl9pPr algn="l">
              <a:defRPr sz="1050" b="1">
                <a:solidFill>
                  <a:srgbClr val="F4F7FB"/>
                </a:solidFill>
                <a:latin typeface="Segoe UI"/>
                <a:ea typeface="Segoe UI"/>
                <a:cs typeface="Segoe UI"/>
              </a:defRPr>
            </a:lvl9pPr>
          </a:lstStyle>
          <a:p xmlns:a="http://schemas.openxmlformats.org/drawingml/2006/main">
            <a:pPr algn="l">
              <a:defRPr sz="1050" b="1">
                <a:solidFill>
                  <a:srgbClr val="F4F7FB"/>
                </a:solidFill>
                <a:latin typeface="Segoe UI"/>
                <a:ea typeface="Segoe UI"/>
                <a:cs typeface="Segoe UI"/>
              </a:defRPr>
            </a:pPr>
            <a:r>
              <a:rPr sz="1050" b="1">
                <a:solidFill>
                  <a:srgbClr val="F4F7FB"/>
                </a:solidFill>
                <a:latin typeface="Segoe UI"/>
                <a:ea typeface="Segoe UI"/>
                <a:cs typeface="Segoe UI"/>
              </a:rPr>
              <a:t>SQL job riêng • lease 600s • resume pending • AI concurrency 1</a:t>
            </a:r>
          </a:p>
        </p:txBody>
      </p:sp>
      <p:sp>
        <p:nvSpPr>
          <p:cNvPr id="12" name="S4_LayerConnector_2">
            <a:extLst xmlns:a="http://schemas.openxmlformats.org/drawingml/2006/main">
              <a:ext uri="{FF2B5EF4-FFF2-40B4-BE49-F238E27FC236}">
                <a16:creationId xmlns:a16="http://schemas.microsoft.com/office/drawing/2014/main" id="{443FFFC9-E29D-496C-87B0-A70AD92B70D6}"/>
              </a:ext>
            </a:extLst>
          </p:cNvPr>
          <p:cNvSpPr>
            <a:spLocks xmlns:a="http://schemas.openxmlformats.org/drawingml/2006/main" noGrp="1"/>
          </p:cNvSpPr>
          <p:nvPr/>
        </p:nvSpPr>
        <p:spPr>
          <a:xfrm xmlns:a="http://schemas.openxmlformats.org/drawingml/2006/main">
            <a:off x="4219575" y="3009900"/>
            <a:ext cx="0" cy="171450"/>
          </a:xfrm>
          <a:prstGeom xmlns:a="http://schemas.openxmlformats.org/drawingml/2006/main" prst="line">
            <a:avLst/>
          </a:prstGeom>
          <a:noFill xmlns:a="http://schemas.openxmlformats.org/drawingml/2006/main"/>
          <a:ln xmlns:a="http://schemas.openxmlformats.org/drawingml/2006/main" w="14288">
            <a:solidFill>
              <a:srgbClr val="31445C"/>
            </a:solidFill>
            <a:prstDash val="solid"/>
          </a:ln>
        </p:spPr>
      </p:sp>
      <p:sp>
        <p:nvSpPr>
          <p:cNvPr id="13" name="S4_Layer_3">
            <a:extLst xmlns:a="http://schemas.openxmlformats.org/drawingml/2006/main">
              <a:ext uri="{FF2B5EF4-FFF2-40B4-BE49-F238E27FC236}">
                <a16:creationId xmlns:a16="http://schemas.microsoft.com/office/drawing/2014/main" id="{33488666-2246-4284-A6EB-22CDBD279681}"/>
              </a:ext>
            </a:extLst>
          </p:cNvPr>
          <p:cNvSpPr>
            <a:spLocks xmlns:a="http://schemas.openxmlformats.org/drawingml/2006/main" noGrp="1"/>
          </p:cNvSpPr>
          <p:nvPr/>
        </p:nvSpPr>
        <p:spPr>
          <a:xfrm xmlns:a="http://schemas.openxmlformats.org/drawingml/2006/main">
            <a:off x="552450" y="3181350"/>
            <a:ext cx="7334250" cy="704850"/>
          </a:xfrm>
          <a:prstGeom xmlns:a="http://schemas.openxmlformats.org/drawingml/2006/main" prst="roundRect">
            <a:avLst>
              <a:gd name="adj" fmla="val 8108"/>
            </a:avLst>
          </a:prstGeom>
          <a:solidFill xmlns:a="http://schemas.openxmlformats.org/drawingml/2006/main">
            <a:srgbClr val="112338"/>
          </a:solidFill>
          <a:ln xmlns:a="http://schemas.openxmlformats.org/drawingml/2006/main" w="9525">
            <a:solidFill>
              <a:srgbClr val="31445C"/>
            </a:solidFill>
            <a:prstDash val="solid"/>
          </a:ln>
        </p:spPr>
      </p:sp>
      <p:sp>
        <p:nvSpPr>
          <p:cNvPr id="14" name="S4_LiveBadge_3">
            <a:extLst xmlns:a="http://schemas.openxmlformats.org/drawingml/2006/main">
              <a:ext uri="{FF2B5EF4-FFF2-40B4-BE49-F238E27FC236}">
                <a16:creationId xmlns:a16="http://schemas.microsoft.com/office/drawing/2014/main" id="{A3841BE8-041F-44EB-842B-F150D00D803B}"/>
              </a:ext>
            </a:extLst>
          </p:cNvPr>
          <p:cNvSpPr>
            <a:spLocks xmlns:a="http://schemas.openxmlformats.org/drawingml/2006/main" noGrp="1"/>
          </p:cNvSpPr>
          <p:nvPr/>
        </p:nvSpPr>
        <p:spPr>
          <a:xfrm xmlns:a="http://schemas.openxmlformats.org/drawingml/2006/main">
            <a:off x="704850" y="3276600"/>
            <a:ext cx="1047750" cy="266700"/>
          </a:xfrm>
          <a:prstGeom xmlns:a="http://schemas.openxmlformats.org/drawingml/2006/main" prst="roundRect">
            <a:avLst>
              <a:gd name="adj" fmla="val 21429"/>
            </a:avLst>
          </a:prstGeom>
          <a:solidFill xmlns:a="http://schemas.openxmlformats.org/drawingml/2006/main">
            <a:srgbClr val="4FAF91"/>
          </a:solidFill>
          <a:ln xmlns:a="http://schemas.openxmlformats.org/drawingml/2006/main" w="9525">
            <a:solidFill>
              <a:srgbClr val="4FAF91"/>
            </a:solidFill>
            <a:prstDash val="solid"/>
          </a:ln>
        </p:spPr>
        <p:txBody>
          <a:bodyPr xmlns:a="http://schemas.openxmlformats.org/drawingml/2006/main" lIns="47625" tIns="0" rIns="47625" bIns="0" anchor="ctr">
            <a:noAutofit/>
          </a:bodyPr>
          <a:lstStyle xmlns:a="http://schemas.openxmlformats.org/drawingml/2006/main">
            <a:defPPr algn="ctr">
              <a:defRPr sz="900" b="1">
                <a:solidFill>
                  <a:srgbClr val="091522"/>
                </a:solidFill>
                <a:latin typeface="Segoe UI"/>
                <a:ea typeface="Segoe UI"/>
                <a:cs typeface="Segoe UI"/>
              </a:defRPr>
            </a:defPPr>
            <a:lvl1pPr algn="ctr">
              <a:defRPr sz="900" b="1">
                <a:solidFill>
                  <a:srgbClr val="091522"/>
                </a:solidFill>
                <a:latin typeface="Segoe UI"/>
                <a:ea typeface="Segoe UI"/>
                <a:cs typeface="Segoe UI"/>
              </a:defRPr>
            </a:lvl1pPr>
            <a:lvl2pPr algn="ctr">
              <a:defRPr sz="900" b="1">
                <a:solidFill>
                  <a:srgbClr val="091522"/>
                </a:solidFill>
                <a:latin typeface="Segoe UI"/>
                <a:ea typeface="Segoe UI"/>
                <a:cs typeface="Segoe UI"/>
              </a:defRPr>
            </a:lvl2pPr>
            <a:lvl3pPr algn="ctr">
              <a:defRPr sz="900" b="1">
                <a:solidFill>
                  <a:srgbClr val="091522"/>
                </a:solidFill>
                <a:latin typeface="Segoe UI"/>
                <a:ea typeface="Segoe UI"/>
                <a:cs typeface="Segoe UI"/>
              </a:defRPr>
            </a:lvl3pPr>
            <a:lvl4pPr algn="ctr">
              <a:defRPr sz="900" b="1">
                <a:solidFill>
                  <a:srgbClr val="091522"/>
                </a:solidFill>
                <a:latin typeface="Segoe UI"/>
                <a:ea typeface="Segoe UI"/>
                <a:cs typeface="Segoe UI"/>
              </a:defRPr>
            </a:lvl4pPr>
            <a:lvl5pPr algn="ctr">
              <a:defRPr sz="900" b="1">
                <a:solidFill>
                  <a:srgbClr val="091522"/>
                </a:solidFill>
                <a:latin typeface="Segoe UI"/>
                <a:ea typeface="Segoe UI"/>
                <a:cs typeface="Segoe UI"/>
              </a:defRPr>
            </a:lvl5pPr>
            <a:lvl6pPr algn="ctr">
              <a:defRPr sz="900" b="1">
                <a:solidFill>
                  <a:srgbClr val="091522"/>
                </a:solidFill>
                <a:latin typeface="Segoe UI"/>
                <a:ea typeface="Segoe UI"/>
                <a:cs typeface="Segoe UI"/>
              </a:defRPr>
            </a:lvl6pPr>
            <a:lvl7pPr algn="ctr">
              <a:defRPr sz="900" b="1">
                <a:solidFill>
                  <a:srgbClr val="091522"/>
                </a:solidFill>
                <a:latin typeface="Segoe UI"/>
                <a:ea typeface="Segoe UI"/>
                <a:cs typeface="Segoe UI"/>
              </a:defRPr>
            </a:lvl7pPr>
            <a:lvl8pPr algn="ctr">
              <a:defRPr sz="900" b="1">
                <a:solidFill>
                  <a:srgbClr val="091522"/>
                </a:solidFill>
                <a:latin typeface="Segoe UI"/>
                <a:ea typeface="Segoe UI"/>
                <a:cs typeface="Segoe UI"/>
              </a:defRPr>
            </a:lvl8pPr>
            <a:lvl9pPr algn="ctr">
              <a:defRPr sz="900" b="1">
                <a:solidFill>
                  <a:srgbClr val="091522"/>
                </a:solidFill>
                <a:latin typeface="Segoe UI"/>
                <a:ea typeface="Segoe UI"/>
                <a:cs typeface="Segoe UI"/>
              </a:defRPr>
            </a:lvl9pPr>
          </a:lstStyle>
          <a:p xmlns:a="http://schemas.openxmlformats.org/drawingml/2006/main">
            <a:pPr algn="ctr">
              <a:defRPr sz="900" b="1">
                <a:solidFill>
                  <a:srgbClr val="091522"/>
                </a:solidFill>
                <a:latin typeface="Segoe UI"/>
                <a:ea typeface="Segoe UI"/>
                <a:cs typeface="Segoe UI"/>
              </a:defRPr>
            </a:pPr>
            <a:r>
              <a:rPr sz="900" b="1">
                <a:solidFill>
                  <a:srgbClr val="091522"/>
                </a:solidFill>
                <a:latin typeface="Segoe UI"/>
                <a:ea typeface="Segoe UI"/>
                <a:cs typeface="Segoe UI"/>
              </a:rPr>
              <a:t>ĐÃ TEST</a:t>
            </a:r>
          </a:p>
        </p:txBody>
      </p:sp>
      <p:sp>
        <p:nvSpPr>
          <p:cNvPr id="15" name="S4_LayerLabel_3">
            <a:extLst xmlns:a="http://schemas.openxmlformats.org/drawingml/2006/main">
              <a:ext uri="{FF2B5EF4-FFF2-40B4-BE49-F238E27FC236}">
                <a16:creationId xmlns:a16="http://schemas.microsoft.com/office/drawing/2014/main" id="{8B8C0444-DE0E-447E-A907-CEB306E68ACD}"/>
              </a:ext>
            </a:extLst>
          </p:cNvPr>
          <p:cNvSpPr>
            <a:spLocks xmlns:a="http://schemas.openxmlformats.org/drawingml/2006/main" noGrp="1"/>
          </p:cNvSpPr>
          <p:nvPr/>
        </p:nvSpPr>
        <p:spPr>
          <a:xfrm xmlns:a="http://schemas.openxmlformats.org/drawingml/2006/main">
            <a:off x="1962150" y="32956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1">
                <a:solidFill>
                  <a:srgbClr val="5F8FD8"/>
                </a:solidFill>
                <a:latin typeface="Segoe UI"/>
                <a:ea typeface="Segoe UI"/>
                <a:cs typeface="Segoe UI"/>
              </a:defRPr>
            </a:defPPr>
            <a:lvl1pPr algn="l">
              <a:defRPr sz="1125" b="1">
                <a:solidFill>
                  <a:srgbClr val="5F8FD8"/>
                </a:solidFill>
                <a:latin typeface="Segoe UI"/>
                <a:ea typeface="Segoe UI"/>
                <a:cs typeface="Segoe UI"/>
              </a:defRPr>
            </a:lvl1pPr>
            <a:lvl2pPr algn="l">
              <a:defRPr sz="1125" b="1">
                <a:solidFill>
                  <a:srgbClr val="5F8FD8"/>
                </a:solidFill>
                <a:latin typeface="Segoe UI"/>
                <a:ea typeface="Segoe UI"/>
                <a:cs typeface="Segoe UI"/>
              </a:defRPr>
            </a:lvl2pPr>
            <a:lvl3pPr algn="l">
              <a:defRPr sz="1125" b="1">
                <a:solidFill>
                  <a:srgbClr val="5F8FD8"/>
                </a:solidFill>
                <a:latin typeface="Segoe UI"/>
                <a:ea typeface="Segoe UI"/>
                <a:cs typeface="Segoe UI"/>
              </a:defRPr>
            </a:lvl3pPr>
            <a:lvl4pPr algn="l">
              <a:defRPr sz="1125" b="1">
                <a:solidFill>
                  <a:srgbClr val="5F8FD8"/>
                </a:solidFill>
                <a:latin typeface="Segoe UI"/>
                <a:ea typeface="Segoe UI"/>
                <a:cs typeface="Segoe UI"/>
              </a:defRPr>
            </a:lvl4pPr>
            <a:lvl5pPr algn="l">
              <a:defRPr sz="1125" b="1">
                <a:solidFill>
                  <a:srgbClr val="5F8FD8"/>
                </a:solidFill>
                <a:latin typeface="Segoe UI"/>
                <a:ea typeface="Segoe UI"/>
                <a:cs typeface="Segoe UI"/>
              </a:defRPr>
            </a:lvl5pPr>
            <a:lvl6pPr algn="l">
              <a:defRPr sz="1125" b="1">
                <a:solidFill>
                  <a:srgbClr val="5F8FD8"/>
                </a:solidFill>
                <a:latin typeface="Segoe UI"/>
                <a:ea typeface="Segoe UI"/>
                <a:cs typeface="Segoe UI"/>
              </a:defRPr>
            </a:lvl6pPr>
            <a:lvl7pPr algn="l">
              <a:defRPr sz="1125" b="1">
                <a:solidFill>
                  <a:srgbClr val="5F8FD8"/>
                </a:solidFill>
                <a:latin typeface="Segoe UI"/>
                <a:ea typeface="Segoe UI"/>
                <a:cs typeface="Segoe UI"/>
              </a:defRPr>
            </a:lvl7pPr>
            <a:lvl8pPr algn="l">
              <a:defRPr sz="1125" b="1">
                <a:solidFill>
                  <a:srgbClr val="5F8FD8"/>
                </a:solidFill>
                <a:latin typeface="Segoe UI"/>
                <a:ea typeface="Segoe UI"/>
                <a:cs typeface="Segoe UI"/>
              </a:defRPr>
            </a:lvl8pPr>
            <a:lvl9pPr algn="l">
              <a:defRPr sz="1125" b="1">
                <a:solidFill>
                  <a:srgbClr val="5F8FD8"/>
                </a:solidFill>
                <a:latin typeface="Segoe UI"/>
                <a:ea typeface="Segoe UI"/>
                <a:cs typeface="Segoe UI"/>
              </a:defRPr>
            </a:lvl9pPr>
          </a:lstStyle>
          <a:p xmlns:a="http://schemas.openxmlformats.org/drawingml/2006/main">
            <a:pPr algn="l">
              <a:defRPr sz="1125" b="1">
                <a:solidFill>
                  <a:srgbClr val="5F8FD8"/>
                </a:solidFill>
                <a:latin typeface="Segoe UI"/>
                <a:ea typeface="Segoe UI"/>
                <a:cs typeface="Segoe UI"/>
              </a:defRPr>
            </a:pPr>
            <a:r>
              <a:rPr sz="1125" b="1">
                <a:solidFill>
                  <a:srgbClr val="5F8FD8"/>
                </a:solidFill>
                <a:latin typeface="Segoe UI"/>
                <a:ea typeface="Segoe UI"/>
                <a:cs typeface="Segoe UI"/>
              </a:rPr>
              <a:t>AI + VALIDATION</a:t>
            </a:r>
          </a:p>
        </p:txBody>
      </p:sp>
      <p:sp>
        <p:nvSpPr>
          <p:cNvPr id="16" name="S4_LayerText_3">
            <a:extLst xmlns:a="http://schemas.openxmlformats.org/drawingml/2006/main">
              <a:ext uri="{FF2B5EF4-FFF2-40B4-BE49-F238E27FC236}">
                <a16:creationId xmlns:a16="http://schemas.microsoft.com/office/drawing/2014/main" id="{2BDFEAFA-3299-467A-A9BB-C7B7393DB721}"/>
              </a:ext>
            </a:extLst>
          </p:cNvPr>
          <p:cNvSpPr>
            <a:spLocks xmlns:a="http://schemas.openxmlformats.org/drawingml/2006/main" noGrp="1"/>
          </p:cNvSpPr>
          <p:nvPr/>
        </p:nvSpPr>
        <p:spPr>
          <a:xfrm xmlns:a="http://schemas.openxmlformats.org/drawingml/2006/main">
            <a:off x="1962150" y="3514725"/>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900" b="1">
                <a:solidFill>
                  <a:srgbClr val="F4F7FB"/>
                </a:solidFill>
                <a:latin typeface="Segoe UI"/>
                <a:ea typeface="Segoe UI"/>
                <a:cs typeface="Segoe UI"/>
              </a:defRPr>
            </a:defPPr>
            <a:lvl1pPr algn="l">
              <a:defRPr sz="900" b="1">
                <a:solidFill>
                  <a:srgbClr val="F4F7FB"/>
                </a:solidFill>
                <a:latin typeface="Segoe UI"/>
                <a:ea typeface="Segoe UI"/>
                <a:cs typeface="Segoe UI"/>
              </a:defRPr>
            </a:lvl1pPr>
            <a:lvl2pPr algn="l">
              <a:defRPr sz="900" b="1">
                <a:solidFill>
                  <a:srgbClr val="F4F7FB"/>
                </a:solidFill>
                <a:latin typeface="Segoe UI"/>
                <a:ea typeface="Segoe UI"/>
                <a:cs typeface="Segoe UI"/>
              </a:defRPr>
            </a:lvl2pPr>
            <a:lvl3pPr algn="l">
              <a:defRPr sz="900" b="1">
                <a:solidFill>
                  <a:srgbClr val="F4F7FB"/>
                </a:solidFill>
                <a:latin typeface="Segoe UI"/>
                <a:ea typeface="Segoe UI"/>
                <a:cs typeface="Segoe UI"/>
              </a:defRPr>
            </a:lvl3pPr>
            <a:lvl4pPr algn="l">
              <a:defRPr sz="900" b="1">
                <a:solidFill>
                  <a:srgbClr val="F4F7FB"/>
                </a:solidFill>
                <a:latin typeface="Segoe UI"/>
                <a:ea typeface="Segoe UI"/>
                <a:cs typeface="Segoe UI"/>
              </a:defRPr>
            </a:lvl4pPr>
            <a:lvl5pPr algn="l">
              <a:defRPr sz="900" b="1">
                <a:solidFill>
                  <a:srgbClr val="F4F7FB"/>
                </a:solidFill>
                <a:latin typeface="Segoe UI"/>
                <a:ea typeface="Segoe UI"/>
                <a:cs typeface="Segoe UI"/>
              </a:defRPr>
            </a:lvl5pPr>
            <a:lvl6pPr algn="l">
              <a:defRPr sz="900" b="1">
                <a:solidFill>
                  <a:srgbClr val="F4F7FB"/>
                </a:solidFill>
                <a:latin typeface="Segoe UI"/>
                <a:ea typeface="Segoe UI"/>
                <a:cs typeface="Segoe UI"/>
              </a:defRPr>
            </a:lvl6pPr>
            <a:lvl7pPr algn="l">
              <a:defRPr sz="900" b="1">
                <a:solidFill>
                  <a:srgbClr val="F4F7FB"/>
                </a:solidFill>
                <a:latin typeface="Segoe UI"/>
                <a:ea typeface="Segoe UI"/>
                <a:cs typeface="Segoe UI"/>
              </a:defRPr>
            </a:lvl7pPr>
            <a:lvl8pPr algn="l">
              <a:defRPr sz="900" b="1">
                <a:solidFill>
                  <a:srgbClr val="F4F7FB"/>
                </a:solidFill>
                <a:latin typeface="Segoe UI"/>
                <a:ea typeface="Segoe UI"/>
                <a:cs typeface="Segoe UI"/>
              </a:defRPr>
            </a:lvl8pPr>
            <a:lvl9pPr algn="l">
              <a:defRPr sz="900" b="1">
                <a:solidFill>
                  <a:srgbClr val="F4F7FB"/>
                </a:solidFill>
                <a:latin typeface="Segoe UI"/>
                <a:ea typeface="Segoe UI"/>
                <a:cs typeface="Segoe UI"/>
              </a:defRPr>
            </a:lvl9pPr>
          </a:lstStyle>
          <a:p xmlns:a="http://schemas.openxmlformats.org/drawingml/2006/main">
            <a:pPr algn="l">
              <a:defRPr sz="900" b="1">
                <a:solidFill>
                  <a:srgbClr val="F4F7FB"/>
                </a:solidFill>
                <a:latin typeface="Segoe UI"/>
                <a:ea typeface="Segoe UI"/>
                <a:cs typeface="Segoe UI"/>
              </a:defRPr>
            </a:pPr>
            <a:r>
              <a:rPr sz="900" b="1">
                <a:solidFill>
                  <a:srgbClr val="F4F7FB"/>
                </a:solidFill>
                <a:latin typeface="Segoe UI"/>
                <a:ea typeface="Segoe UI"/>
                <a:cs typeface="Segoe UI"/>
              </a:rPr>
              <a:t>OpenRouter/Qwen3.8 • data_collection=deny • Schema → DTO</a:t>
            </a:r>
          </a:p>
          <a:p xmlns:a="http://schemas.openxmlformats.org/drawingml/2006/main">
            <a:pPr algn="l">
              <a:defRPr sz="900" b="1">
                <a:solidFill>
                  <a:srgbClr val="F4F7FB"/>
                </a:solidFill>
                <a:latin typeface="Segoe UI"/>
                <a:ea typeface="Segoe UI"/>
                <a:cs typeface="Segoe UI"/>
              </a:defRPr>
            </a:pPr>
            <a:r>
              <a:rPr sz="900" b="1">
                <a:solidFill>
                  <a:srgbClr val="F4F7FB"/>
                </a:solidFill>
                <a:latin typeface="Segoe UI"/>
                <a:ea typeface="Segoe UI"/>
                <a:cs typeface="Segoe UI"/>
              </a:rPr>
              <a:t>semantic repair ≤ 1 • amount provenance • privacy triage sau inference</a:t>
            </a:r>
          </a:p>
        </p:txBody>
      </p:sp>
      <p:sp>
        <p:nvSpPr>
          <p:cNvPr id="17" name="S4_LayerConnector_3">
            <a:extLst xmlns:a="http://schemas.openxmlformats.org/drawingml/2006/main">
              <a:ext uri="{FF2B5EF4-FFF2-40B4-BE49-F238E27FC236}">
                <a16:creationId xmlns:a16="http://schemas.microsoft.com/office/drawing/2014/main" id="{ECD9B9E1-1585-4147-B524-D86C99827AB7}"/>
              </a:ext>
            </a:extLst>
          </p:cNvPr>
          <p:cNvSpPr>
            <a:spLocks xmlns:a="http://schemas.openxmlformats.org/drawingml/2006/main" noGrp="1"/>
          </p:cNvSpPr>
          <p:nvPr/>
        </p:nvSpPr>
        <p:spPr>
          <a:xfrm xmlns:a="http://schemas.openxmlformats.org/drawingml/2006/main">
            <a:off x="4219575" y="3886200"/>
            <a:ext cx="0" cy="171450"/>
          </a:xfrm>
          <a:prstGeom xmlns:a="http://schemas.openxmlformats.org/drawingml/2006/main" prst="line">
            <a:avLst/>
          </a:prstGeom>
          <a:noFill xmlns:a="http://schemas.openxmlformats.org/drawingml/2006/main"/>
          <a:ln xmlns:a="http://schemas.openxmlformats.org/drawingml/2006/main" w="14288">
            <a:solidFill>
              <a:srgbClr val="31445C"/>
            </a:solidFill>
            <a:prstDash val="solid"/>
          </a:ln>
        </p:spPr>
      </p:sp>
      <p:sp>
        <p:nvSpPr>
          <p:cNvPr id="18" name="S4_Layer_4">
            <a:extLst xmlns:a="http://schemas.openxmlformats.org/drawingml/2006/main">
              <a:ext uri="{FF2B5EF4-FFF2-40B4-BE49-F238E27FC236}">
                <a16:creationId xmlns:a16="http://schemas.microsoft.com/office/drawing/2014/main" id="{4B441ECE-B981-452F-8F23-003164CAD9ED}"/>
              </a:ext>
            </a:extLst>
          </p:cNvPr>
          <p:cNvSpPr>
            <a:spLocks xmlns:a="http://schemas.openxmlformats.org/drawingml/2006/main" noGrp="1"/>
          </p:cNvSpPr>
          <p:nvPr/>
        </p:nvSpPr>
        <p:spPr>
          <a:xfrm xmlns:a="http://schemas.openxmlformats.org/drawingml/2006/main">
            <a:off x="552450" y="4057650"/>
            <a:ext cx="7334250" cy="704850"/>
          </a:xfrm>
          <a:prstGeom xmlns:a="http://schemas.openxmlformats.org/drawingml/2006/main" prst="roundRect">
            <a:avLst>
              <a:gd name="adj" fmla="val 8108"/>
            </a:avLst>
          </a:prstGeom>
          <a:solidFill xmlns:a="http://schemas.openxmlformats.org/drawingml/2006/main">
            <a:srgbClr val="112338"/>
          </a:solidFill>
          <a:ln xmlns:a="http://schemas.openxmlformats.org/drawingml/2006/main" w="9525">
            <a:solidFill>
              <a:srgbClr val="31445C"/>
            </a:solidFill>
            <a:prstDash val="solid"/>
          </a:ln>
        </p:spPr>
      </p:sp>
      <p:sp>
        <p:nvSpPr>
          <p:cNvPr id="19" name="S4_LiveBadge_4">
            <a:extLst xmlns:a="http://schemas.openxmlformats.org/drawingml/2006/main">
              <a:ext uri="{FF2B5EF4-FFF2-40B4-BE49-F238E27FC236}">
                <a16:creationId xmlns:a16="http://schemas.microsoft.com/office/drawing/2014/main" id="{4D0ED180-4360-4160-BC20-58193F582A82}"/>
              </a:ext>
            </a:extLst>
          </p:cNvPr>
          <p:cNvSpPr>
            <a:spLocks xmlns:a="http://schemas.openxmlformats.org/drawingml/2006/main" noGrp="1"/>
          </p:cNvSpPr>
          <p:nvPr/>
        </p:nvSpPr>
        <p:spPr>
          <a:xfrm xmlns:a="http://schemas.openxmlformats.org/drawingml/2006/main">
            <a:off x="704850" y="4152900"/>
            <a:ext cx="1047750" cy="266700"/>
          </a:xfrm>
          <a:prstGeom xmlns:a="http://schemas.openxmlformats.org/drawingml/2006/main" prst="roundRect">
            <a:avLst>
              <a:gd name="adj" fmla="val 21429"/>
            </a:avLst>
          </a:prstGeom>
          <a:solidFill xmlns:a="http://schemas.openxmlformats.org/drawingml/2006/main">
            <a:srgbClr val="4FAF91"/>
          </a:solidFill>
          <a:ln xmlns:a="http://schemas.openxmlformats.org/drawingml/2006/main" w="9525">
            <a:solidFill>
              <a:srgbClr val="4FAF91"/>
            </a:solidFill>
            <a:prstDash val="solid"/>
          </a:ln>
        </p:spPr>
        <p:txBody>
          <a:bodyPr xmlns:a="http://schemas.openxmlformats.org/drawingml/2006/main" lIns="47625" tIns="0" rIns="47625" bIns="0" anchor="ctr">
            <a:noAutofit/>
          </a:bodyPr>
          <a:lstStyle xmlns:a="http://schemas.openxmlformats.org/drawingml/2006/main">
            <a:defPPr algn="ctr">
              <a:defRPr sz="900" b="1">
                <a:solidFill>
                  <a:srgbClr val="091522"/>
                </a:solidFill>
                <a:latin typeface="Segoe UI"/>
                <a:ea typeface="Segoe UI"/>
                <a:cs typeface="Segoe UI"/>
              </a:defRPr>
            </a:defPPr>
            <a:lvl1pPr algn="ctr">
              <a:defRPr sz="900" b="1">
                <a:solidFill>
                  <a:srgbClr val="091522"/>
                </a:solidFill>
                <a:latin typeface="Segoe UI"/>
                <a:ea typeface="Segoe UI"/>
                <a:cs typeface="Segoe UI"/>
              </a:defRPr>
            </a:lvl1pPr>
            <a:lvl2pPr algn="ctr">
              <a:defRPr sz="900" b="1">
                <a:solidFill>
                  <a:srgbClr val="091522"/>
                </a:solidFill>
                <a:latin typeface="Segoe UI"/>
                <a:ea typeface="Segoe UI"/>
                <a:cs typeface="Segoe UI"/>
              </a:defRPr>
            </a:lvl2pPr>
            <a:lvl3pPr algn="ctr">
              <a:defRPr sz="900" b="1">
                <a:solidFill>
                  <a:srgbClr val="091522"/>
                </a:solidFill>
                <a:latin typeface="Segoe UI"/>
                <a:ea typeface="Segoe UI"/>
                <a:cs typeface="Segoe UI"/>
              </a:defRPr>
            </a:lvl3pPr>
            <a:lvl4pPr algn="ctr">
              <a:defRPr sz="900" b="1">
                <a:solidFill>
                  <a:srgbClr val="091522"/>
                </a:solidFill>
                <a:latin typeface="Segoe UI"/>
                <a:ea typeface="Segoe UI"/>
                <a:cs typeface="Segoe UI"/>
              </a:defRPr>
            </a:lvl4pPr>
            <a:lvl5pPr algn="ctr">
              <a:defRPr sz="900" b="1">
                <a:solidFill>
                  <a:srgbClr val="091522"/>
                </a:solidFill>
                <a:latin typeface="Segoe UI"/>
                <a:ea typeface="Segoe UI"/>
                <a:cs typeface="Segoe UI"/>
              </a:defRPr>
            </a:lvl5pPr>
            <a:lvl6pPr algn="ctr">
              <a:defRPr sz="900" b="1">
                <a:solidFill>
                  <a:srgbClr val="091522"/>
                </a:solidFill>
                <a:latin typeface="Segoe UI"/>
                <a:ea typeface="Segoe UI"/>
                <a:cs typeface="Segoe UI"/>
              </a:defRPr>
            </a:lvl6pPr>
            <a:lvl7pPr algn="ctr">
              <a:defRPr sz="900" b="1">
                <a:solidFill>
                  <a:srgbClr val="091522"/>
                </a:solidFill>
                <a:latin typeface="Segoe UI"/>
                <a:ea typeface="Segoe UI"/>
                <a:cs typeface="Segoe UI"/>
              </a:defRPr>
            </a:lvl7pPr>
            <a:lvl8pPr algn="ctr">
              <a:defRPr sz="900" b="1">
                <a:solidFill>
                  <a:srgbClr val="091522"/>
                </a:solidFill>
                <a:latin typeface="Segoe UI"/>
                <a:ea typeface="Segoe UI"/>
                <a:cs typeface="Segoe UI"/>
              </a:defRPr>
            </a:lvl8pPr>
            <a:lvl9pPr algn="ctr">
              <a:defRPr sz="900" b="1">
                <a:solidFill>
                  <a:srgbClr val="091522"/>
                </a:solidFill>
                <a:latin typeface="Segoe UI"/>
                <a:ea typeface="Segoe UI"/>
                <a:cs typeface="Segoe UI"/>
              </a:defRPr>
            </a:lvl9pPr>
          </a:lstStyle>
          <a:p xmlns:a="http://schemas.openxmlformats.org/drawingml/2006/main">
            <a:pPr algn="ctr">
              <a:defRPr sz="900" b="1">
                <a:solidFill>
                  <a:srgbClr val="091522"/>
                </a:solidFill>
                <a:latin typeface="Segoe UI"/>
                <a:ea typeface="Segoe UI"/>
                <a:cs typeface="Segoe UI"/>
              </a:defRPr>
            </a:pPr>
            <a:r>
              <a:rPr sz="900" b="1">
                <a:solidFill>
                  <a:srgbClr val="091522"/>
                </a:solidFill>
                <a:latin typeface="Segoe UI"/>
                <a:ea typeface="Segoe UI"/>
                <a:cs typeface="Segoe UI"/>
              </a:rPr>
              <a:t>ĐÃ TEST</a:t>
            </a:r>
          </a:p>
        </p:txBody>
      </p:sp>
      <p:sp>
        <p:nvSpPr>
          <p:cNvPr id="20" name="S4_LayerLabel_4">
            <a:extLst xmlns:a="http://schemas.openxmlformats.org/drawingml/2006/main">
              <a:ext uri="{FF2B5EF4-FFF2-40B4-BE49-F238E27FC236}">
                <a16:creationId xmlns:a16="http://schemas.microsoft.com/office/drawing/2014/main" id="{AEDBD96F-F194-429D-BAAF-A11A3851035B}"/>
              </a:ext>
            </a:extLst>
          </p:cNvPr>
          <p:cNvSpPr>
            <a:spLocks xmlns:a="http://schemas.openxmlformats.org/drawingml/2006/main" noGrp="1"/>
          </p:cNvSpPr>
          <p:nvPr/>
        </p:nvSpPr>
        <p:spPr>
          <a:xfrm xmlns:a="http://schemas.openxmlformats.org/drawingml/2006/main">
            <a:off x="1962150" y="41719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1">
                <a:solidFill>
                  <a:srgbClr val="C59A4A"/>
                </a:solidFill>
                <a:latin typeface="Segoe UI"/>
                <a:ea typeface="Segoe UI"/>
                <a:cs typeface="Segoe UI"/>
              </a:defRPr>
            </a:defPPr>
            <a:lvl1pPr algn="l">
              <a:defRPr sz="1125" b="1">
                <a:solidFill>
                  <a:srgbClr val="C59A4A"/>
                </a:solidFill>
                <a:latin typeface="Segoe UI"/>
                <a:ea typeface="Segoe UI"/>
                <a:cs typeface="Segoe UI"/>
              </a:defRPr>
            </a:lvl1pPr>
            <a:lvl2pPr algn="l">
              <a:defRPr sz="1125" b="1">
                <a:solidFill>
                  <a:srgbClr val="C59A4A"/>
                </a:solidFill>
                <a:latin typeface="Segoe UI"/>
                <a:ea typeface="Segoe UI"/>
                <a:cs typeface="Segoe UI"/>
              </a:defRPr>
            </a:lvl2pPr>
            <a:lvl3pPr algn="l">
              <a:defRPr sz="1125" b="1">
                <a:solidFill>
                  <a:srgbClr val="C59A4A"/>
                </a:solidFill>
                <a:latin typeface="Segoe UI"/>
                <a:ea typeface="Segoe UI"/>
                <a:cs typeface="Segoe UI"/>
              </a:defRPr>
            </a:lvl3pPr>
            <a:lvl4pPr algn="l">
              <a:defRPr sz="1125" b="1">
                <a:solidFill>
                  <a:srgbClr val="C59A4A"/>
                </a:solidFill>
                <a:latin typeface="Segoe UI"/>
                <a:ea typeface="Segoe UI"/>
                <a:cs typeface="Segoe UI"/>
              </a:defRPr>
            </a:lvl4pPr>
            <a:lvl5pPr algn="l">
              <a:defRPr sz="1125" b="1">
                <a:solidFill>
                  <a:srgbClr val="C59A4A"/>
                </a:solidFill>
                <a:latin typeface="Segoe UI"/>
                <a:ea typeface="Segoe UI"/>
                <a:cs typeface="Segoe UI"/>
              </a:defRPr>
            </a:lvl5pPr>
            <a:lvl6pPr algn="l">
              <a:defRPr sz="1125" b="1">
                <a:solidFill>
                  <a:srgbClr val="C59A4A"/>
                </a:solidFill>
                <a:latin typeface="Segoe UI"/>
                <a:ea typeface="Segoe UI"/>
                <a:cs typeface="Segoe UI"/>
              </a:defRPr>
            </a:lvl6pPr>
            <a:lvl7pPr algn="l">
              <a:defRPr sz="1125" b="1">
                <a:solidFill>
                  <a:srgbClr val="C59A4A"/>
                </a:solidFill>
                <a:latin typeface="Segoe UI"/>
                <a:ea typeface="Segoe UI"/>
                <a:cs typeface="Segoe UI"/>
              </a:defRPr>
            </a:lvl7pPr>
            <a:lvl8pPr algn="l">
              <a:defRPr sz="1125" b="1">
                <a:solidFill>
                  <a:srgbClr val="C59A4A"/>
                </a:solidFill>
                <a:latin typeface="Segoe UI"/>
                <a:ea typeface="Segoe UI"/>
                <a:cs typeface="Segoe UI"/>
              </a:defRPr>
            </a:lvl8pPr>
            <a:lvl9pPr algn="l">
              <a:defRPr sz="1125" b="1">
                <a:solidFill>
                  <a:srgbClr val="C59A4A"/>
                </a:solidFill>
                <a:latin typeface="Segoe UI"/>
                <a:ea typeface="Segoe UI"/>
                <a:cs typeface="Segoe UI"/>
              </a:defRPr>
            </a:lvl9pPr>
          </a:lstStyle>
          <a:p xmlns:a="http://schemas.openxmlformats.org/drawingml/2006/main">
            <a:pPr algn="l">
              <a:defRPr sz="1125" b="1">
                <a:solidFill>
                  <a:srgbClr val="C59A4A"/>
                </a:solidFill>
                <a:latin typeface="Segoe UI"/>
                <a:ea typeface="Segoe UI"/>
                <a:cs typeface="Segoe UI"/>
              </a:defRPr>
            </a:pPr>
            <a:r>
              <a:rPr sz="1125" b="1">
                <a:solidFill>
                  <a:srgbClr val="C59A4A"/>
                </a:solidFill>
                <a:latin typeface="Segoe UI"/>
                <a:ea typeface="Segoe UI"/>
                <a:cs typeface="Segoe UI"/>
              </a:rPr>
              <a:t>POLICY + DỮ LIỆU</a:t>
            </a:r>
          </a:p>
        </p:txBody>
      </p:sp>
      <p:sp>
        <p:nvSpPr>
          <p:cNvPr id="21" name="S4_LayerText_4">
            <a:extLst xmlns:a="http://schemas.openxmlformats.org/drawingml/2006/main">
              <a:ext uri="{FF2B5EF4-FFF2-40B4-BE49-F238E27FC236}">
                <a16:creationId xmlns:a16="http://schemas.microsoft.com/office/drawing/2014/main" id="{F69EC45E-9419-4795-B633-06BDB514762A}"/>
              </a:ext>
            </a:extLst>
          </p:cNvPr>
          <p:cNvSpPr>
            <a:spLocks xmlns:a="http://schemas.openxmlformats.org/drawingml/2006/main" noGrp="1"/>
          </p:cNvSpPr>
          <p:nvPr/>
        </p:nvSpPr>
        <p:spPr>
          <a:xfrm xmlns:a="http://schemas.openxmlformats.org/drawingml/2006/main">
            <a:off x="1962150" y="4391025"/>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1">
                <a:solidFill>
                  <a:srgbClr val="F4F7FB"/>
                </a:solidFill>
                <a:latin typeface="Segoe UI"/>
                <a:ea typeface="Segoe UI"/>
                <a:cs typeface="Segoe UI"/>
              </a:defRPr>
            </a:defPPr>
            <a:lvl1pPr algn="l">
              <a:defRPr sz="1050" b="1">
                <a:solidFill>
                  <a:srgbClr val="F4F7FB"/>
                </a:solidFill>
                <a:latin typeface="Segoe UI"/>
                <a:ea typeface="Segoe UI"/>
                <a:cs typeface="Segoe UI"/>
              </a:defRPr>
            </a:lvl1pPr>
            <a:lvl2pPr algn="l">
              <a:defRPr sz="1050" b="1">
                <a:solidFill>
                  <a:srgbClr val="F4F7FB"/>
                </a:solidFill>
                <a:latin typeface="Segoe UI"/>
                <a:ea typeface="Segoe UI"/>
                <a:cs typeface="Segoe UI"/>
              </a:defRPr>
            </a:lvl2pPr>
            <a:lvl3pPr algn="l">
              <a:defRPr sz="1050" b="1">
                <a:solidFill>
                  <a:srgbClr val="F4F7FB"/>
                </a:solidFill>
                <a:latin typeface="Segoe UI"/>
                <a:ea typeface="Segoe UI"/>
                <a:cs typeface="Segoe UI"/>
              </a:defRPr>
            </a:lvl3pPr>
            <a:lvl4pPr algn="l">
              <a:defRPr sz="1050" b="1">
                <a:solidFill>
                  <a:srgbClr val="F4F7FB"/>
                </a:solidFill>
                <a:latin typeface="Segoe UI"/>
                <a:ea typeface="Segoe UI"/>
                <a:cs typeface="Segoe UI"/>
              </a:defRPr>
            </a:lvl4pPr>
            <a:lvl5pPr algn="l">
              <a:defRPr sz="1050" b="1">
                <a:solidFill>
                  <a:srgbClr val="F4F7FB"/>
                </a:solidFill>
                <a:latin typeface="Segoe UI"/>
                <a:ea typeface="Segoe UI"/>
                <a:cs typeface="Segoe UI"/>
              </a:defRPr>
            </a:lvl5pPr>
            <a:lvl6pPr algn="l">
              <a:defRPr sz="1050" b="1">
                <a:solidFill>
                  <a:srgbClr val="F4F7FB"/>
                </a:solidFill>
                <a:latin typeface="Segoe UI"/>
                <a:ea typeface="Segoe UI"/>
                <a:cs typeface="Segoe UI"/>
              </a:defRPr>
            </a:lvl6pPr>
            <a:lvl7pPr algn="l">
              <a:defRPr sz="1050" b="1">
                <a:solidFill>
                  <a:srgbClr val="F4F7FB"/>
                </a:solidFill>
                <a:latin typeface="Segoe UI"/>
                <a:ea typeface="Segoe UI"/>
                <a:cs typeface="Segoe UI"/>
              </a:defRPr>
            </a:lvl7pPr>
            <a:lvl8pPr algn="l">
              <a:defRPr sz="1050" b="1">
                <a:solidFill>
                  <a:srgbClr val="F4F7FB"/>
                </a:solidFill>
                <a:latin typeface="Segoe UI"/>
                <a:ea typeface="Segoe UI"/>
                <a:cs typeface="Segoe UI"/>
              </a:defRPr>
            </a:lvl8pPr>
            <a:lvl9pPr algn="l">
              <a:defRPr sz="1050" b="1">
                <a:solidFill>
                  <a:srgbClr val="F4F7FB"/>
                </a:solidFill>
                <a:latin typeface="Segoe UI"/>
                <a:ea typeface="Segoe UI"/>
                <a:cs typeface="Segoe UI"/>
              </a:defRPr>
            </a:lvl9pPr>
          </a:lstStyle>
          <a:p xmlns:a="http://schemas.openxmlformats.org/drawingml/2006/main">
            <a:pPr algn="l">
              <a:defRPr sz="1050" b="1">
                <a:solidFill>
                  <a:srgbClr val="F4F7FB"/>
                </a:solidFill>
                <a:latin typeface="Segoe UI"/>
                <a:ea typeface="Segoe UI"/>
                <a:cs typeface="Segoe UI"/>
              </a:defRPr>
            </a:pPr>
            <a:r>
              <a:rPr sz="1050" b="1">
                <a:solidFill>
                  <a:srgbClr val="F4F7FB"/>
                </a:solidFill>
                <a:latin typeface="Segoe UI"/>
                <a:ea typeface="Segoe UI"/>
                <a:cs typeface="Segoe UI"/>
              </a:rPr>
              <a:t>PolicyDecisionEngine C# • ESCALATE_PRIVACY • SQL/private storage • audit/Undo</a:t>
            </a:r>
          </a:p>
        </p:txBody>
      </p:sp>
      <p:sp>
        <p:nvSpPr>
          <p:cNvPr id="22" name="S4_TestBoundary">
            <a:extLst xmlns:a="http://schemas.openxmlformats.org/drawingml/2006/main">
              <a:ext uri="{FF2B5EF4-FFF2-40B4-BE49-F238E27FC236}">
                <a16:creationId xmlns:a16="http://schemas.microsoft.com/office/drawing/2014/main" id="{E10BE5BF-42B1-4B39-8D6B-81DD8204DF90}"/>
              </a:ext>
            </a:extLst>
          </p:cNvPr>
          <p:cNvSpPr>
            <a:spLocks xmlns:a="http://schemas.openxmlformats.org/drawingml/2006/main" noGrp="1"/>
          </p:cNvSpPr>
          <p:nvPr/>
        </p:nvSpPr>
        <p:spPr>
          <a:xfrm xmlns:a="http://schemas.openxmlformats.org/drawingml/2006/main">
            <a:off x="8153400" y="1428750"/>
            <a:ext cx="3486150" cy="3333750"/>
          </a:xfrm>
          <a:prstGeom xmlns:a="http://schemas.openxmlformats.org/drawingml/2006/main" prst="roundRect">
            <a:avLst>
              <a:gd name="adj" fmla="val 1714"/>
            </a:avLst>
          </a:prstGeom>
          <a:solidFill xmlns:a="http://schemas.openxmlformats.org/drawingml/2006/main">
            <a:srgbClr val="162A42"/>
          </a:solidFill>
          <a:ln xmlns:a="http://schemas.openxmlformats.org/drawingml/2006/main" w="9525">
            <a:solidFill>
              <a:srgbClr val="C59A4A"/>
            </a:solidFill>
            <a:prstDash val="solid"/>
          </a:ln>
        </p:spPr>
      </p:sp>
      <p:sp>
        <p:nvSpPr>
          <p:cNvPr id="23" name="S4_TestTitle">
            <a:extLst xmlns:a="http://schemas.openxmlformats.org/drawingml/2006/main">
              <a:ext uri="{FF2B5EF4-FFF2-40B4-BE49-F238E27FC236}">
                <a16:creationId xmlns:a16="http://schemas.microsoft.com/office/drawing/2014/main" id="{6DF9CCBD-9AD1-4A89-9739-DC62842EF512}"/>
              </a:ext>
            </a:extLst>
          </p:cNvPr>
          <p:cNvSpPr>
            <a:spLocks xmlns:a="http://schemas.openxmlformats.org/drawingml/2006/main" noGrp="1"/>
          </p:cNvSpPr>
          <p:nvPr/>
        </p:nvSpPr>
        <p:spPr>
          <a:xfrm xmlns:a="http://schemas.openxmlformats.org/drawingml/2006/main">
            <a:off x="8343900" y="1600200"/>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1">
                <a:solidFill>
                  <a:srgbClr val="C59A4A"/>
                </a:solidFill>
                <a:latin typeface="Segoe UI"/>
                <a:ea typeface="Segoe UI"/>
                <a:cs typeface="Segoe UI"/>
              </a:defRPr>
            </a:defPPr>
            <a:lvl1pPr algn="l">
              <a:defRPr sz="1050" b="1">
                <a:solidFill>
                  <a:srgbClr val="C59A4A"/>
                </a:solidFill>
                <a:latin typeface="Segoe UI"/>
                <a:ea typeface="Segoe UI"/>
                <a:cs typeface="Segoe UI"/>
              </a:defRPr>
            </a:lvl1pPr>
            <a:lvl2pPr algn="l">
              <a:defRPr sz="1050" b="1">
                <a:solidFill>
                  <a:srgbClr val="C59A4A"/>
                </a:solidFill>
                <a:latin typeface="Segoe UI"/>
                <a:ea typeface="Segoe UI"/>
                <a:cs typeface="Segoe UI"/>
              </a:defRPr>
            </a:lvl2pPr>
            <a:lvl3pPr algn="l">
              <a:defRPr sz="1050" b="1">
                <a:solidFill>
                  <a:srgbClr val="C59A4A"/>
                </a:solidFill>
                <a:latin typeface="Segoe UI"/>
                <a:ea typeface="Segoe UI"/>
                <a:cs typeface="Segoe UI"/>
              </a:defRPr>
            </a:lvl3pPr>
            <a:lvl4pPr algn="l">
              <a:defRPr sz="1050" b="1">
                <a:solidFill>
                  <a:srgbClr val="C59A4A"/>
                </a:solidFill>
                <a:latin typeface="Segoe UI"/>
                <a:ea typeface="Segoe UI"/>
                <a:cs typeface="Segoe UI"/>
              </a:defRPr>
            </a:lvl4pPr>
            <a:lvl5pPr algn="l">
              <a:defRPr sz="1050" b="1">
                <a:solidFill>
                  <a:srgbClr val="C59A4A"/>
                </a:solidFill>
                <a:latin typeface="Segoe UI"/>
                <a:ea typeface="Segoe UI"/>
                <a:cs typeface="Segoe UI"/>
              </a:defRPr>
            </a:lvl5pPr>
            <a:lvl6pPr algn="l">
              <a:defRPr sz="1050" b="1">
                <a:solidFill>
                  <a:srgbClr val="C59A4A"/>
                </a:solidFill>
                <a:latin typeface="Segoe UI"/>
                <a:ea typeface="Segoe UI"/>
                <a:cs typeface="Segoe UI"/>
              </a:defRPr>
            </a:lvl6pPr>
            <a:lvl7pPr algn="l">
              <a:defRPr sz="1050" b="1">
                <a:solidFill>
                  <a:srgbClr val="C59A4A"/>
                </a:solidFill>
                <a:latin typeface="Segoe UI"/>
                <a:ea typeface="Segoe UI"/>
                <a:cs typeface="Segoe UI"/>
              </a:defRPr>
            </a:lvl7pPr>
            <a:lvl8pPr algn="l">
              <a:defRPr sz="1050" b="1">
                <a:solidFill>
                  <a:srgbClr val="C59A4A"/>
                </a:solidFill>
                <a:latin typeface="Segoe UI"/>
                <a:ea typeface="Segoe UI"/>
                <a:cs typeface="Segoe UI"/>
              </a:defRPr>
            </a:lvl8pPr>
            <a:lvl9pPr algn="l">
              <a:defRPr sz="1050" b="1">
                <a:solidFill>
                  <a:srgbClr val="C59A4A"/>
                </a:solidFill>
                <a:latin typeface="Segoe UI"/>
                <a:ea typeface="Segoe UI"/>
                <a:cs typeface="Segoe UI"/>
              </a:defRPr>
            </a:lvl9pPr>
          </a:lstStyle>
          <a:p xmlns:a="http://schemas.openxmlformats.org/drawingml/2006/main">
            <a:pPr algn="l">
              <a:defRPr sz="1050" b="1">
                <a:solidFill>
                  <a:srgbClr val="C59A4A"/>
                </a:solidFill>
                <a:latin typeface="Segoe UI"/>
                <a:ea typeface="Segoe UI"/>
                <a:cs typeface="Segoe UI"/>
              </a:defRPr>
            </a:pPr>
            <a:r>
              <a:rPr sz="1050" b="1">
                <a:solidFill>
                  <a:srgbClr val="C59A4A"/>
                </a:solidFill>
                <a:latin typeface="Segoe UI"/>
                <a:ea typeface="Segoe UI"/>
                <a:cs typeface="Segoe UI"/>
              </a:rPr>
              <a:t>CHƯA NẰM TRONG CANDIDATE LIVE</a:t>
            </a:r>
          </a:p>
        </p:txBody>
      </p:sp>
      <p:sp>
        <p:nvSpPr>
          <p:cNvPr id="24" name="S4_TestItem_1">
            <a:extLst xmlns:a="http://schemas.openxmlformats.org/drawingml/2006/main">
              <a:ext uri="{FF2B5EF4-FFF2-40B4-BE49-F238E27FC236}">
                <a16:creationId xmlns:a16="http://schemas.microsoft.com/office/drawing/2014/main" id="{56BCB6ED-C455-4B48-8E68-F02ABF2DB37C}"/>
              </a:ext>
            </a:extLst>
          </p:cNvPr>
          <p:cNvSpPr>
            <a:spLocks xmlns:a="http://schemas.openxmlformats.org/drawingml/2006/main" noGrp="1"/>
          </p:cNvSpPr>
          <p:nvPr/>
        </p:nvSpPr>
        <p:spPr>
          <a:xfrm xmlns:a="http://schemas.openxmlformats.org/drawingml/2006/main">
            <a:off x="8343900" y="2000250"/>
            <a:ext cx="3105150" cy="666750"/>
          </a:xfrm>
          <a:prstGeom xmlns:a="http://schemas.openxmlformats.org/drawingml/2006/main" prst="roundRect">
            <a:avLst>
              <a:gd name="adj" fmla="val 8571"/>
            </a:avLst>
          </a:prstGeom>
          <a:solidFill xmlns:a="http://schemas.openxmlformats.org/drawingml/2006/main">
            <a:srgbClr val="112338"/>
          </a:solidFill>
          <a:ln xmlns:a="http://schemas.openxmlformats.org/drawingml/2006/main" w="9525">
            <a:solidFill>
              <a:srgbClr val="31445C"/>
            </a:solidFill>
            <a:prstDash val="solid"/>
          </a:ln>
        </p:spPr>
      </p:sp>
      <p:sp>
        <p:nvSpPr>
          <p:cNvPr id="25" name="S4_TestBadge_1">
            <a:extLst xmlns:a="http://schemas.openxmlformats.org/drawingml/2006/main">
              <a:ext uri="{FF2B5EF4-FFF2-40B4-BE49-F238E27FC236}">
                <a16:creationId xmlns:a16="http://schemas.microsoft.com/office/drawing/2014/main" id="{A70F1755-63E1-49DD-8166-623112D0967A}"/>
              </a:ext>
            </a:extLst>
          </p:cNvPr>
          <p:cNvSpPr>
            <a:spLocks xmlns:a="http://schemas.openxmlformats.org/drawingml/2006/main" noGrp="1"/>
          </p:cNvSpPr>
          <p:nvPr/>
        </p:nvSpPr>
        <p:spPr>
          <a:xfrm xmlns:a="http://schemas.openxmlformats.org/drawingml/2006/main">
            <a:off x="8458200" y="2095500"/>
            <a:ext cx="1409700" cy="266700"/>
          </a:xfrm>
          <a:prstGeom xmlns:a="http://schemas.openxmlformats.org/drawingml/2006/main" prst="roundRect">
            <a:avLst>
              <a:gd name="adj" fmla="val 21429"/>
            </a:avLst>
          </a:prstGeom>
          <a:solidFill xmlns:a="http://schemas.openxmlformats.org/drawingml/2006/main">
            <a:srgbClr val="C59A4A"/>
          </a:solidFill>
          <a:ln xmlns:a="http://schemas.openxmlformats.org/drawingml/2006/main" w="9525">
            <a:solidFill>
              <a:srgbClr val="C59A4A"/>
            </a:solidFill>
            <a:prstDash val="solid"/>
          </a:ln>
        </p:spPr>
        <p:txBody>
          <a:bodyPr xmlns:a="http://schemas.openxmlformats.org/drawingml/2006/main" lIns="47625" tIns="0" rIns="47625" bIns="0" anchor="ctr">
            <a:noAutofit/>
          </a:bodyPr>
          <a:lstStyle xmlns:a="http://schemas.openxmlformats.org/drawingml/2006/main">
            <a:defPPr algn="ctr">
              <a:defRPr sz="900" b="1">
                <a:solidFill>
                  <a:srgbClr val="091522"/>
                </a:solidFill>
                <a:latin typeface="Segoe UI"/>
                <a:ea typeface="Segoe UI"/>
                <a:cs typeface="Segoe UI"/>
              </a:defRPr>
            </a:defPPr>
            <a:lvl1pPr algn="ctr">
              <a:defRPr sz="900" b="1">
                <a:solidFill>
                  <a:srgbClr val="091522"/>
                </a:solidFill>
                <a:latin typeface="Segoe UI"/>
                <a:ea typeface="Segoe UI"/>
                <a:cs typeface="Segoe UI"/>
              </a:defRPr>
            </a:lvl1pPr>
            <a:lvl2pPr algn="ctr">
              <a:defRPr sz="900" b="1">
                <a:solidFill>
                  <a:srgbClr val="091522"/>
                </a:solidFill>
                <a:latin typeface="Segoe UI"/>
                <a:ea typeface="Segoe UI"/>
                <a:cs typeface="Segoe UI"/>
              </a:defRPr>
            </a:lvl2pPr>
            <a:lvl3pPr algn="ctr">
              <a:defRPr sz="900" b="1">
                <a:solidFill>
                  <a:srgbClr val="091522"/>
                </a:solidFill>
                <a:latin typeface="Segoe UI"/>
                <a:ea typeface="Segoe UI"/>
                <a:cs typeface="Segoe UI"/>
              </a:defRPr>
            </a:lvl3pPr>
            <a:lvl4pPr algn="ctr">
              <a:defRPr sz="900" b="1">
                <a:solidFill>
                  <a:srgbClr val="091522"/>
                </a:solidFill>
                <a:latin typeface="Segoe UI"/>
                <a:ea typeface="Segoe UI"/>
                <a:cs typeface="Segoe UI"/>
              </a:defRPr>
            </a:lvl4pPr>
            <a:lvl5pPr algn="ctr">
              <a:defRPr sz="900" b="1">
                <a:solidFill>
                  <a:srgbClr val="091522"/>
                </a:solidFill>
                <a:latin typeface="Segoe UI"/>
                <a:ea typeface="Segoe UI"/>
                <a:cs typeface="Segoe UI"/>
              </a:defRPr>
            </a:lvl5pPr>
            <a:lvl6pPr algn="ctr">
              <a:defRPr sz="900" b="1">
                <a:solidFill>
                  <a:srgbClr val="091522"/>
                </a:solidFill>
                <a:latin typeface="Segoe UI"/>
                <a:ea typeface="Segoe UI"/>
                <a:cs typeface="Segoe UI"/>
              </a:defRPr>
            </a:lvl6pPr>
            <a:lvl7pPr algn="ctr">
              <a:defRPr sz="900" b="1">
                <a:solidFill>
                  <a:srgbClr val="091522"/>
                </a:solidFill>
                <a:latin typeface="Segoe UI"/>
                <a:ea typeface="Segoe UI"/>
                <a:cs typeface="Segoe UI"/>
              </a:defRPr>
            </a:lvl7pPr>
            <a:lvl8pPr algn="ctr">
              <a:defRPr sz="900" b="1">
                <a:solidFill>
                  <a:srgbClr val="091522"/>
                </a:solidFill>
                <a:latin typeface="Segoe UI"/>
                <a:ea typeface="Segoe UI"/>
                <a:cs typeface="Segoe UI"/>
              </a:defRPr>
            </a:lvl8pPr>
            <a:lvl9pPr algn="ctr">
              <a:defRPr sz="900" b="1">
                <a:solidFill>
                  <a:srgbClr val="091522"/>
                </a:solidFill>
                <a:latin typeface="Segoe UI"/>
                <a:ea typeface="Segoe UI"/>
                <a:cs typeface="Segoe UI"/>
              </a:defRPr>
            </a:lvl9pPr>
          </a:lstStyle>
          <a:p xmlns:a="http://schemas.openxmlformats.org/drawingml/2006/main">
            <a:pPr algn="ctr">
              <a:defRPr sz="900" b="1">
                <a:solidFill>
                  <a:srgbClr val="091522"/>
                </a:solidFill>
                <a:latin typeface="Segoe UI"/>
                <a:ea typeface="Segoe UI"/>
                <a:cs typeface="Segoe UI"/>
              </a:defRPr>
            </a:pPr>
            <a:r>
              <a:rPr sz="900" b="1">
                <a:solidFill>
                  <a:srgbClr val="091522"/>
                </a:solidFill>
                <a:latin typeface="Segoe UI"/>
                <a:ea typeface="Segoe UI"/>
                <a:cs typeface="Segoe UI"/>
              </a:rPr>
              <a:t>ROADMAP / PROBE</a:t>
            </a:r>
          </a:p>
        </p:txBody>
      </p:sp>
      <p:sp>
        <p:nvSpPr>
          <p:cNvPr id="26" name="S4_TestLabel_1">
            <a:extLst xmlns:a="http://schemas.openxmlformats.org/drawingml/2006/main">
              <a:ext uri="{FF2B5EF4-FFF2-40B4-BE49-F238E27FC236}">
                <a16:creationId xmlns:a16="http://schemas.microsoft.com/office/drawing/2014/main" id="{3166A8B3-CE41-4D44-9001-0677BE36CBB4}"/>
              </a:ext>
            </a:extLst>
          </p:cNvPr>
          <p:cNvSpPr>
            <a:spLocks xmlns:a="http://schemas.openxmlformats.org/drawingml/2006/main" noGrp="1"/>
          </p:cNvSpPr>
          <p:nvPr/>
        </p:nvSpPr>
        <p:spPr>
          <a:xfrm xmlns:a="http://schemas.openxmlformats.org/drawingml/2006/main">
            <a:off x="10001250" y="2095500"/>
            <a:ext cx="1314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1">
                <a:solidFill>
                  <a:srgbClr val="F4F7FB"/>
                </a:solidFill>
                <a:latin typeface="Segoe UI"/>
                <a:ea typeface="Segoe UI"/>
                <a:cs typeface="Segoe UI"/>
              </a:defRPr>
            </a:defPPr>
            <a:lvl1pPr algn="l">
              <a:defRPr sz="1050" b="1">
                <a:solidFill>
                  <a:srgbClr val="F4F7FB"/>
                </a:solidFill>
                <a:latin typeface="Segoe UI"/>
                <a:ea typeface="Segoe UI"/>
                <a:cs typeface="Segoe UI"/>
              </a:defRPr>
            </a:lvl1pPr>
            <a:lvl2pPr algn="l">
              <a:defRPr sz="1050" b="1">
                <a:solidFill>
                  <a:srgbClr val="F4F7FB"/>
                </a:solidFill>
                <a:latin typeface="Segoe UI"/>
                <a:ea typeface="Segoe UI"/>
                <a:cs typeface="Segoe UI"/>
              </a:defRPr>
            </a:lvl2pPr>
            <a:lvl3pPr algn="l">
              <a:defRPr sz="1050" b="1">
                <a:solidFill>
                  <a:srgbClr val="F4F7FB"/>
                </a:solidFill>
                <a:latin typeface="Segoe UI"/>
                <a:ea typeface="Segoe UI"/>
                <a:cs typeface="Segoe UI"/>
              </a:defRPr>
            </a:lvl3pPr>
            <a:lvl4pPr algn="l">
              <a:defRPr sz="1050" b="1">
                <a:solidFill>
                  <a:srgbClr val="F4F7FB"/>
                </a:solidFill>
                <a:latin typeface="Segoe UI"/>
                <a:ea typeface="Segoe UI"/>
                <a:cs typeface="Segoe UI"/>
              </a:defRPr>
            </a:lvl4pPr>
            <a:lvl5pPr algn="l">
              <a:defRPr sz="1050" b="1">
                <a:solidFill>
                  <a:srgbClr val="F4F7FB"/>
                </a:solidFill>
                <a:latin typeface="Segoe UI"/>
                <a:ea typeface="Segoe UI"/>
                <a:cs typeface="Segoe UI"/>
              </a:defRPr>
            </a:lvl5pPr>
            <a:lvl6pPr algn="l">
              <a:defRPr sz="1050" b="1">
                <a:solidFill>
                  <a:srgbClr val="F4F7FB"/>
                </a:solidFill>
                <a:latin typeface="Segoe UI"/>
                <a:ea typeface="Segoe UI"/>
                <a:cs typeface="Segoe UI"/>
              </a:defRPr>
            </a:lvl6pPr>
            <a:lvl7pPr algn="l">
              <a:defRPr sz="1050" b="1">
                <a:solidFill>
                  <a:srgbClr val="F4F7FB"/>
                </a:solidFill>
                <a:latin typeface="Segoe UI"/>
                <a:ea typeface="Segoe UI"/>
                <a:cs typeface="Segoe UI"/>
              </a:defRPr>
            </a:lvl7pPr>
            <a:lvl8pPr algn="l">
              <a:defRPr sz="1050" b="1">
                <a:solidFill>
                  <a:srgbClr val="F4F7FB"/>
                </a:solidFill>
                <a:latin typeface="Segoe UI"/>
                <a:ea typeface="Segoe UI"/>
                <a:cs typeface="Segoe UI"/>
              </a:defRPr>
            </a:lvl8pPr>
            <a:lvl9pPr algn="l">
              <a:defRPr sz="1050" b="1">
                <a:solidFill>
                  <a:srgbClr val="F4F7FB"/>
                </a:solidFill>
                <a:latin typeface="Segoe UI"/>
                <a:ea typeface="Segoe UI"/>
                <a:cs typeface="Segoe UI"/>
              </a:defRPr>
            </a:lvl9pPr>
          </a:lstStyle>
          <a:p xmlns:a="http://schemas.openxmlformats.org/drawingml/2006/main">
            <a:pPr algn="l">
              <a:defRPr sz="1050" b="1">
                <a:solidFill>
                  <a:srgbClr val="F4F7FB"/>
                </a:solidFill>
                <a:latin typeface="Segoe UI"/>
                <a:ea typeface="Segoe UI"/>
                <a:cs typeface="Segoe UI"/>
              </a:defRPr>
            </a:pPr>
            <a:r>
              <a:rPr sz="1050" b="1">
                <a:solidFill>
                  <a:srgbClr val="F4F7FB"/>
                </a:solidFill>
                <a:latin typeface="Segoe UI"/>
                <a:ea typeface="Segoe UI"/>
                <a:cs typeface="Segoe UI"/>
              </a:rPr>
              <a:t>Mailbox connector</a:t>
            </a:r>
          </a:p>
        </p:txBody>
      </p:sp>
      <p:sp>
        <p:nvSpPr>
          <p:cNvPr id="27" name="S4_TestDetail_1">
            <a:extLst xmlns:a="http://schemas.openxmlformats.org/drawingml/2006/main">
              <a:ext uri="{FF2B5EF4-FFF2-40B4-BE49-F238E27FC236}">
                <a16:creationId xmlns:a16="http://schemas.microsoft.com/office/drawing/2014/main" id="{CA13CA22-57B9-4C7B-97BD-72F2B68979E9}"/>
              </a:ext>
            </a:extLst>
          </p:cNvPr>
          <p:cNvSpPr>
            <a:spLocks xmlns:a="http://schemas.openxmlformats.org/drawingml/2006/main" noGrp="1"/>
          </p:cNvSpPr>
          <p:nvPr/>
        </p:nvSpPr>
        <p:spPr>
          <a:xfrm xmlns:a="http://schemas.openxmlformats.org/drawingml/2006/main">
            <a:off x="8458200" y="2400300"/>
            <a:ext cx="276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975" b="0">
                <a:solidFill>
                  <a:srgbClr val="A6B3C4"/>
                </a:solidFill>
                <a:latin typeface="Segoe UI"/>
                <a:ea typeface="Segoe UI"/>
                <a:cs typeface="Segoe UI"/>
              </a:defRPr>
            </a:defPPr>
            <a:lvl1pPr algn="l">
              <a:defRPr sz="975" b="0">
                <a:solidFill>
                  <a:srgbClr val="A6B3C4"/>
                </a:solidFill>
                <a:latin typeface="Segoe UI"/>
                <a:ea typeface="Segoe UI"/>
                <a:cs typeface="Segoe UI"/>
              </a:defRPr>
            </a:lvl1pPr>
            <a:lvl2pPr algn="l">
              <a:defRPr sz="975" b="0">
                <a:solidFill>
                  <a:srgbClr val="A6B3C4"/>
                </a:solidFill>
                <a:latin typeface="Segoe UI"/>
                <a:ea typeface="Segoe UI"/>
                <a:cs typeface="Segoe UI"/>
              </a:defRPr>
            </a:lvl2pPr>
            <a:lvl3pPr algn="l">
              <a:defRPr sz="975" b="0">
                <a:solidFill>
                  <a:srgbClr val="A6B3C4"/>
                </a:solidFill>
                <a:latin typeface="Segoe UI"/>
                <a:ea typeface="Segoe UI"/>
                <a:cs typeface="Segoe UI"/>
              </a:defRPr>
            </a:lvl3pPr>
            <a:lvl4pPr algn="l">
              <a:defRPr sz="975" b="0">
                <a:solidFill>
                  <a:srgbClr val="A6B3C4"/>
                </a:solidFill>
                <a:latin typeface="Segoe UI"/>
                <a:ea typeface="Segoe UI"/>
                <a:cs typeface="Segoe UI"/>
              </a:defRPr>
            </a:lvl4pPr>
            <a:lvl5pPr algn="l">
              <a:defRPr sz="975" b="0">
                <a:solidFill>
                  <a:srgbClr val="A6B3C4"/>
                </a:solidFill>
                <a:latin typeface="Segoe UI"/>
                <a:ea typeface="Segoe UI"/>
                <a:cs typeface="Segoe UI"/>
              </a:defRPr>
            </a:lvl5pPr>
            <a:lvl6pPr algn="l">
              <a:defRPr sz="975" b="0">
                <a:solidFill>
                  <a:srgbClr val="A6B3C4"/>
                </a:solidFill>
                <a:latin typeface="Segoe UI"/>
                <a:ea typeface="Segoe UI"/>
                <a:cs typeface="Segoe UI"/>
              </a:defRPr>
            </a:lvl6pPr>
            <a:lvl7pPr algn="l">
              <a:defRPr sz="975" b="0">
                <a:solidFill>
                  <a:srgbClr val="A6B3C4"/>
                </a:solidFill>
                <a:latin typeface="Segoe UI"/>
                <a:ea typeface="Segoe UI"/>
                <a:cs typeface="Segoe UI"/>
              </a:defRPr>
            </a:lvl7pPr>
            <a:lvl8pPr algn="l">
              <a:defRPr sz="975" b="0">
                <a:solidFill>
                  <a:srgbClr val="A6B3C4"/>
                </a:solidFill>
                <a:latin typeface="Segoe UI"/>
                <a:ea typeface="Segoe UI"/>
                <a:cs typeface="Segoe UI"/>
              </a:defRPr>
            </a:lvl8pPr>
            <a:lvl9pPr algn="l">
              <a:defRPr sz="975" b="0">
                <a:solidFill>
                  <a:srgbClr val="A6B3C4"/>
                </a:solidFill>
                <a:latin typeface="Segoe UI"/>
                <a:ea typeface="Segoe UI"/>
                <a:cs typeface="Segoe UI"/>
              </a:defRPr>
            </a:lvl9pPr>
          </a:lstStyle>
          <a:p xmlns:a="http://schemas.openxmlformats.org/drawingml/2006/main">
            <a:pPr algn="l">
              <a:defRPr sz="975" b="0">
                <a:solidFill>
                  <a:srgbClr val="A6B3C4"/>
                </a:solidFill>
                <a:latin typeface="Segoe UI"/>
                <a:ea typeface="Segoe UI"/>
                <a:cs typeface="Segoe UI"/>
              </a:defRPr>
            </a:pPr>
            <a:r>
              <a:rPr sz="975" b="0">
                <a:solidFill>
                  <a:srgbClr val="A6B3C4"/>
                </a:solidFill>
                <a:latin typeface="Segoe UI"/>
                <a:ea typeface="Segoe UI"/>
                <a:cs typeface="Segoe UI"/>
              </a:rPr>
              <a:t>Agent gọi tool; connector giữ OAuth + cursor</a:t>
            </a:r>
          </a:p>
        </p:txBody>
      </p:sp>
      <p:sp>
        <p:nvSpPr>
          <p:cNvPr id="28" name="S4_TestItem_2">
            <a:extLst xmlns:a="http://schemas.openxmlformats.org/drawingml/2006/main">
              <a:ext uri="{FF2B5EF4-FFF2-40B4-BE49-F238E27FC236}">
                <a16:creationId xmlns:a16="http://schemas.microsoft.com/office/drawing/2014/main" id="{F35DD2C4-00CA-4AAD-8169-B7AF5F0861EF}"/>
              </a:ext>
            </a:extLst>
          </p:cNvPr>
          <p:cNvSpPr>
            <a:spLocks xmlns:a="http://schemas.openxmlformats.org/drawingml/2006/main" noGrp="1"/>
          </p:cNvSpPr>
          <p:nvPr/>
        </p:nvSpPr>
        <p:spPr>
          <a:xfrm xmlns:a="http://schemas.openxmlformats.org/drawingml/2006/main">
            <a:off x="8343900" y="2838450"/>
            <a:ext cx="3105150" cy="666750"/>
          </a:xfrm>
          <a:prstGeom xmlns:a="http://schemas.openxmlformats.org/drawingml/2006/main" prst="roundRect">
            <a:avLst>
              <a:gd name="adj" fmla="val 8571"/>
            </a:avLst>
          </a:prstGeom>
          <a:solidFill xmlns:a="http://schemas.openxmlformats.org/drawingml/2006/main">
            <a:srgbClr val="112338"/>
          </a:solidFill>
          <a:ln xmlns:a="http://schemas.openxmlformats.org/drawingml/2006/main" w="9525">
            <a:solidFill>
              <a:srgbClr val="31445C"/>
            </a:solidFill>
            <a:prstDash val="solid"/>
          </a:ln>
        </p:spPr>
      </p:sp>
      <p:sp>
        <p:nvSpPr>
          <p:cNvPr id="29" name="S4_TestBadge_2">
            <a:extLst xmlns:a="http://schemas.openxmlformats.org/drawingml/2006/main">
              <a:ext uri="{FF2B5EF4-FFF2-40B4-BE49-F238E27FC236}">
                <a16:creationId xmlns:a16="http://schemas.microsoft.com/office/drawing/2014/main" id="{E32FEDA9-EA7C-4012-8DE4-C13CD2D4BD1D}"/>
              </a:ext>
            </a:extLst>
          </p:cNvPr>
          <p:cNvSpPr>
            <a:spLocks xmlns:a="http://schemas.openxmlformats.org/drawingml/2006/main" noGrp="1"/>
          </p:cNvSpPr>
          <p:nvPr/>
        </p:nvSpPr>
        <p:spPr>
          <a:xfrm xmlns:a="http://schemas.openxmlformats.org/drawingml/2006/main">
            <a:off x="8458200" y="2933700"/>
            <a:ext cx="1409700" cy="266700"/>
          </a:xfrm>
          <a:prstGeom xmlns:a="http://schemas.openxmlformats.org/drawingml/2006/main" prst="roundRect">
            <a:avLst>
              <a:gd name="adj" fmla="val 21429"/>
            </a:avLst>
          </a:prstGeom>
          <a:solidFill xmlns:a="http://schemas.openxmlformats.org/drawingml/2006/main">
            <a:srgbClr val="C59A4A"/>
          </a:solidFill>
          <a:ln xmlns:a="http://schemas.openxmlformats.org/drawingml/2006/main" w="9525">
            <a:solidFill>
              <a:srgbClr val="C59A4A"/>
            </a:solidFill>
            <a:prstDash val="solid"/>
          </a:ln>
        </p:spPr>
        <p:txBody>
          <a:bodyPr xmlns:a="http://schemas.openxmlformats.org/drawingml/2006/main" lIns="47625" tIns="0" rIns="47625" bIns="0" anchor="ctr">
            <a:noAutofit/>
          </a:bodyPr>
          <a:lstStyle xmlns:a="http://schemas.openxmlformats.org/drawingml/2006/main">
            <a:defPPr algn="ctr">
              <a:defRPr sz="900" b="1">
                <a:solidFill>
                  <a:srgbClr val="091522"/>
                </a:solidFill>
                <a:latin typeface="Segoe UI"/>
                <a:ea typeface="Segoe UI"/>
                <a:cs typeface="Segoe UI"/>
              </a:defRPr>
            </a:defPPr>
            <a:lvl1pPr algn="ctr">
              <a:defRPr sz="900" b="1">
                <a:solidFill>
                  <a:srgbClr val="091522"/>
                </a:solidFill>
                <a:latin typeface="Segoe UI"/>
                <a:ea typeface="Segoe UI"/>
                <a:cs typeface="Segoe UI"/>
              </a:defRPr>
            </a:lvl1pPr>
            <a:lvl2pPr algn="ctr">
              <a:defRPr sz="900" b="1">
                <a:solidFill>
                  <a:srgbClr val="091522"/>
                </a:solidFill>
                <a:latin typeface="Segoe UI"/>
                <a:ea typeface="Segoe UI"/>
                <a:cs typeface="Segoe UI"/>
              </a:defRPr>
            </a:lvl2pPr>
            <a:lvl3pPr algn="ctr">
              <a:defRPr sz="900" b="1">
                <a:solidFill>
                  <a:srgbClr val="091522"/>
                </a:solidFill>
                <a:latin typeface="Segoe UI"/>
                <a:ea typeface="Segoe UI"/>
                <a:cs typeface="Segoe UI"/>
              </a:defRPr>
            </a:lvl3pPr>
            <a:lvl4pPr algn="ctr">
              <a:defRPr sz="900" b="1">
                <a:solidFill>
                  <a:srgbClr val="091522"/>
                </a:solidFill>
                <a:latin typeface="Segoe UI"/>
                <a:ea typeface="Segoe UI"/>
                <a:cs typeface="Segoe UI"/>
              </a:defRPr>
            </a:lvl4pPr>
            <a:lvl5pPr algn="ctr">
              <a:defRPr sz="900" b="1">
                <a:solidFill>
                  <a:srgbClr val="091522"/>
                </a:solidFill>
                <a:latin typeface="Segoe UI"/>
                <a:ea typeface="Segoe UI"/>
                <a:cs typeface="Segoe UI"/>
              </a:defRPr>
            </a:lvl5pPr>
            <a:lvl6pPr algn="ctr">
              <a:defRPr sz="900" b="1">
                <a:solidFill>
                  <a:srgbClr val="091522"/>
                </a:solidFill>
                <a:latin typeface="Segoe UI"/>
                <a:ea typeface="Segoe UI"/>
                <a:cs typeface="Segoe UI"/>
              </a:defRPr>
            </a:lvl6pPr>
            <a:lvl7pPr algn="ctr">
              <a:defRPr sz="900" b="1">
                <a:solidFill>
                  <a:srgbClr val="091522"/>
                </a:solidFill>
                <a:latin typeface="Segoe UI"/>
                <a:ea typeface="Segoe UI"/>
                <a:cs typeface="Segoe UI"/>
              </a:defRPr>
            </a:lvl7pPr>
            <a:lvl8pPr algn="ctr">
              <a:defRPr sz="900" b="1">
                <a:solidFill>
                  <a:srgbClr val="091522"/>
                </a:solidFill>
                <a:latin typeface="Segoe UI"/>
                <a:ea typeface="Segoe UI"/>
                <a:cs typeface="Segoe UI"/>
              </a:defRPr>
            </a:lvl8pPr>
            <a:lvl9pPr algn="ctr">
              <a:defRPr sz="900" b="1">
                <a:solidFill>
                  <a:srgbClr val="091522"/>
                </a:solidFill>
                <a:latin typeface="Segoe UI"/>
                <a:ea typeface="Segoe UI"/>
                <a:cs typeface="Segoe UI"/>
              </a:defRPr>
            </a:lvl9pPr>
          </a:lstStyle>
          <a:p xmlns:a="http://schemas.openxmlformats.org/drawingml/2006/main">
            <a:pPr algn="ctr">
              <a:defRPr sz="900" b="1">
                <a:solidFill>
                  <a:srgbClr val="091522"/>
                </a:solidFill>
                <a:latin typeface="Segoe UI"/>
                <a:ea typeface="Segoe UI"/>
                <a:cs typeface="Segoe UI"/>
              </a:defRPr>
            </a:pPr>
            <a:r>
              <a:rPr sz="900" b="1">
                <a:solidFill>
                  <a:srgbClr val="091522"/>
                </a:solidFill>
                <a:latin typeface="Segoe UI"/>
                <a:ea typeface="Segoe UI"/>
                <a:cs typeface="Segoe UI"/>
              </a:rPr>
              <a:t>ROADMAP / PROBE</a:t>
            </a:r>
          </a:p>
        </p:txBody>
      </p:sp>
      <p:sp>
        <p:nvSpPr>
          <p:cNvPr id="30" name="S4_TestLabel_2">
            <a:extLst xmlns:a="http://schemas.openxmlformats.org/drawingml/2006/main">
              <a:ext uri="{FF2B5EF4-FFF2-40B4-BE49-F238E27FC236}">
                <a16:creationId xmlns:a16="http://schemas.microsoft.com/office/drawing/2014/main" id="{DE58F198-90FB-4F54-B7F2-88ADCCA743E1}"/>
              </a:ext>
            </a:extLst>
          </p:cNvPr>
          <p:cNvSpPr>
            <a:spLocks xmlns:a="http://schemas.openxmlformats.org/drawingml/2006/main" noGrp="1"/>
          </p:cNvSpPr>
          <p:nvPr/>
        </p:nvSpPr>
        <p:spPr>
          <a:xfrm xmlns:a="http://schemas.openxmlformats.org/drawingml/2006/main">
            <a:off x="10001250" y="2933700"/>
            <a:ext cx="1314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1">
                <a:solidFill>
                  <a:srgbClr val="F4F7FB"/>
                </a:solidFill>
                <a:latin typeface="Segoe UI"/>
                <a:ea typeface="Segoe UI"/>
                <a:cs typeface="Segoe UI"/>
              </a:defRPr>
            </a:defPPr>
            <a:lvl1pPr algn="l">
              <a:defRPr sz="1050" b="1">
                <a:solidFill>
                  <a:srgbClr val="F4F7FB"/>
                </a:solidFill>
                <a:latin typeface="Segoe UI"/>
                <a:ea typeface="Segoe UI"/>
                <a:cs typeface="Segoe UI"/>
              </a:defRPr>
            </a:lvl1pPr>
            <a:lvl2pPr algn="l">
              <a:defRPr sz="1050" b="1">
                <a:solidFill>
                  <a:srgbClr val="F4F7FB"/>
                </a:solidFill>
                <a:latin typeface="Segoe UI"/>
                <a:ea typeface="Segoe UI"/>
                <a:cs typeface="Segoe UI"/>
              </a:defRPr>
            </a:lvl2pPr>
            <a:lvl3pPr algn="l">
              <a:defRPr sz="1050" b="1">
                <a:solidFill>
                  <a:srgbClr val="F4F7FB"/>
                </a:solidFill>
                <a:latin typeface="Segoe UI"/>
                <a:ea typeface="Segoe UI"/>
                <a:cs typeface="Segoe UI"/>
              </a:defRPr>
            </a:lvl3pPr>
            <a:lvl4pPr algn="l">
              <a:defRPr sz="1050" b="1">
                <a:solidFill>
                  <a:srgbClr val="F4F7FB"/>
                </a:solidFill>
                <a:latin typeface="Segoe UI"/>
                <a:ea typeface="Segoe UI"/>
                <a:cs typeface="Segoe UI"/>
              </a:defRPr>
            </a:lvl4pPr>
            <a:lvl5pPr algn="l">
              <a:defRPr sz="1050" b="1">
                <a:solidFill>
                  <a:srgbClr val="F4F7FB"/>
                </a:solidFill>
                <a:latin typeface="Segoe UI"/>
                <a:ea typeface="Segoe UI"/>
                <a:cs typeface="Segoe UI"/>
              </a:defRPr>
            </a:lvl5pPr>
            <a:lvl6pPr algn="l">
              <a:defRPr sz="1050" b="1">
                <a:solidFill>
                  <a:srgbClr val="F4F7FB"/>
                </a:solidFill>
                <a:latin typeface="Segoe UI"/>
                <a:ea typeface="Segoe UI"/>
                <a:cs typeface="Segoe UI"/>
              </a:defRPr>
            </a:lvl6pPr>
            <a:lvl7pPr algn="l">
              <a:defRPr sz="1050" b="1">
                <a:solidFill>
                  <a:srgbClr val="F4F7FB"/>
                </a:solidFill>
                <a:latin typeface="Segoe UI"/>
                <a:ea typeface="Segoe UI"/>
                <a:cs typeface="Segoe UI"/>
              </a:defRPr>
            </a:lvl7pPr>
            <a:lvl8pPr algn="l">
              <a:defRPr sz="1050" b="1">
                <a:solidFill>
                  <a:srgbClr val="F4F7FB"/>
                </a:solidFill>
                <a:latin typeface="Segoe UI"/>
                <a:ea typeface="Segoe UI"/>
                <a:cs typeface="Segoe UI"/>
              </a:defRPr>
            </a:lvl8pPr>
            <a:lvl9pPr algn="l">
              <a:defRPr sz="1050" b="1">
                <a:solidFill>
                  <a:srgbClr val="F4F7FB"/>
                </a:solidFill>
                <a:latin typeface="Segoe UI"/>
                <a:ea typeface="Segoe UI"/>
                <a:cs typeface="Segoe UI"/>
              </a:defRPr>
            </a:lvl9pPr>
          </a:lstStyle>
          <a:p xmlns:a="http://schemas.openxmlformats.org/drawingml/2006/main">
            <a:pPr algn="l">
              <a:defRPr sz="1050" b="1">
                <a:solidFill>
                  <a:srgbClr val="F4F7FB"/>
                </a:solidFill>
                <a:latin typeface="Segoe UI"/>
                <a:ea typeface="Segoe UI"/>
                <a:cs typeface="Segoe UI"/>
              </a:defRPr>
            </a:pPr>
            <a:r>
              <a:rPr sz="1050" b="1">
                <a:solidFill>
                  <a:srgbClr val="F4F7FB"/>
                </a:solidFill>
                <a:latin typeface="Segoe UI"/>
                <a:ea typeface="Segoe UI"/>
                <a:cs typeface="Segoe UI"/>
              </a:rPr>
              <a:t>Strict ZDR</a:t>
            </a:r>
          </a:p>
        </p:txBody>
      </p:sp>
      <p:sp>
        <p:nvSpPr>
          <p:cNvPr id="31" name="S4_TestDetail_2">
            <a:extLst xmlns:a="http://schemas.openxmlformats.org/drawingml/2006/main">
              <a:ext uri="{FF2B5EF4-FFF2-40B4-BE49-F238E27FC236}">
                <a16:creationId xmlns:a16="http://schemas.microsoft.com/office/drawing/2014/main" id="{621A29DE-D649-4147-AC1A-41365EAB6DC5}"/>
              </a:ext>
            </a:extLst>
          </p:cNvPr>
          <p:cNvSpPr>
            <a:spLocks xmlns:a="http://schemas.openxmlformats.org/drawingml/2006/main" noGrp="1"/>
          </p:cNvSpPr>
          <p:nvPr/>
        </p:nvSpPr>
        <p:spPr>
          <a:xfrm xmlns:a="http://schemas.openxmlformats.org/drawingml/2006/main">
            <a:off x="8458200" y="3238500"/>
            <a:ext cx="276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975" b="0">
                <a:solidFill>
                  <a:srgbClr val="A6B3C4"/>
                </a:solidFill>
                <a:latin typeface="Segoe UI"/>
                <a:ea typeface="Segoe UI"/>
                <a:cs typeface="Segoe UI"/>
              </a:defRPr>
            </a:defPPr>
            <a:lvl1pPr algn="l">
              <a:defRPr sz="975" b="0">
                <a:solidFill>
                  <a:srgbClr val="A6B3C4"/>
                </a:solidFill>
                <a:latin typeface="Segoe UI"/>
                <a:ea typeface="Segoe UI"/>
                <a:cs typeface="Segoe UI"/>
              </a:defRPr>
            </a:lvl1pPr>
            <a:lvl2pPr algn="l">
              <a:defRPr sz="975" b="0">
                <a:solidFill>
                  <a:srgbClr val="A6B3C4"/>
                </a:solidFill>
                <a:latin typeface="Segoe UI"/>
                <a:ea typeface="Segoe UI"/>
                <a:cs typeface="Segoe UI"/>
              </a:defRPr>
            </a:lvl2pPr>
            <a:lvl3pPr algn="l">
              <a:defRPr sz="975" b="0">
                <a:solidFill>
                  <a:srgbClr val="A6B3C4"/>
                </a:solidFill>
                <a:latin typeface="Segoe UI"/>
                <a:ea typeface="Segoe UI"/>
                <a:cs typeface="Segoe UI"/>
              </a:defRPr>
            </a:lvl3pPr>
            <a:lvl4pPr algn="l">
              <a:defRPr sz="975" b="0">
                <a:solidFill>
                  <a:srgbClr val="A6B3C4"/>
                </a:solidFill>
                <a:latin typeface="Segoe UI"/>
                <a:ea typeface="Segoe UI"/>
                <a:cs typeface="Segoe UI"/>
              </a:defRPr>
            </a:lvl4pPr>
            <a:lvl5pPr algn="l">
              <a:defRPr sz="975" b="0">
                <a:solidFill>
                  <a:srgbClr val="A6B3C4"/>
                </a:solidFill>
                <a:latin typeface="Segoe UI"/>
                <a:ea typeface="Segoe UI"/>
                <a:cs typeface="Segoe UI"/>
              </a:defRPr>
            </a:lvl5pPr>
            <a:lvl6pPr algn="l">
              <a:defRPr sz="975" b="0">
                <a:solidFill>
                  <a:srgbClr val="A6B3C4"/>
                </a:solidFill>
                <a:latin typeface="Segoe UI"/>
                <a:ea typeface="Segoe UI"/>
                <a:cs typeface="Segoe UI"/>
              </a:defRPr>
            </a:lvl6pPr>
            <a:lvl7pPr algn="l">
              <a:defRPr sz="975" b="0">
                <a:solidFill>
                  <a:srgbClr val="A6B3C4"/>
                </a:solidFill>
                <a:latin typeface="Segoe UI"/>
                <a:ea typeface="Segoe UI"/>
                <a:cs typeface="Segoe UI"/>
              </a:defRPr>
            </a:lvl7pPr>
            <a:lvl8pPr algn="l">
              <a:defRPr sz="975" b="0">
                <a:solidFill>
                  <a:srgbClr val="A6B3C4"/>
                </a:solidFill>
                <a:latin typeface="Segoe UI"/>
                <a:ea typeface="Segoe UI"/>
                <a:cs typeface="Segoe UI"/>
              </a:defRPr>
            </a:lvl8pPr>
            <a:lvl9pPr algn="l">
              <a:defRPr sz="975" b="0">
                <a:solidFill>
                  <a:srgbClr val="A6B3C4"/>
                </a:solidFill>
                <a:latin typeface="Segoe UI"/>
                <a:ea typeface="Segoe UI"/>
                <a:cs typeface="Segoe UI"/>
              </a:defRPr>
            </a:lvl9pPr>
          </a:lstStyle>
          <a:p xmlns:a="http://schemas.openxmlformats.org/drawingml/2006/main">
            <a:pPr algn="l">
              <a:defRPr sz="975" b="0">
                <a:solidFill>
                  <a:srgbClr val="A6B3C4"/>
                </a:solidFill>
                <a:latin typeface="Segoe UI"/>
                <a:ea typeface="Segoe UI"/>
                <a:cs typeface="Segoe UI"/>
              </a:defRPr>
            </a:pPr>
            <a:r>
              <a:rPr sz="975" b="0">
                <a:solidFill>
                  <a:srgbClr val="A6B3C4"/>
                </a:solidFill>
                <a:latin typeface="Segoe UI"/>
                <a:ea typeface="Segoe UI"/>
                <a:cs typeface="Segoe UI"/>
              </a:rPr>
              <a:t>Cần probe route/provider trước khi bật</a:t>
            </a:r>
          </a:p>
        </p:txBody>
      </p:sp>
      <p:sp>
        <p:nvSpPr>
          <p:cNvPr id="32" name="S4_TestItem_3">
            <a:extLst xmlns:a="http://schemas.openxmlformats.org/drawingml/2006/main">
              <a:ext uri="{FF2B5EF4-FFF2-40B4-BE49-F238E27FC236}">
                <a16:creationId xmlns:a16="http://schemas.microsoft.com/office/drawing/2014/main" id="{B7DB3D90-10E9-4E51-9F5F-272B0405F9CF}"/>
              </a:ext>
            </a:extLst>
          </p:cNvPr>
          <p:cNvSpPr>
            <a:spLocks xmlns:a="http://schemas.openxmlformats.org/drawingml/2006/main" noGrp="1"/>
          </p:cNvSpPr>
          <p:nvPr/>
        </p:nvSpPr>
        <p:spPr>
          <a:xfrm xmlns:a="http://schemas.openxmlformats.org/drawingml/2006/main">
            <a:off x="8343900" y="3676650"/>
            <a:ext cx="3105150" cy="666750"/>
          </a:xfrm>
          <a:prstGeom xmlns:a="http://schemas.openxmlformats.org/drawingml/2006/main" prst="roundRect">
            <a:avLst>
              <a:gd name="adj" fmla="val 8571"/>
            </a:avLst>
          </a:prstGeom>
          <a:solidFill xmlns:a="http://schemas.openxmlformats.org/drawingml/2006/main">
            <a:srgbClr val="112338"/>
          </a:solidFill>
          <a:ln xmlns:a="http://schemas.openxmlformats.org/drawingml/2006/main" w="9525">
            <a:solidFill>
              <a:srgbClr val="31445C"/>
            </a:solidFill>
            <a:prstDash val="solid"/>
          </a:ln>
        </p:spPr>
      </p:sp>
      <p:sp>
        <p:nvSpPr>
          <p:cNvPr id="33" name="S4_TestBadge_3">
            <a:extLst xmlns:a="http://schemas.openxmlformats.org/drawingml/2006/main">
              <a:ext uri="{FF2B5EF4-FFF2-40B4-BE49-F238E27FC236}">
                <a16:creationId xmlns:a16="http://schemas.microsoft.com/office/drawing/2014/main" id="{9C705A86-790A-45C7-89B0-4E296BA407B2}"/>
              </a:ext>
            </a:extLst>
          </p:cNvPr>
          <p:cNvSpPr>
            <a:spLocks xmlns:a="http://schemas.openxmlformats.org/drawingml/2006/main" noGrp="1"/>
          </p:cNvSpPr>
          <p:nvPr/>
        </p:nvSpPr>
        <p:spPr>
          <a:xfrm xmlns:a="http://schemas.openxmlformats.org/drawingml/2006/main">
            <a:off x="8458200" y="3771900"/>
            <a:ext cx="1409700" cy="266700"/>
          </a:xfrm>
          <a:prstGeom xmlns:a="http://schemas.openxmlformats.org/drawingml/2006/main" prst="roundRect">
            <a:avLst>
              <a:gd name="adj" fmla="val 21429"/>
            </a:avLst>
          </a:prstGeom>
          <a:solidFill xmlns:a="http://schemas.openxmlformats.org/drawingml/2006/main">
            <a:srgbClr val="C59A4A"/>
          </a:solidFill>
          <a:ln xmlns:a="http://schemas.openxmlformats.org/drawingml/2006/main" w="9525">
            <a:solidFill>
              <a:srgbClr val="C59A4A"/>
            </a:solidFill>
            <a:prstDash val="solid"/>
          </a:ln>
        </p:spPr>
        <p:txBody>
          <a:bodyPr xmlns:a="http://schemas.openxmlformats.org/drawingml/2006/main" lIns="47625" tIns="0" rIns="47625" bIns="0" anchor="ctr">
            <a:noAutofit/>
          </a:bodyPr>
          <a:lstStyle xmlns:a="http://schemas.openxmlformats.org/drawingml/2006/main">
            <a:defPPr algn="ctr">
              <a:defRPr sz="900" b="1">
                <a:solidFill>
                  <a:srgbClr val="091522"/>
                </a:solidFill>
                <a:latin typeface="Segoe UI"/>
                <a:ea typeface="Segoe UI"/>
                <a:cs typeface="Segoe UI"/>
              </a:defRPr>
            </a:defPPr>
            <a:lvl1pPr algn="ctr">
              <a:defRPr sz="900" b="1">
                <a:solidFill>
                  <a:srgbClr val="091522"/>
                </a:solidFill>
                <a:latin typeface="Segoe UI"/>
                <a:ea typeface="Segoe UI"/>
                <a:cs typeface="Segoe UI"/>
              </a:defRPr>
            </a:lvl1pPr>
            <a:lvl2pPr algn="ctr">
              <a:defRPr sz="900" b="1">
                <a:solidFill>
                  <a:srgbClr val="091522"/>
                </a:solidFill>
                <a:latin typeface="Segoe UI"/>
                <a:ea typeface="Segoe UI"/>
                <a:cs typeface="Segoe UI"/>
              </a:defRPr>
            </a:lvl2pPr>
            <a:lvl3pPr algn="ctr">
              <a:defRPr sz="900" b="1">
                <a:solidFill>
                  <a:srgbClr val="091522"/>
                </a:solidFill>
                <a:latin typeface="Segoe UI"/>
                <a:ea typeface="Segoe UI"/>
                <a:cs typeface="Segoe UI"/>
              </a:defRPr>
            </a:lvl3pPr>
            <a:lvl4pPr algn="ctr">
              <a:defRPr sz="900" b="1">
                <a:solidFill>
                  <a:srgbClr val="091522"/>
                </a:solidFill>
                <a:latin typeface="Segoe UI"/>
                <a:ea typeface="Segoe UI"/>
                <a:cs typeface="Segoe UI"/>
              </a:defRPr>
            </a:lvl4pPr>
            <a:lvl5pPr algn="ctr">
              <a:defRPr sz="900" b="1">
                <a:solidFill>
                  <a:srgbClr val="091522"/>
                </a:solidFill>
                <a:latin typeface="Segoe UI"/>
                <a:ea typeface="Segoe UI"/>
                <a:cs typeface="Segoe UI"/>
              </a:defRPr>
            </a:lvl5pPr>
            <a:lvl6pPr algn="ctr">
              <a:defRPr sz="900" b="1">
                <a:solidFill>
                  <a:srgbClr val="091522"/>
                </a:solidFill>
                <a:latin typeface="Segoe UI"/>
                <a:ea typeface="Segoe UI"/>
                <a:cs typeface="Segoe UI"/>
              </a:defRPr>
            </a:lvl6pPr>
            <a:lvl7pPr algn="ctr">
              <a:defRPr sz="900" b="1">
                <a:solidFill>
                  <a:srgbClr val="091522"/>
                </a:solidFill>
                <a:latin typeface="Segoe UI"/>
                <a:ea typeface="Segoe UI"/>
                <a:cs typeface="Segoe UI"/>
              </a:defRPr>
            </a:lvl7pPr>
            <a:lvl8pPr algn="ctr">
              <a:defRPr sz="900" b="1">
                <a:solidFill>
                  <a:srgbClr val="091522"/>
                </a:solidFill>
                <a:latin typeface="Segoe UI"/>
                <a:ea typeface="Segoe UI"/>
                <a:cs typeface="Segoe UI"/>
              </a:defRPr>
            </a:lvl8pPr>
            <a:lvl9pPr algn="ctr">
              <a:defRPr sz="900" b="1">
                <a:solidFill>
                  <a:srgbClr val="091522"/>
                </a:solidFill>
                <a:latin typeface="Segoe UI"/>
                <a:ea typeface="Segoe UI"/>
                <a:cs typeface="Segoe UI"/>
              </a:defRPr>
            </a:lvl9pPr>
          </a:lstStyle>
          <a:p xmlns:a="http://schemas.openxmlformats.org/drawingml/2006/main">
            <a:pPr algn="ctr">
              <a:defRPr sz="900" b="1">
                <a:solidFill>
                  <a:srgbClr val="091522"/>
                </a:solidFill>
                <a:latin typeface="Segoe UI"/>
                <a:ea typeface="Segoe UI"/>
                <a:cs typeface="Segoe UI"/>
              </a:defRPr>
            </a:pPr>
            <a:r>
              <a:rPr sz="900" b="1">
                <a:solidFill>
                  <a:srgbClr val="091522"/>
                </a:solidFill>
                <a:latin typeface="Segoe UI"/>
                <a:ea typeface="Segoe UI"/>
                <a:cs typeface="Segoe UI"/>
              </a:rPr>
              <a:t>ROADMAP / PROBE</a:t>
            </a:r>
          </a:p>
        </p:txBody>
      </p:sp>
      <p:sp>
        <p:nvSpPr>
          <p:cNvPr id="34" name="S4_TestLabel_3">
            <a:extLst xmlns:a="http://schemas.openxmlformats.org/drawingml/2006/main">
              <a:ext uri="{FF2B5EF4-FFF2-40B4-BE49-F238E27FC236}">
                <a16:creationId xmlns:a16="http://schemas.microsoft.com/office/drawing/2014/main" id="{C14532F9-9FF6-41DE-8725-7994367FE605}"/>
              </a:ext>
            </a:extLst>
          </p:cNvPr>
          <p:cNvSpPr>
            <a:spLocks xmlns:a="http://schemas.openxmlformats.org/drawingml/2006/main" noGrp="1"/>
          </p:cNvSpPr>
          <p:nvPr/>
        </p:nvSpPr>
        <p:spPr>
          <a:xfrm xmlns:a="http://schemas.openxmlformats.org/drawingml/2006/main">
            <a:off x="10001250" y="3771900"/>
            <a:ext cx="1314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1">
                <a:solidFill>
                  <a:srgbClr val="F4F7FB"/>
                </a:solidFill>
                <a:latin typeface="Segoe UI"/>
                <a:ea typeface="Segoe UI"/>
                <a:cs typeface="Segoe UI"/>
              </a:defRPr>
            </a:defPPr>
            <a:lvl1pPr algn="l">
              <a:defRPr sz="1050" b="1">
                <a:solidFill>
                  <a:srgbClr val="F4F7FB"/>
                </a:solidFill>
                <a:latin typeface="Segoe UI"/>
                <a:ea typeface="Segoe UI"/>
                <a:cs typeface="Segoe UI"/>
              </a:defRPr>
            </a:lvl1pPr>
            <a:lvl2pPr algn="l">
              <a:defRPr sz="1050" b="1">
                <a:solidFill>
                  <a:srgbClr val="F4F7FB"/>
                </a:solidFill>
                <a:latin typeface="Segoe UI"/>
                <a:ea typeface="Segoe UI"/>
                <a:cs typeface="Segoe UI"/>
              </a:defRPr>
            </a:lvl2pPr>
            <a:lvl3pPr algn="l">
              <a:defRPr sz="1050" b="1">
                <a:solidFill>
                  <a:srgbClr val="F4F7FB"/>
                </a:solidFill>
                <a:latin typeface="Segoe UI"/>
                <a:ea typeface="Segoe UI"/>
                <a:cs typeface="Segoe UI"/>
              </a:defRPr>
            </a:lvl3pPr>
            <a:lvl4pPr algn="l">
              <a:defRPr sz="1050" b="1">
                <a:solidFill>
                  <a:srgbClr val="F4F7FB"/>
                </a:solidFill>
                <a:latin typeface="Segoe UI"/>
                <a:ea typeface="Segoe UI"/>
                <a:cs typeface="Segoe UI"/>
              </a:defRPr>
            </a:lvl4pPr>
            <a:lvl5pPr algn="l">
              <a:defRPr sz="1050" b="1">
                <a:solidFill>
                  <a:srgbClr val="F4F7FB"/>
                </a:solidFill>
                <a:latin typeface="Segoe UI"/>
                <a:ea typeface="Segoe UI"/>
                <a:cs typeface="Segoe UI"/>
              </a:defRPr>
            </a:lvl5pPr>
            <a:lvl6pPr algn="l">
              <a:defRPr sz="1050" b="1">
                <a:solidFill>
                  <a:srgbClr val="F4F7FB"/>
                </a:solidFill>
                <a:latin typeface="Segoe UI"/>
                <a:ea typeface="Segoe UI"/>
                <a:cs typeface="Segoe UI"/>
              </a:defRPr>
            </a:lvl6pPr>
            <a:lvl7pPr algn="l">
              <a:defRPr sz="1050" b="1">
                <a:solidFill>
                  <a:srgbClr val="F4F7FB"/>
                </a:solidFill>
                <a:latin typeface="Segoe UI"/>
                <a:ea typeface="Segoe UI"/>
                <a:cs typeface="Segoe UI"/>
              </a:defRPr>
            </a:lvl7pPr>
            <a:lvl8pPr algn="l">
              <a:defRPr sz="1050" b="1">
                <a:solidFill>
                  <a:srgbClr val="F4F7FB"/>
                </a:solidFill>
                <a:latin typeface="Segoe UI"/>
                <a:ea typeface="Segoe UI"/>
                <a:cs typeface="Segoe UI"/>
              </a:defRPr>
            </a:lvl8pPr>
            <a:lvl9pPr algn="l">
              <a:defRPr sz="1050" b="1">
                <a:solidFill>
                  <a:srgbClr val="F4F7FB"/>
                </a:solidFill>
                <a:latin typeface="Segoe UI"/>
                <a:ea typeface="Segoe UI"/>
                <a:cs typeface="Segoe UI"/>
              </a:defRPr>
            </a:lvl9pPr>
          </a:lstStyle>
          <a:p xmlns:a="http://schemas.openxmlformats.org/drawingml/2006/main">
            <a:pPr algn="l">
              <a:defRPr sz="1050" b="1">
                <a:solidFill>
                  <a:srgbClr val="F4F7FB"/>
                </a:solidFill>
                <a:latin typeface="Segoe UI"/>
                <a:ea typeface="Segoe UI"/>
                <a:cs typeface="Segoe UI"/>
              </a:defRPr>
            </a:pPr>
            <a:r>
              <a:rPr sz="1050" b="1">
                <a:solidFill>
                  <a:srgbClr val="F4F7FB"/>
                </a:solidFill>
                <a:latin typeface="Segoe UI"/>
                <a:ea typeface="Segoe UI"/>
                <a:cs typeface="Segoe UI"/>
              </a:rPr>
              <a:t>Evidence overlay</a:t>
            </a:r>
          </a:p>
        </p:txBody>
      </p:sp>
      <p:sp>
        <p:nvSpPr>
          <p:cNvPr id="35" name="S4_TestDetail_3">
            <a:extLst xmlns:a="http://schemas.openxmlformats.org/drawingml/2006/main">
              <a:ext uri="{FF2B5EF4-FFF2-40B4-BE49-F238E27FC236}">
                <a16:creationId xmlns:a16="http://schemas.microsoft.com/office/drawing/2014/main" id="{B708A1EF-19F0-4540-9996-64B82B05041B}"/>
              </a:ext>
            </a:extLst>
          </p:cNvPr>
          <p:cNvSpPr>
            <a:spLocks xmlns:a="http://schemas.openxmlformats.org/drawingml/2006/main" noGrp="1"/>
          </p:cNvSpPr>
          <p:nvPr/>
        </p:nvSpPr>
        <p:spPr>
          <a:xfrm xmlns:a="http://schemas.openxmlformats.org/drawingml/2006/main">
            <a:off x="8458200" y="4076700"/>
            <a:ext cx="276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975" b="0">
                <a:solidFill>
                  <a:srgbClr val="A6B3C4"/>
                </a:solidFill>
                <a:latin typeface="Segoe UI"/>
                <a:ea typeface="Segoe UI"/>
                <a:cs typeface="Segoe UI"/>
              </a:defRPr>
            </a:defPPr>
            <a:lvl1pPr algn="l">
              <a:defRPr sz="975" b="0">
                <a:solidFill>
                  <a:srgbClr val="A6B3C4"/>
                </a:solidFill>
                <a:latin typeface="Segoe UI"/>
                <a:ea typeface="Segoe UI"/>
                <a:cs typeface="Segoe UI"/>
              </a:defRPr>
            </a:lvl1pPr>
            <a:lvl2pPr algn="l">
              <a:defRPr sz="975" b="0">
                <a:solidFill>
                  <a:srgbClr val="A6B3C4"/>
                </a:solidFill>
                <a:latin typeface="Segoe UI"/>
                <a:ea typeface="Segoe UI"/>
                <a:cs typeface="Segoe UI"/>
              </a:defRPr>
            </a:lvl2pPr>
            <a:lvl3pPr algn="l">
              <a:defRPr sz="975" b="0">
                <a:solidFill>
                  <a:srgbClr val="A6B3C4"/>
                </a:solidFill>
                <a:latin typeface="Segoe UI"/>
                <a:ea typeface="Segoe UI"/>
                <a:cs typeface="Segoe UI"/>
              </a:defRPr>
            </a:lvl3pPr>
            <a:lvl4pPr algn="l">
              <a:defRPr sz="975" b="0">
                <a:solidFill>
                  <a:srgbClr val="A6B3C4"/>
                </a:solidFill>
                <a:latin typeface="Segoe UI"/>
                <a:ea typeface="Segoe UI"/>
                <a:cs typeface="Segoe UI"/>
              </a:defRPr>
            </a:lvl4pPr>
            <a:lvl5pPr algn="l">
              <a:defRPr sz="975" b="0">
                <a:solidFill>
                  <a:srgbClr val="A6B3C4"/>
                </a:solidFill>
                <a:latin typeface="Segoe UI"/>
                <a:ea typeface="Segoe UI"/>
                <a:cs typeface="Segoe UI"/>
              </a:defRPr>
            </a:lvl5pPr>
            <a:lvl6pPr algn="l">
              <a:defRPr sz="975" b="0">
                <a:solidFill>
                  <a:srgbClr val="A6B3C4"/>
                </a:solidFill>
                <a:latin typeface="Segoe UI"/>
                <a:ea typeface="Segoe UI"/>
                <a:cs typeface="Segoe UI"/>
              </a:defRPr>
            </a:lvl6pPr>
            <a:lvl7pPr algn="l">
              <a:defRPr sz="975" b="0">
                <a:solidFill>
                  <a:srgbClr val="A6B3C4"/>
                </a:solidFill>
                <a:latin typeface="Segoe UI"/>
                <a:ea typeface="Segoe UI"/>
                <a:cs typeface="Segoe UI"/>
              </a:defRPr>
            </a:lvl7pPr>
            <a:lvl8pPr algn="l">
              <a:defRPr sz="975" b="0">
                <a:solidFill>
                  <a:srgbClr val="A6B3C4"/>
                </a:solidFill>
                <a:latin typeface="Segoe UI"/>
                <a:ea typeface="Segoe UI"/>
                <a:cs typeface="Segoe UI"/>
              </a:defRPr>
            </a:lvl8pPr>
            <a:lvl9pPr algn="l">
              <a:defRPr sz="975" b="0">
                <a:solidFill>
                  <a:srgbClr val="A6B3C4"/>
                </a:solidFill>
                <a:latin typeface="Segoe UI"/>
                <a:ea typeface="Segoe UI"/>
                <a:cs typeface="Segoe UI"/>
              </a:defRPr>
            </a:lvl9pPr>
          </a:lstStyle>
          <a:p xmlns:a="http://schemas.openxmlformats.org/drawingml/2006/main">
            <a:pPr algn="l">
              <a:defRPr sz="975" b="0">
                <a:solidFill>
                  <a:srgbClr val="A6B3C4"/>
                </a:solidFill>
                <a:latin typeface="Segoe UI"/>
                <a:ea typeface="Segoe UI"/>
                <a:cs typeface="Segoe UI"/>
              </a:defRPr>
            </a:pPr>
            <a:r>
              <a:rPr sz="975" b="0">
                <a:solidFill>
                  <a:srgbClr val="A6B3C4"/>
                </a:solidFill>
                <a:latin typeface="Segoe UI"/>
                <a:ea typeface="Segoe UI"/>
                <a:cs typeface="Segoe UI"/>
              </a:rPr>
              <a:t>Prototype gắn hash; chưa nối extraction</a:t>
            </a:r>
          </a:p>
        </p:txBody>
      </p:sp>
      <p:sp>
        <p:nvSpPr>
          <p:cNvPr id="36" name="S4_DeploymentBand">
            <a:extLst xmlns:a="http://schemas.openxmlformats.org/drawingml/2006/main">
              <a:ext uri="{FF2B5EF4-FFF2-40B4-BE49-F238E27FC236}">
                <a16:creationId xmlns:a16="http://schemas.microsoft.com/office/drawing/2014/main" id="{0BB14100-0ED1-461C-8466-1719698402FA}"/>
              </a:ext>
            </a:extLst>
          </p:cNvPr>
          <p:cNvSpPr>
            <a:spLocks xmlns:a="http://schemas.openxmlformats.org/drawingml/2006/main" noGrp="1"/>
          </p:cNvSpPr>
          <p:nvPr/>
        </p:nvSpPr>
        <p:spPr>
          <a:xfrm xmlns:a="http://schemas.openxmlformats.org/drawingml/2006/main">
            <a:off x="552450" y="5105400"/>
            <a:ext cx="11087100" cy="914400"/>
          </a:xfrm>
          <a:prstGeom xmlns:a="http://schemas.openxmlformats.org/drawingml/2006/main" prst="roundRect">
            <a:avLst>
              <a:gd name="adj" fmla="val 6250"/>
            </a:avLst>
          </a:prstGeom>
          <a:solidFill xmlns:a="http://schemas.openxmlformats.org/drawingml/2006/main">
            <a:srgbClr val="162A42"/>
          </a:solidFill>
          <a:ln xmlns:a="http://schemas.openxmlformats.org/drawingml/2006/main" w="9525">
            <a:solidFill>
              <a:srgbClr val="31445C"/>
            </a:solidFill>
            <a:prstDash val="solid"/>
          </a:ln>
        </p:spPr>
      </p:sp>
      <p:sp>
        <p:nvSpPr>
          <p:cNvPr id="37" name="S4_DeploymentLabel">
            <a:extLst xmlns:a="http://schemas.openxmlformats.org/drawingml/2006/main">
              <a:ext uri="{FF2B5EF4-FFF2-40B4-BE49-F238E27FC236}">
                <a16:creationId xmlns:a16="http://schemas.microsoft.com/office/drawing/2014/main" id="{A0ABFF2C-95CA-4EE3-A3FD-97083893B32D}"/>
              </a:ext>
            </a:extLst>
          </p:cNvPr>
          <p:cNvSpPr>
            <a:spLocks xmlns:a="http://schemas.openxmlformats.org/drawingml/2006/main" noGrp="1"/>
          </p:cNvSpPr>
          <p:nvPr/>
        </p:nvSpPr>
        <p:spPr>
          <a:xfrm xmlns:a="http://schemas.openxmlformats.org/drawingml/2006/main">
            <a:off x="742950" y="52387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1">
                <a:solidFill>
                  <a:srgbClr val="A6B3C4"/>
                </a:solidFill>
                <a:latin typeface="Segoe UI"/>
                <a:ea typeface="Segoe UI"/>
                <a:cs typeface="Segoe UI"/>
              </a:defRPr>
            </a:defPPr>
            <a:lvl1pPr algn="l">
              <a:defRPr sz="975" b="1">
                <a:solidFill>
                  <a:srgbClr val="A6B3C4"/>
                </a:solidFill>
                <a:latin typeface="Segoe UI"/>
                <a:ea typeface="Segoe UI"/>
                <a:cs typeface="Segoe UI"/>
              </a:defRPr>
            </a:lvl1pPr>
            <a:lvl2pPr algn="l">
              <a:defRPr sz="975" b="1">
                <a:solidFill>
                  <a:srgbClr val="A6B3C4"/>
                </a:solidFill>
                <a:latin typeface="Segoe UI"/>
                <a:ea typeface="Segoe UI"/>
                <a:cs typeface="Segoe UI"/>
              </a:defRPr>
            </a:lvl2pPr>
            <a:lvl3pPr algn="l">
              <a:defRPr sz="975" b="1">
                <a:solidFill>
                  <a:srgbClr val="A6B3C4"/>
                </a:solidFill>
                <a:latin typeface="Segoe UI"/>
                <a:ea typeface="Segoe UI"/>
                <a:cs typeface="Segoe UI"/>
              </a:defRPr>
            </a:lvl3pPr>
            <a:lvl4pPr algn="l">
              <a:defRPr sz="975" b="1">
                <a:solidFill>
                  <a:srgbClr val="A6B3C4"/>
                </a:solidFill>
                <a:latin typeface="Segoe UI"/>
                <a:ea typeface="Segoe UI"/>
                <a:cs typeface="Segoe UI"/>
              </a:defRPr>
            </a:lvl4pPr>
            <a:lvl5pPr algn="l">
              <a:defRPr sz="975" b="1">
                <a:solidFill>
                  <a:srgbClr val="A6B3C4"/>
                </a:solidFill>
                <a:latin typeface="Segoe UI"/>
                <a:ea typeface="Segoe UI"/>
                <a:cs typeface="Segoe UI"/>
              </a:defRPr>
            </a:lvl5pPr>
            <a:lvl6pPr algn="l">
              <a:defRPr sz="975" b="1">
                <a:solidFill>
                  <a:srgbClr val="A6B3C4"/>
                </a:solidFill>
                <a:latin typeface="Segoe UI"/>
                <a:ea typeface="Segoe UI"/>
                <a:cs typeface="Segoe UI"/>
              </a:defRPr>
            </a:lvl6pPr>
            <a:lvl7pPr algn="l">
              <a:defRPr sz="975" b="1">
                <a:solidFill>
                  <a:srgbClr val="A6B3C4"/>
                </a:solidFill>
                <a:latin typeface="Segoe UI"/>
                <a:ea typeface="Segoe UI"/>
                <a:cs typeface="Segoe UI"/>
              </a:defRPr>
            </a:lvl7pPr>
            <a:lvl8pPr algn="l">
              <a:defRPr sz="975" b="1">
                <a:solidFill>
                  <a:srgbClr val="A6B3C4"/>
                </a:solidFill>
                <a:latin typeface="Segoe UI"/>
                <a:ea typeface="Segoe UI"/>
                <a:cs typeface="Segoe UI"/>
              </a:defRPr>
            </a:lvl8pPr>
            <a:lvl9pPr algn="l">
              <a:defRPr sz="975" b="1">
                <a:solidFill>
                  <a:srgbClr val="A6B3C4"/>
                </a:solidFill>
                <a:latin typeface="Segoe UI"/>
                <a:ea typeface="Segoe UI"/>
                <a:cs typeface="Segoe UI"/>
              </a:defRPr>
            </a:lvl9pPr>
          </a:lstStyle>
          <a:p xmlns:a="http://schemas.openxmlformats.org/drawingml/2006/main">
            <a:pPr algn="l">
              <a:defRPr sz="975" b="1">
                <a:solidFill>
                  <a:srgbClr val="A6B3C4"/>
                </a:solidFill>
                <a:latin typeface="Segoe UI"/>
                <a:ea typeface="Segoe UI"/>
                <a:cs typeface="Segoe UI"/>
              </a:defRPr>
            </a:pPr>
            <a:r>
              <a:rPr sz="975" b="1">
                <a:solidFill>
                  <a:srgbClr val="A6B3C4"/>
                </a:solidFill>
                <a:latin typeface="Segoe UI"/>
                <a:ea typeface="Segoe UI"/>
                <a:cs typeface="Segoe UI"/>
              </a:rPr>
              <a:t>MÔ HÌNH HIỆN TẠI VÀ RANH GIỚI BẢO MẬT</a:t>
            </a:r>
          </a:p>
        </p:txBody>
      </p:sp>
      <p:sp>
        <p:nvSpPr>
          <p:cNvPr id="38" name="S4_DeploymentText">
            <a:extLst xmlns:a="http://schemas.openxmlformats.org/drawingml/2006/main">
              <a:ext uri="{FF2B5EF4-FFF2-40B4-BE49-F238E27FC236}">
                <a16:creationId xmlns:a16="http://schemas.microsoft.com/office/drawing/2014/main" id="{62B01F37-DFE2-4470-894A-0F8567F1774F}"/>
              </a:ext>
            </a:extLst>
          </p:cNvPr>
          <p:cNvSpPr>
            <a:spLocks xmlns:a="http://schemas.openxmlformats.org/drawingml/2006/main" noGrp="1"/>
          </p:cNvSpPr>
          <p:nvPr/>
        </p:nvSpPr>
        <p:spPr>
          <a:xfrm xmlns:a="http://schemas.openxmlformats.org/drawingml/2006/main">
            <a:off x="742950" y="5486400"/>
            <a:ext cx="10706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1">
                <a:solidFill>
                  <a:srgbClr val="F4F7FB"/>
                </a:solidFill>
                <a:latin typeface="Segoe UI"/>
                <a:ea typeface="Segoe UI"/>
                <a:cs typeface="Segoe UI"/>
              </a:defRPr>
            </a:defPPr>
            <a:lvl1pPr algn="l">
              <a:defRPr sz="1125" b="1">
                <a:solidFill>
                  <a:srgbClr val="F4F7FB"/>
                </a:solidFill>
                <a:latin typeface="Segoe UI"/>
                <a:ea typeface="Segoe UI"/>
                <a:cs typeface="Segoe UI"/>
              </a:defRPr>
            </a:lvl1pPr>
            <a:lvl2pPr algn="l">
              <a:defRPr sz="1125" b="1">
                <a:solidFill>
                  <a:srgbClr val="F4F7FB"/>
                </a:solidFill>
                <a:latin typeface="Segoe UI"/>
                <a:ea typeface="Segoe UI"/>
                <a:cs typeface="Segoe UI"/>
              </a:defRPr>
            </a:lvl2pPr>
            <a:lvl3pPr algn="l">
              <a:defRPr sz="1125" b="1">
                <a:solidFill>
                  <a:srgbClr val="F4F7FB"/>
                </a:solidFill>
                <a:latin typeface="Segoe UI"/>
                <a:ea typeface="Segoe UI"/>
                <a:cs typeface="Segoe UI"/>
              </a:defRPr>
            </a:lvl3pPr>
            <a:lvl4pPr algn="l">
              <a:defRPr sz="1125" b="1">
                <a:solidFill>
                  <a:srgbClr val="F4F7FB"/>
                </a:solidFill>
                <a:latin typeface="Segoe UI"/>
                <a:ea typeface="Segoe UI"/>
                <a:cs typeface="Segoe UI"/>
              </a:defRPr>
            </a:lvl4pPr>
            <a:lvl5pPr algn="l">
              <a:defRPr sz="1125" b="1">
                <a:solidFill>
                  <a:srgbClr val="F4F7FB"/>
                </a:solidFill>
                <a:latin typeface="Segoe UI"/>
                <a:ea typeface="Segoe UI"/>
                <a:cs typeface="Segoe UI"/>
              </a:defRPr>
            </a:lvl5pPr>
            <a:lvl6pPr algn="l">
              <a:defRPr sz="1125" b="1">
                <a:solidFill>
                  <a:srgbClr val="F4F7FB"/>
                </a:solidFill>
                <a:latin typeface="Segoe UI"/>
                <a:ea typeface="Segoe UI"/>
                <a:cs typeface="Segoe UI"/>
              </a:defRPr>
            </a:lvl6pPr>
            <a:lvl7pPr algn="l">
              <a:defRPr sz="1125" b="1">
                <a:solidFill>
                  <a:srgbClr val="F4F7FB"/>
                </a:solidFill>
                <a:latin typeface="Segoe UI"/>
                <a:ea typeface="Segoe UI"/>
                <a:cs typeface="Segoe UI"/>
              </a:defRPr>
            </a:lvl7pPr>
            <a:lvl8pPr algn="l">
              <a:defRPr sz="1125" b="1">
                <a:solidFill>
                  <a:srgbClr val="F4F7FB"/>
                </a:solidFill>
                <a:latin typeface="Segoe UI"/>
                <a:ea typeface="Segoe UI"/>
                <a:cs typeface="Segoe UI"/>
              </a:defRPr>
            </a:lvl8pPr>
            <a:lvl9pPr algn="l">
              <a:defRPr sz="1125" b="1">
                <a:solidFill>
                  <a:srgbClr val="F4F7FB"/>
                </a:solidFill>
                <a:latin typeface="Segoe UI"/>
                <a:ea typeface="Segoe UI"/>
                <a:cs typeface="Segoe UI"/>
              </a:defRPr>
            </a:lvl9pPr>
          </a:lstStyle>
          <a:p xmlns:a="http://schemas.openxmlformats.org/drawingml/2006/main">
            <a:pPr algn="l">
              <a:defRPr sz="1125" b="1">
                <a:solidFill>
                  <a:srgbClr val="F4F7FB"/>
                </a:solidFill>
                <a:latin typeface="Segoe UI"/>
                <a:ea typeface="Segoe UI"/>
                <a:cs typeface="Segoe UI"/>
              </a:defRPr>
            </a:pPr>
            <a:r>
              <a:rPr sz="1125" b="1">
                <a:solidFill>
                  <a:srgbClr val="F4F7FB"/>
                </a:solidFill>
                <a:latin typeface="Segoe UI"/>
                <a:ea typeface="Segoe UI"/>
                <a:cs typeface="Segoe UI"/>
              </a:rPr>
              <a:t>candidate source • một process • OpenRouter / Alibaba • fallback Ollama tắt</a:t>
            </a:r>
          </a:p>
        </p:txBody>
      </p:sp>
      <p:sp>
        <p:nvSpPr>
          <p:cNvPr id="39" name="S4_SecurityBoundaryText">
            <a:extLst xmlns:a="http://schemas.openxmlformats.org/drawingml/2006/main">
              <a:ext uri="{FF2B5EF4-FFF2-40B4-BE49-F238E27FC236}">
                <a16:creationId xmlns:a16="http://schemas.microsoft.com/office/drawing/2014/main" id="{3ABF1DF3-B894-49B0-A734-99BF3EECBC90}"/>
              </a:ext>
            </a:extLst>
          </p:cNvPr>
          <p:cNvSpPr>
            <a:spLocks xmlns:a="http://schemas.openxmlformats.org/drawingml/2006/main" noGrp="1"/>
          </p:cNvSpPr>
          <p:nvPr/>
        </p:nvSpPr>
        <p:spPr>
          <a:xfrm xmlns:a="http://schemas.openxmlformats.org/drawingml/2006/main">
            <a:off x="742950" y="5734050"/>
            <a:ext cx="10706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1">
                <a:solidFill>
                  <a:srgbClr val="C59A4A"/>
                </a:solidFill>
                <a:latin typeface="Segoe UI"/>
                <a:ea typeface="Segoe UI"/>
                <a:cs typeface="Segoe UI"/>
              </a:defRPr>
            </a:defPPr>
            <a:lvl1pPr algn="l">
              <a:defRPr sz="1050" b="1">
                <a:solidFill>
                  <a:srgbClr val="C59A4A"/>
                </a:solidFill>
                <a:latin typeface="Segoe UI"/>
                <a:ea typeface="Segoe UI"/>
                <a:cs typeface="Segoe UI"/>
              </a:defRPr>
            </a:lvl1pPr>
            <a:lvl2pPr algn="l">
              <a:defRPr sz="1050" b="1">
                <a:solidFill>
                  <a:srgbClr val="C59A4A"/>
                </a:solidFill>
                <a:latin typeface="Segoe UI"/>
                <a:ea typeface="Segoe UI"/>
                <a:cs typeface="Segoe UI"/>
              </a:defRPr>
            </a:lvl2pPr>
            <a:lvl3pPr algn="l">
              <a:defRPr sz="1050" b="1">
                <a:solidFill>
                  <a:srgbClr val="C59A4A"/>
                </a:solidFill>
                <a:latin typeface="Segoe UI"/>
                <a:ea typeface="Segoe UI"/>
                <a:cs typeface="Segoe UI"/>
              </a:defRPr>
            </a:lvl3pPr>
            <a:lvl4pPr algn="l">
              <a:defRPr sz="1050" b="1">
                <a:solidFill>
                  <a:srgbClr val="C59A4A"/>
                </a:solidFill>
                <a:latin typeface="Segoe UI"/>
                <a:ea typeface="Segoe UI"/>
                <a:cs typeface="Segoe UI"/>
              </a:defRPr>
            </a:lvl4pPr>
            <a:lvl5pPr algn="l">
              <a:defRPr sz="1050" b="1">
                <a:solidFill>
                  <a:srgbClr val="C59A4A"/>
                </a:solidFill>
                <a:latin typeface="Segoe UI"/>
                <a:ea typeface="Segoe UI"/>
                <a:cs typeface="Segoe UI"/>
              </a:defRPr>
            </a:lvl5pPr>
            <a:lvl6pPr algn="l">
              <a:defRPr sz="1050" b="1">
                <a:solidFill>
                  <a:srgbClr val="C59A4A"/>
                </a:solidFill>
                <a:latin typeface="Segoe UI"/>
                <a:ea typeface="Segoe UI"/>
                <a:cs typeface="Segoe UI"/>
              </a:defRPr>
            </a:lvl6pPr>
            <a:lvl7pPr algn="l">
              <a:defRPr sz="1050" b="1">
                <a:solidFill>
                  <a:srgbClr val="C59A4A"/>
                </a:solidFill>
                <a:latin typeface="Segoe UI"/>
                <a:ea typeface="Segoe UI"/>
                <a:cs typeface="Segoe UI"/>
              </a:defRPr>
            </a:lvl7pPr>
            <a:lvl8pPr algn="l">
              <a:defRPr sz="1050" b="1">
                <a:solidFill>
                  <a:srgbClr val="C59A4A"/>
                </a:solidFill>
                <a:latin typeface="Segoe UI"/>
                <a:ea typeface="Segoe UI"/>
                <a:cs typeface="Segoe UI"/>
              </a:defRPr>
            </a:lvl8pPr>
            <a:lvl9pPr algn="l">
              <a:defRPr sz="1050" b="1">
                <a:solidFill>
                  <a:srgbClr val="C59A4A"/>
                </a:solidFill>
                <a:latin typeface="Segoe UI"/>
                <a:ea typeface="Segoe UI"/>
                <a:cs typeface="Segoe UI"/>
              </a:defRPr>
            </a:lvl9pPr>
          </a:lstStyle>
          <a:p xmlns:a="http://schemas.openxmlformats.org/drawingml/2006/main">
            <a:pPr algn="l">
              <a:defRPr sz="1050" b="1">
                <a:solidFill>
                  <a:srgbClr val="C59A4A"/>
                </a:solidFill>
                <a:latin typeface="Segoe UI"/>
                <a:ea typeface="Segoe UI"/>
                <a:cs typeface="Segoe UI"/>
              </a:defRPr>
            </a:pPr>
            <a:r>
              <a:rPr sz="1050" b="1">
                <a:solidFill>
                  <a:srgbClr val="C59A4A"/>
                </a:solidFill>
                <a:latin typeface="Segoe UI"/>
                <a:ea typeface="Segoe UI"/>
                <a:cs typeface="Segoe UI"/>
              </a:rPr>
              <a:t>181/181 offline • cần publish + health + synthetic smoke trước khi gọi là live</a:t>
            </a:r>
          </a:p>
        </p:txBody>
      </p:sp>
    </p:spTree>
    <p:extLst>
      <p:ext uri="{BB962C8B-B14F-4D97-AF65-F5344CB8AC3E}">
        <p14:creationId xmlns:p14="http://schemas.microsoft.com/office/powerpoint/2010/main" val="1762637079"/>
      </p:ext>
    </p:extLst>
  </p:cSld>
</p:sld>
</file>

<file path=ppt/slides/slide5.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sp>
        <p:nvSpPr>
          <p:cNvPr id="9" name="Slide_Title">
            <a:extLst xmlns:a="http://schemas.openxmlformats.org/drawingml/2006/main">
              <a:ext uri="{FF2B5EF4-FFF2-40B4-BE49-F238E27FC236}">
                <a16:creationId xmlns:a16="http://schemas.microsoft.com/office/drawing/2014/main" id="{A13FA6FB-4586-436F-9213-8685AB67BBBA}"/>
              </a:ext>
            </a:extLst>
          </p:cNvPr>
          <p:cNvSpPr>
            <a:spLocks xmlns:a="http://schemas.openxmlformats.org/drawingml/2006/main" noGrp="1"/>
          </p:cNvSpPr>
          <p:nvPr/>
        </p:nvSpPr>
        <p:spPr>
          <a:xfrm xmlns:a="http://schemas.openxmlformats.org/drawingml/2006/main">
            <a:off x="552450" y="266700"/>
            <a:ext cx="11087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F4F7FB"/>
                </a:solidFill>
                <a:latin typeface="Segoe UI"/>
                <a:ea typeface="Segoe UI"/>
                <a:cs typeface="Segoe UI"/>
              </a:defRPr>
            </a:defPPr>
            <a:lvl1pPr algn="l">
              <a:defRPr sz="2400" b="1">
                <a:solidFill>
                  <a:srgbClr val="F4F7FB"/>
                </a:solidFill>
                <a:latin typeface="Segoe UI"/>
                <a:ea typeface="Segoe UI"/>
                <a:cs typeface="Segoe UI"/>
              </a:defRPr>
            </a:lvl1pPr>
            <a:lvl2pPr algn="l">
              <a:defRPr sz="2400" b="1">
                <a:solidFill>
                  <a:srgbClr val="F4F7FB"/>
                </a:solidFill>
                <a:latin typeface="Segoe UI"/>
                <a:ea typeface="Segoe UI"/>
                <a:cs typeface="Segoe UI"/>
              </a:defRPr>
            </a:lvl2pPr>
            <a:lvl3pPr algn="l">
              <a:defRPr sz="2400" b="1">
                <a:solidFill>
                  <a:srgbClr val="F4F7FB"/>
                </a:solidFill>
                <a:latin typeface="Segoe UI"/>
                <a:ea typeface="Segoe UI"/>
                <a:cs typeface="Segoe UI"/>
              </a:defRPr>
            </a:lvl3pPr>
            <a:lvl4pPr algn="l">
              <a:defRPr sz="2400" b="1">
                <a:solidFill>
                  <a:srgbClr val="F4F7FB"/>
                </a:solidFill>
                <a:latin typeface="Segoe UI"/>
                <a:ea typeface="Segoe UI"/>
                <a:cs typeface="Segoe UI"/>
              </a:defRPr>
            </a:lvl4pPr>
            <a:lvl5pPr algn="l">
              <a:defRPr sz="2400" b="1">
                <a:solidFill>
                  <a:srgbClr val="F4F7FB"/>
                </a:solidFill>
                <a:latin typeface="Segoe UI"/>
                <a:ea typeface="Segoe UI"/>
                <a:cs typeface="Segoe UI"/>
              </a:defRPr>
            </a:lvl5pPr>
            <a:lvl6pPr algn="l">
              <a:defRPr sz="2400" b="1">
                <a:solidFill>
                  <a:srgbClr val="F4F7FB"/>
                </a:solidFill>
                <a:latin typeface="Segoe UI"/>
                <a:ea typeface="Segoe UI"/>
                <a:cs typeface="Segoe UI"/>
              </a:defRPr>
            </a:lvl6pPr>
            <a:lvl7pPr algn="l">
              <a:defRPr sz="2400" b="1">
                <a:solidFill>
                  <a:srgbClr val="F4F7FB"/>
                </a:solidFill>
                <a:latin typeface="Segoe UI"/>
                <a:ea typeface="Segoe UI"/>
                <a:cs typeface="Segoe UI"/>
              </a:defRPr>
            </a:lvl7pPr>
            <a:lvl8pPr algn="l">
              <a:defRPr sz="2400" b="1">
                <a:solidFill>
                  <a:srgbClr val="F4F7FB"/>
                </a:solidFill>
                <a:latin typeface="Segoe UI"/>
                <a:ea typeface="Segoe UI"/>
                <a:cs typeface="Segoe UI"/>
              </a:defRPr>
            </a:lvl8pPr>
            <a:lvl9pPr algn="l">
              <a:defRPr sz="2400" b="1">
                <a:solidFill>
                  <a:srgbClr val="F4F7FB"/>
                </a:solidFill>
                <a:latin typeface="Segoe UI"/>
                <a:ea typeface="Segoe UI"/>
                <a:cs typeface="Segoe UI"/>
              </a:defRPr>
            </a:lvl9pPr>
          </a:lstStyle>
          <a:p xmlns:a="http://schemas.openxmlformats.org/drawingml/2006/main">
            <a:pPr algn="l">
              <a:defRPr sz="2400" b="1">
                <a:solidFill>
                  <a:srgbClr val="F4F7FB"/>
                </a:solidFill>
                <a:latin typeface="Segoe UI"/>
                <a:ea typeface="Segoe UI"/>
                <a:cs typeface="Segoe UI"/>
              </a:defRPr>
            </a:pPr>
            <a:r>
              <a:rPr sz="2400" b="1">
                <a:solidFill>
                  <a:srgbClr val="F4F7FB"/>
                </a:solidFill>
                <a:latin typeface="Segoe UI"/>
                <a:ea typeface="Segoe UI"/>
                <a:cs typeface="Segoe UI"/>
              </a:rPr>
              <a:t>Sau feedback: phần đã làm, giới hạn và gate trước demo</a:t>
            </a:r>
          </a:p>
        </p:txBody>
      </p:sp>
      <p:sp>
        <p:nvSpPr>
          <p:cNvPr id="2" name="Slide_Subtitle">
            <a:extLst xmlns:a="http://schemas.openxmlformats.org/drawingml/2006/main">
              <a:ext uri="{FF2B5EF4-FFF2-40B4-BE49-F238E27FC236}">
                <a16:creationId xmlns:a16="http://schemas.microsoft.com/office/drawing/2014/main" id="{CA35BC4F-372F-4AE3-B8D0-50B66F0B2C04}"/>
              </a:ext>
            </a:extLst>
          </p:cNvPr>
          <p:cNvSpPr>
            <a:spLocks xmlns:a="http://schemas.openxmlformats.org/drawingml/2006/main" noGrp="1"/>
          </p:cNvSpPr>
          <p:nvPr/>
        </p:nvSpPr>
        <p:spPr>
          <a:xfrm xmlns:a="http://schemas.openxmlformats.org/drawingml/2006/main">
            <a:off x="552450" y="7239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3C4"/>
                </a:solidFill>
                <a:latin typeface="Segoe UI"/>
                <a:ea typeface="Segoe UI"/>
                <a:cs typeface="Segoe UI"/>
              </a:defRPr>
            </a:defPPr>
            <a:lvl1pPr algn="l">
              <a:defRPr sz="1275" b="0">
                <a:solidFill>
                  <a:srgbClr val="A6B3C4"/>
                </a:solidFill>
                <a:latin typeface="Segoe UI"/>
                <a:ea typeface="Segoe UI"/>
                <a:cs typeface="Segoe UI"/>
              </a:defRPr>
            </a:lvl1pPr>
            <a:lvl2pPr algn="l">
              <a:defRPr sz="1275" b="0">
                <a:solidFill>
                  <a:srgbClr val="A6B3C4"/>
                </a:solidFill>
                <a:latin typeface="Segoe UI"/>
                <a:ea typeface="Segoe UI"/>
                <a:cs typeface="Segoe UI"/>
              </a:defRPr>
            </a:lvl2pPr>
            <a:lvl3pPr algn="l">
              <a:defRPr sz="1275" b="0">
                <a:solidFill>
                  <a:srgbClr val="A6B3C4"/>
                </a:solidFill>
                <a:latin typeface="Segoe UI"/>
                <a:ea typeface="Segoe UI"/>
                <a:cs typeface="Segoe UI"/>
              </a:defRPr>
            </a:lvl3pPr>
            <a:lvl4pPr algn="l">
              <a:defRPr sz="1275" b="0">
                <a:solidFill>
                  <a:srgbClr val="A6B3C4"/>
                </a:solidFill>
                <a:latin typeface="Segoe UI"/>
                <a:ea typeface="Segoe UI"/>
                <a:cs typeface="Segoe UI"/>
              </a:defRPr>
            </a:lvl4pPr>
            <a:lvl5pPr algn="l">
              <a:defRPr sz="1275" b="0">
                <a:solidFill>
                  <a:srgbClr val="A6B3C4"/>
                </a:solidFill>
                <a:latin typeface="Segoe UI"/>
                <a:ea typeface="Segoe UI"/>
                <a:cs typeface="Segoe UI"/>
              </a:defRPr>
            </a:lvl5pPr>
            <a:lvl6pPr algn="l">
              <a:defRPr sz="1275" b="0">
                <a:solidFill>
                  <a:srgbClr val="A6B3C4"/>
                </a:solidFill>
                <a:latin typeface="Segoe UI"/>
                <a:ea typeface="Segoe UI"/>
                <a:cs typeface="Segoe UI"/>
              </a:defRPr>
            </a:lvl6pPr>
            <a:lvl7pPr algn="l">
              <a:defRPr sz="1275" b="0">
                <a:solidFill>
                  <a:srgbClr val="A6B3C4"/>
                </a:solidFill>
                <a:latin typeface="Segoe UI"/>
                <a:ea typeface="Segoe UI"/>
                <a:cs typeface="Segoe UI"/>
              </a:defRPr>
            </a:lvl7pPr>
            <a:lvl8pPr algn="l">
              <a:defRPr sz="1275" b="0">
                <a:solidFill>
                  <a:srgbClr val="A6B3C4"/>
                </a:solidFill>
                <a:latin typeface="Segoe UI"/>
                <a:ea typeface="Segoe UI"/>
                <a:cs typeface="Segoe UI"/>
              </a:defRPr>
            </a:lvl8pPr>
            <a:lvl9pPr algn="l">
              <a:defRPr sz="1275" b="0">
                <a:solidFill>
                  <a:srgbClr val="A6B3C4"/>
                </a:solidFill>
                <a:latin typeface="Segoe UI"/>
                <a:ea typeface="Segoe UI"/>
                <a:cs typeface="Segoe UI"/>
              </a:defRPr>
            </a:lvl9pPr>
          </a:lstStyle>
          <a:p xmlns:a="http://schemas.openxmlformats.org/drawingml/2006/main">
            <a:pPr algn="l">
              <a:defRPr sz="1275" b="0">
                <a:solidFill>
                  <a:srgbClr val="A6B3C4"/>
                </a:solidFill>
                <a:latin typeface="Segoe UI"/>
                <a:ea typeface="Segoe UI"/>
                <a:cs typeface="Segoe UI"/>
              </a:defRPr>
            </a:pPr>
            <a:r>
              <a:rPr sz="1275" b="0">
                <a:solidFill>
                  <a:srgbClr val="A6B3C4"/>
                </a:solidFill>
                <a:latin typeface="Segoe UI"/>
                <a:ea typeface="Segoe UI"/>
                <a:cs typeface="Segoe UI"/>
              </a:rPr>
              <a:t>Cải tiến hôm nay chỉ có giá trị khi không che giấu lỗi cũ và có điều kiện xác nhận rõ.</a:t>
            </a:r>
          </a:p>
        </p:txBody>
      </p:sp>
      <p:sp>
        <p:nvSpPr>
          <p:cNvPr id="3" name="S5_ObservedHeading">
            <a:extLst xmlns:a="http://schemas.openxmlformats.org/drawingml/2006/main">
              <a:ext uri="{FF2B5EF4-FFF2-40B4-BE49-F238E27FC236}">
                <a16:creationId xmlns:a16="http://schemas.microsoft.com/office/drawing/2014/main" id="{B03073D2-9B01-4BCC-B5CF-4DA87481E0EB}"/>
              </a:ext>
            </a:extLst>
          </p:cNvPr>
          <p:cNvSpPr>
            <a:spLocks xmlns:a="http://schemas.openxmlformats.org/drawingml/2006/main" noGrp="1"/>
          </p:cNvSpPr>
          <p:nvPr/>
        </p:nvSpPr>
        <p:spPr>
          <a:xfrm xmlns:a="http://schemas.openxmlformats.org/drawingml/2006/main">
            <a:off x="552450" y="13144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1">
                <a:solidFill>
                  <a:srgbClr val="C59A4A"/>
                </a:solidFill>
                <a:latin typeface="Segoe UI"/>
                <a:ea typeface="Segoe UI"/>
                <a:cs typeface="Segoe UI"/>
              </a:defRPr>
            </a:defPPr>
            <a:lvl1pPr algn="l">
              <a:defRPr sz="1125" b="1">
                <a:solidFill>
                  <a:srgbClr val="C59A4A"/>
                </a:solidFill>
                <a:latin typeface="Segoe UI"/>
                <a:ea typeface="Segoe UI"/>
                <a:cs typeface="Segoe UI"/>
              </a:defRPr>
            </a:lvl1pPr>
            <a:lvl2pPr algn="l">
              <a:defRPr sz="1125" b="1">
                <a:solidFill>
                  <a:srgbClr val="C59A4A"/>
                </a:solidFill>
                <a:latin typeface="Segoe UI"/>
                <a:ea typeface="Segoe UI"/>
                <a:cs typeface="Segoe UI"/>
              </a:defRPr>
            </a:lvl2pPr>
            <a:lvl3pPr algn="l">
              <a:defRPr sz="1125" b="1">
                <a:solidFill>
                  <a:srgbClr val="C59A4A"/>
                </a:solidFill>
                <a:latin typeface="Segoe UI"/>
                <a:ea typeface="Segoe UI"/>
                <a:cs typeface="Segoe UI"/>
              </a:defRPr>
            </a:lvl3pPr>
            <a:lvl4pPr algn="l">
              <a:defRPr sz="1125" b="1">
                <a:solidFill>
                  <a:srgbClr val="C59A4A"/>
                </a:solidFill>
                <a:latin typeface="Segoe UI"/>
                <a:ea typeface="Segoe UI"/>
                <a:cs typeface="Segoe UI"/>
              </a:defRPr>
            </a:lvl4pPr>
            <a:lvl5pPr algn="l">
              <a:defRPr sz="1125" b="1">
                <a:solidFill>
                  <a:srgbClr val="C59A4A"/>
                </a:solidFill>
                <a:latin typeface="Segoe UI"/>
                <a:ea typeface="Segoe UI"/>
                <a:cs typeface="Segoe UI"/>
              </a:defRPr>
            </a:lvl5pPr>
            <a:lvl6pPr algn="l">
              <a:defRPr sz="1125" b="1">
                <a:solidFill>
                  <a:srgbClr val="C59A4A"/>
                </a:solidFill>
                <a:latin typeface="Segoe UI"/>
                <a:ea typeface="Segoe UI"/>
                <a:cs typeface="Segoe UI"/>
              </a:defRPr>
            </a:lvl6pPr>
            <a:lvl7pPr algn="l">
              <a:defRPr sz="1125" b="1">
                <a:solidFill>
                  <a:srgbClr val="C59A4A"/>
                </a:solidFill>
                <a:latin typeface="Segoe UI"/>
                <a:ea typeface="Segoe UI"/>
                <a:cs typeface="Segoe UI"/>
              </a:defRPr>
            </a:lvl7pPr>
            <a:lvl8pPr algn="l">
              <a:defRPr sz="1125" b="1">
                <a:solidFill>
                  <a:srgbClr val="C59A4A"/>
                </a:solidFill>
                <a:latin typeface="Segoe UI"/>
                <a:ea typeface="Segoe UI"/>
                <a:cs typeface="Segoe UI"/>
              </a:defRPr>
            </a:lvl8pPr>
            <a:lvl9pPr algn="l">
              <a:defRPr sz="1125" b="1">
                <a:solidFill>
                  <a:srgbClr val="C59A4A"/>
                </a:solidFill>
                <a:latin typeface="Segoe UI"/>
                <a:ea typeface="Segoe UI"/>
                <a:cs typeface="Segoe UI"/>
              </a:defRPr>
            </a:lvl9pPr>
          </a:lstStyle>
          <a:p xmlns:a="http://schemas.openxmlformats.org/drawingml/2006/main">
            <a:pPr algn="l">
              <a:defRPr sz="1125" b="1">
                <a:solidFill>
                  <a:srgbClr val="C59A4A"/>
                </a:solidFill>
                <a:latin typeface="Segoe UI"/>
                <a:ea typeface="Segoe UI"/>
                <a:cs typeface="Segoe UI"/>
              </a:defRPr>
            </a:pPr>
            <a:r>
              <a:rPr sz="1125" b="1">
                <a:solidFill>
                  <a:srgbClr val="C59A4A"/>
                </a:solidFill>
                <a:latin typeface="Segoe UI"/>
                <a:ea typeface="Segoe UI"/>
                <a:cs typeface="Segoe UI"/>
              </a:rPr>
              <a:t>1. LỖI ĐÃ QUAN SÁT</a:t>
            </a:r>
          </a:p>
        </p:txBody>
      </p:sp>
      <p:sp>
        <p:nvSpPr>
          <p:cNvPr id="4" name="S5_RoadmapHeading">
            <a:extLst xmlns:a="http://schemas.openxmlformats.org/drawingml/2006/main">
              <a:ext uri="{FF2B5EF4-FFF2-40B4-BE49-F238E27FC236}">
                <a16:creationId xmlns:a16="http://schemas.microsoft.com/office/drawing/2014/main" id="{1998C943-2DEA-426B-AC68-BA6E4EC650BA}"/>
              </a:ext>
            </a:extLst>
          </p:cNvPr>
          <p:cNvSpPr>
            <a:spLocks xmlns:a="http://schemas.openxmlformats.org/drawingml/2006/main" noGrp="1"/>
          </p:cNvSpPr>
          <p:nvPr/>
        </p:nvSpPr>
        <p:spPr>
          <a:xfrm xmlns:a="http://schemas.openxmlformats.org/drawingml/2006/main">
            <a:off x="6115050" y="1314450"/>
            <a:ext cx="552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1">
                <a:solidFill>
                  <a:srgbClr val="4FAF91"/>
                </a:solidFill>
                <a:latin typeface="Segoe UI"/>
                <a:ea typeface="Segoe UI"/>
                <a:cs typeface="Segoe UI"/>
              </a:defRPr>
            </a:defPPr>
            <a:lvl1pPr algn="l">
              <a:defRPr sz="1050" b="1">
                <a:solidFill>
                  <a:srgbClr val="4FAF91"/>
                </a:solidFill>
                <a:latin typeface="Segoe UI"/>
                <a:ea typeface="Segoe UI"/>
                <a:cs typeface="Segoe UI"/>
              </a:defRPr>
            </a:lvl1pPr>
            <a:lvl2pPr algn="l">
              <a:defRPr sz="1050" b="1">
                <a:solidFill>
                  <a:srgbClr val="4FAF91"/>
                </a:solidFill>
                <a:latin typeface="Segoe UI"/>
                <a:ea typeface="Segoe UI"/>
                <a:cs typeface="Segoe UI"/>
              </a:defRPr>
            </a:lvl2pPr>
            <a:lvl3pPr algn="l">
              <a:defRPr sz="1050" b="1">
                <a:solidFill>
                  <a:srgbClr val="4FAF91"/>
                </a:solidFill>
                <a:latin typeface="Segoe UI"/>
                <a:ea typeface="Segoe UI"/>
                <a:cs typeface="Segoe UI"/>
              </a:defRPr>
            </a:lvl3pPr>
            <a:lvl4pPr algn="l">
              <a:defRPr sz="1050" b="1">
                <a:solidFill>
                  <a:srgbClr val="4FAF91"/>
                </a:solidFill>
                <a:latin typeface="Segoe UI"/>
                <a:ea typeface="Segoe UI"/>
                <a:cs typeface="Segoe UI"/>
              </a:defRPr>
            </a:lvl4pPr>
            <a:lvl5pPr algn="l">
              <a:defRPr sz="1050" b="1">
                <a:solidFill>
                  <a:srgbClr val="4FAF91"/>
                </a:solidFill>
                <a:latin typeface="Segoe UI"/>
                <a:ea typeface="Segoe UI"/>
                <a:cs typeface="Segoe UI"/>
              </a:defRPr>
            </a:lvl5pPr>
            <a:lvl6pPr algn="l">
              <a:defRPr sz="1050" b="1">
                <a:solidFill>
                  <a:srgbClr val="4FAF91"/>
                </a:solidFill>
                <a:latin typeface="Segoe UI"/>
                <a:ea typeface="Segoe UI"/>
                <a:cs typeface="Segoe UI"/>
              </a:defRPr>
            </a:lvl6pPr>
            <a:lvl7pPr algn="l">
              <a:defRPr sz="1050" b="1">
                <a:solidFill>
                  <a:srgbClr val="4FAF91"/>
                </a:solidFill>
                <a:latin typeface="Segoe UI"/>
                <a:ea typeface="Segoe UI"/>
                <a:cs typeface="Segoe UI"/>
              </a:defRPr>
            </a:lvl7pPr>
            <a:lvl8pPr algn="l">
              <a:defRPr sz="1050" b="1">
                <a:solidFill>
                  <a:srgbClr val="4FAF91"/>
                </a:solidFill>
                <a:latin typeface="Segoe UI"/>
                <a:ea typeface="Segoe UI"/>
                <a:cs typeface="Segoe UI"/>
              </a:defRPr>
            </a:lvl8pPr>
            <a:lvl9pPr algn="l">
              <a:defRPr sz="1050" b="1">
                <a:solidFill>
                  <a:srgbClr val="4FAF91"/>
                </a:solidFill>
                <a:latin typeface="Segoe UI"/>
                <a:ea typeface="Segoe UI"/>
                <a:cs typeface="Segoe UI"/>
              </a:defRPr>
            </a:lvl9pPr>
          </a:lstStyle>
          <a:p xmlns:a="http://schemas.openxmlformats.org/drawingml/2006/main">
            <a:pPr algn="l">
              <a:defRPr sz="1050" b="1">
                <a:solidFill>
                  <a:srgbClr val="4FAF91"/>
                </a:solidFill>
                <a:latin typeface="Segoe UI"/>
                <a:ea typeface="Segoe UI"/>
                <a:cs typeface="Segoe UI"/>
              </a:defRPr>
            </a:pPr>
            <a:r>
              <a:rPr sz="1050" b="1">
                <a:solidFill>
                  <a:srgbClr val="4FAF91"/>
                </a:solidFill>
                <a:latin typeface="Segoe UI"/>
                <a:ea typeface="Segoe UI"/>
                <a:cs typeface="Segoe UI"/>
              </a:rPr>
              <a:t>2. HẠN CHẾ CÒN LẠI                 3. GATE XỬ LÝ TIẾP THEO</a:t>
            </a:r>
          </a:p>
        </p:txBody>
      </p:sp>
      <p:graphicFrame>
        <p:nvGraphicFramePr>
          <p:cNvPr id="5" name="S5_ObservedErrorsTable">
            <a:extLst xmlns:a="http://schemas.openxmlformats.org/drawingml/2006/main">
              <a:ext uri="{FF2B5EF4-FFF2-40B4-BE49-F238E27FC236}">
                <a16:creationId xmlns:a16="http://schemas.microsoft.com/office/drawing/2014/main" id="{FD8DFCCD-B856-489A-9952-24700A49E4AF}"/>
              </a:ext>
            </a:extLst>
          </p:cNvPr>
          <p:cNvGraphicFramePr/>
          <p:nvPr/>
        </p:nvGraphicFramePr>
        <p:xfrm>
          <a:off xmlns:a="http://schemas.openxmlformats.org/drawingml/2006/main" x="552450" y="1619250"/>
          <a:ext xmlns:a="http://schemas.openxmlformats.org/drawingml/2006/main" cx="5334000" cy="4000500"/>
        </p:xfrm>
        <a:graphic xmlns:a="http://schemas.openxmlformats.org/drawingml/2006/main">
          <a:graphicData uri="http://schemas.openxmlformats.org/drawingml/2006/table">
            <a:tbl>
              <a:tblPr/>
              <a:tblGrid>
                <a:gridCol w="1428750"/>
                <a:gridCol w="3905250"/>
              </a:tblGrid>
              <a:tr h="400050">
                <a:tc>
                  <a:txBody>
                    <a:bodyPr/>
                    <a:lstStyle/>
                    <a:p>
                      <a:r>
                        <a:rPr sz="900" b="1">
                          <a:solidFill>
                            <a:srgbClr val="A6B3C4"/>
                          </a:solidFill>
                          <a:latin typeface="Segoe UI"/>
                          <a:ea typeface="Segoe UI"/>
                          <a:cs typeface="Segoe UI"/>
                        </a:rPr>
                        <a:t>EVIDENCE</a:t>
                      </a:r>
                    </a:p>
                  </a:txBody>
                  <a:tcPr marL="85725" marR="85725" marT="66675" marB="66675">
                    <a:lnL w="9525">
                      <a:solidFill>
                        <a:srgbClr val="31445C"/>
                      </a:solidFill>
                      <a:prstDash val="solid"/>
                    </a:lnL>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c>
                  <a:txBody>
                    <a:bodyPr/>
                    <a:lstStyle/>
                    <a:p>
                      <a:r>
                        <a:rPr sz="900" b="1">
                          <a:solidFill>
                            <a:srgbClr val="A6B3C4"/>
                          </a:solidFill>
                          <a:latin typeface="Segoe UI"/>
                          <a:ea typeface="Segoe UI"/>
                          <a:cs typeface="Segoe UI"/>
                        </a:rPr>
                        <a:t>NGUYÊN NHÂN VÀ PHẢN ỨNG CỦA HỆ THỐNG</a:t>
                      </a:r>
                    </a:p>
                  </a:txBody>
                  <a:tcPr marL="85725" marR="85725" marT="66675" marB="66675">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r>
              <a:tr h="1200150">
                <a:tc>
                  <a:txBody>
                    <a:bodyPr/>
                    <a:lstStyle/>
                    <a:p>
                      <a:r>
                        <a:rPr sz="1050" b="1">
                          <a:solidFill>
                            <a:srgbClr val="C59A4A"/>
                          </a:solidFill>
                          <a:latin typeface="Segoe UI"/>
                          <a:ea typeface="Segoe UI"/>
                          <a:cs typeface="Segoe UI"/>
                        </a:rPr>
                        <a:t>2/10</a:t>
                      </a:r>
                    </a:p>
                    <a:p>
                      <a:r>
                        <a:rPr sz="1050" b="1">
                          <a:solidFill>
                            <a:srgbClr val="C59A4A"/>
                          </a:solidFill>
                          <a:latin typeface="Segoe UI"/>
                          <a:ea typeface="Segoe UI"/>
                          <a:cs typeface="Segoe UI"/>
                        </a:rPr>
                        <a:t>over-escalation</a:t>
                      </a:r>
                    </a:p>
                  </a:txBody>
                  <a:tcPr marL="85725" marR="85725"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a:ea typeface="Segoe UI"/>
                          <a:cs typeface="Segoe UI"/>
                        </a:rPr>
                        <a:t>FAHASA: nhãn ‘Thanh toán’ bị validator từ chối. GS25_2: model bỏ tên cửa hàng gần vùng che. AURA chuyển FACT để người duyệt kiểm tra; 0 missed, 0 lỗi provider.</a:t>
                      </a:r>
                    </a:p>
                  </a:txBody>
                  <a:tcPr marL="85725" marR="85725" marT="66675" marB="66675">
                    <a:lnR w="9525">
                      <a:solidFill>
                        <a:srgbClr val="31445C"/>
                      </a:solidFill>
                      <a:prstDash val="solid"/>
                    </a:lnR>
                    <a:lnB w="9525">
                      <a:solidFill>
                        <a:srgbClr val="31445C"/>
                      </a:solidFill>
                      <a:prstDash val="solid"/>
                    </a:lnB>
                    <a:solidFill>
                      <a:srgbClr val="112338"/>
                    </a:solidFill>
                  </a:tcPr>
                </a:tc>
              </a:tr>
              <a:tr h="1200150">
                <a:tc>
                  <a:txBody>
                    <a:bodyPr/>
                    <a:lstStyle/>
                    <a:p>
                      <a:r>
                        <a:rPr sz="1050" b="1">
                          <a:solidFill>
                            <a:srgbClr val="C59A4A"/>
                          </a:solidFill>
                          <a:latin typeface="Segoe UI"/>
                          <a:ea typeface="Segoe UI"/>
                          <a:cs typeface="Segoe UI"/>
                        </a:rPr>
                        <a:t>2/30</a:t>
                      </a:r>
                    </a:p>
                    <a:p>
                      <a:r>
                        <a:rPr sz="1050" b="1">
                          <a:solidFill>
                            <a:srgbClr val="C59A4A"/>
                          </a:solidFill>
                          <a:latin typeface="Segoe UI"/>
                          <a:ea typeface="Segoe UI"/>
                          <a:cs typeface="Segoe UI"/>
                        </a:rPr>
                        <a:t>field trọng yếu sai</a:t>
                      </a:r>
                    </a:p>
                  </a:txBody>
                  <a:tcPr marL="85725" marR="85725"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a:ea typeface="Segoe UI"/>
                          <a:cs typeface="Segoe UI"/>
                        </a:rPr>
                        <a:t>Phương Nam: vùng che làm mất ngày và model suy diễn nhầm identifier. Quyết định vẫn FACT; evidence công bố rõ confounder, không ghi đè raw.</a:t>
                      </a:r>
                    </a:p>
                  </a:txBody>
                  <a:tcPr marL="85725" marR="85725" marT="66675" marB="66675">
                    <a:lnR w="9525">
                      <a:solidFill>
                        <a:srgbClr val="31445C"/>
                      </a:solidFill>
                      <a:prstDash val="solid"/>
                    </a:lnR>
                    <a:lnB w="9525">
                      <a:solidFill>
                        <a:srgbClr val="31445C"/>
                      </a:solidFill>
                      <a:prstDash val="solid"/>
                    </a:lnB>
                    <a:solidFill>
                      <a:srgbClr val="112338"/>
                    </a:solidFill>
                  </a:tcPr>
                </a:tc>
              </a:tr>
              <a:tr h="1200150">
                <a:tc>
                  <a:txBody>
                    <a:bodyPr/>
                    <a:lstStyle/>
                    <a:p>
                      <a:r>
                        <a:rPr sz="1050" b="1">
                          <a:solidFill>
                            <a:srgbClr val="C59A4A"/>
                          </a:solidFill>
                          <a:latin typeface="Segoe UI"/>
                          <a:ea typeface="Segoe UI"/>
                          <a:cs typeface="Segoe UI"/>
                        </a:rPr>
                        <a:t>10/12</a:t>
                      </a:r>
                    </a:p>
                    <a:p>
                      <a:r>
                        <a:rPr sz="1050" b="1">
                          <a:solidFill>
                            <a:srgbClr val="C59A4A"/>
                          </a:solidFill>
                          <a:latin typeface="Segoe UI"/>
                          <a:ea typeface="Segoe UI"/>
                          <a:cs typeface="Segoe UI"/>
                        </a:rPr>
                        <a:t>regression known data</a:t>
                      </a:r>
                    </a:p>
                  </a:txBody>
                  <a:tcPr marL="85725" marR="85725"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a:ea typeface="Segoe UI"/>
                          <a:cs typeface="Segoe UI"/>
                        </a:rPr>
                        <a:t>Vẫn gặp hai failure mode trên. Lượt tuần tự 11/12 cho thấy extraction variance; không tune bằng chính 12 ảnh đã biết.</a:t>
                      </a:r>
                    </a:p>
                  </a:txBody>
                  <a:tcPr marL="85725" marR="85725" marT="66675" marB="66675">
                    <a:lnR w="9525">
                      <a:solidFill>
                        <a:srgbClr val="31445C"/>
                      </a:solidFill>
                      <a:prstDash val="solid"/>
                    </a:lnR>
                    <a:lnB w="9525">
                      <a:solidFill>
                        <a:srgbClr val="31445C"/>
                      </a:solidFill>
                      <a:prstDash val="solid"/>
                    </a:lnB>
                    <a:solidFill>
                      <a:srgbClr val="112338"/>
                    </a:solidFill>
                  </a:tcPr>
                </a:tc>
              </a:tr>
            </a:tbl>
          </a:graphicData>
        </a:graphic>
      </p:graphicFrame>
      <p:graphicFrame>
        <p:nvGraphicFramePr>
          <p:cNvPr id="6" name="S5_RoadmapTable">
            <a:extLst xmlns:a="http://schemas.openxmlformats.org/drawingml/2006/main">
              <a:ext uri="{FF2B5EF4-FFF2-40B4-BE49-F238E27FC236}">
                <a16:creationId xmlns:a16="http://schemas.microsoft.com/office/drawing/2014/main" id="{E97B22D1-9997-401C-BE75-8BF4928E841A}"/>
              </a:ext>
            </a:extLst>
          </p:cNvPr>
          <p:cNvGraphicFramePr/>
          <p:nvPr/>
        </p:nvGraphicFramePr>
        <p:xfrm>
          <a:off xmlns:a="http://schemas.openxmlformats.org/drawingml/2006/main" x="6115050" y="1619250"/>
          <a:ext xmlns:a="http://schemas.openxmlformats.org/drawingml/2006/main" cx="5524500" cy="4000500"/>
        </p:xfrm>
        <a:graphic xmlns:a="http://schemas.openxmlformats.org/drawingml/2006/main">
          <a:graphicData uri="http://schemas.openxmlformats.org/drawingml/2006/table">
            <a:tbl>
              <a:tblPr/>
              <a:tblGrid>
                <a:gridCol w="1962150"/>
                <a:gridCol w="3562350"/>
              </a:tblGrid>
              <a:tr h="400050">
                <a:tc>
                  <a:txBody>
                    <a:bodyPr/>
                    <a:lstStyle/>
                    <a:p>
                      <a:r>
                        <a:rPr sz="900" b="1">
                          <a:solidFill>
                            <a:srgbClr val="A6B3C4"/>
                          </a:solidFill>
                          <a:latin typeface="Segoe UI"/>
                          <a:ea typeface="Segoe UI"/>
                          <a:cs typeface="Segoe UI"/>
                        </a:rPr>
                        <a:t>HẠN CHẾ</a:t>
                      </a:r>
                    </a:p>
                  </a:txBody>
                  <a:tcPr marL="76200" marR="76200" marT="57150" marB="57150">
                    <a:lnL w="9525">
                      <a:solidFill>
                        <a:srgbClr val="31445C"/>
                      </a:solidFill>
                      <a:prstDash val="solid"/>
                    </a:lnL>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c>
                  <a:txBody>
                    <a:bodyPr/>
                    <a:lstStyle/>
                    <a:p>
                      <a:r>
                        <a:rPr sz="900" b="1">
                          <a:solidFill>
                            <a:srgbClr val="A6B3C4"/>
                          </a:solidFill>
                          <a:latin typeface="Segoe UI"/>
                          <a:ea typeface="Segoe UI"/>
                          <a:cs typeface="Segoe UI"/>
                        </a:rPr>
                        <a:t>HƯỚNG XỬ LÝ VÀ GATE XÁC NHẬN</a:t>
                      </a:r>
                    </a:p>
                  </a:txBody>
                  <a:tcPr marL="76200" marR="76200" marT="57150" marB="57150">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r>
              <a:tr h="714375">
                <a:tc>
                  <a:txBody>
                    <a:bodyPr/>
                    <a:lstStyle/>
                    <a:p>
                      <a:r>
                        <a:rPr sz="900" b="1">
                          <a:solidFill>
                            <a:srgbClr val="C59A4A"/>
                          </a:solidFill>
                          <a:latin typeface="Segoe UI"/>
                          <a:ea typeface="Segoe UI"/>
                          <a:cs typeface="Segoe UI"/>
                        </a:rPr>
                        <a:t>Candidate chưa publish</a:t>
                      </a:r>
                    </a:p>
                  </a:txBody>
                  <a:tcPr marL="76200" marR="76200" marT="57150" marB="57150">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a:ea typeface="Segoe UI"/>
                          <a:cs typeface="Segoe UI"/>
                        </a:rPr>
                        <a:t>Publish/recycle; health 200; single + multi-file + privacy synthetic smoke. Không dùng baseline cũ để claim UI mới.</a:t>
                      </a:r>
                    </a:p>
                  </a:txBody>
                  <a:tcPr marL="76200" marR="76200" marT="57150" marB="57150">
                    <a:lnR w="9525">
                      <a:solidFill>
                        <a:srgbClr val="31445C"/>
                      </a:solidFill>
                      <a:prstDash val="solid"/>
                    </a:lnR>
                    <a:lnB w="9525">
                      <a:solidFill>
                        <a:srgbClr val="31445C"/>
                      </a:solidFill>
                      <a:prstDash val="solid"/>
                    </a:lnB>
                    <a:solidFill>
                      <a:srgbClr val="112338"/>
                    </a:solidFill>
                  </a:tcPr>
                </a:tc>
              </a:tr>
              <a:tr h="714375">
                <a:tc>
                  <a:txBody>
                    <a:bodyPr/>
                    <a:lstStyle/>
                    <a:p>
                      <a:r>
                        <a:rPr sz="900" b="1">
                          <a:solidFill>
                            <a:srgbClr val="C59A4A"/>
                          </a:solidFill>
                          <a:latin typeface="Segoe UI"/>
                          <a:ea typeface="Segoe UI"/>
                          <a:cs typeface="Segoe UI"/>
                        </a:rPr>
                        <a:t>Privacy chỉ là triage</a:t>
                      </a:r>
                    </a:p>
                  </a:txBody>
                  <a:tcPr marL="76200" marR="76200" marT="57150" marB="57150">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a:ea typeface="Segoe UI"/>
                          <a:cs typeface="Segoe UI"/>
                        </a:rPr>
                        <a:t>Demo dùng dữ liệu tổng hợp hoặc đã ẩn danh. Production thêm pre-inference control, OIDC/RBAC, retention và legal review.</a:t>
                      </a:r>
                    </a:p>
                  </a:txBody>
                  <a:tcPr marL="76200" marR="76200" marT="57150" marB="57150">
                    <a:lnR w="9525">
                      <a:solidFill>
                        <a:srgbClr val="31445C"/>
                      </a:solidFill>
                      <a:prstDash val="solid"/>
                    </a:lnR>
                    <a:lnB w="9525">
                      <a:solidFill>
                        <a:srgbClr val="31445C"/>
                      </a:solidFill>
                      <a:prstDash val="solid"/>
                    </a:lnB>
                    <a:solidFill>
                      <a:srgbClr val="112338"/>
                    </a:solidFill>
                  </a:tcPr>
                </a:tc>
              </a:tr>
              <a:tr h="714375">
                <a:tc>
                  <a:txBody>
                    <a:bodyPr/>
                    <a:lstStyle/>
                    <a:p>
                      <a:r>
                        <a:rPr sz="900" b="1">
                          <a:solidFill>
                            <a:srgbClr val="C59A4A"/>
                          </a:solidFill>
                          <a:latin typeface="Segoe UI"/>
                          <a:ea typeface="Segoe UI"/>
                          <a:cs typeface="Segoe UI"/>
                        </a:rPr>
                        <a:t>Mailbox chưa nối</a:t>
                      </a:r>
                    </a:p>
                  </a:txBody>
                  <a:tcPr marL="76200" marR="76200" marT="57150" marB="57150">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a:ea typeface="Segoe UI"/>
                          <a:cs typeface="Segoe UI"/>
                        </a:rPr>
                        <a:t>Agent chỉ điều phối; connector giữ OAuth + cursor; cần idempotency, quarantine, backfill. Gate: duplicate và malicious-file tests pass.</a:t>
                      </a:r>
                    </a:p>
                  </a:txBody>
                  <a:tcPr marL="76200" marR="76200" marT="57150" marB="57150">
                    <a:lnR w="9525">
                      <a:solidFill>
                        <a:srgbClr val="31445C"/>
                      </a:solidFill>
                      <a:prstDash val="solid"/>
                    </a:lnR>
                    <a:lnB w="9525">
                      <a:solidFill>
                        <a:srgbClr val="31445C"/>
                      </a:solidFill>
                      <a:prstDash val="solid"/>
                    </a:lnB>
                    <a:solidFill>
                      <a:srgbClr val="112338"/>
                    </a:solidFill>
                  </a:tcPr>
                </a:tc>
              </a:tr>
              <a:tr h="714375">
                <a:tc>
                  <a:txBody>
                    <a:bodyPr/>
                    <a:lstStyle/>
                    <a:p>
                      <a:r>
                        <a:rPr sz="900" b="1">
                          <a:solidFill>
                            <a:srgbClr val="C59A4A"/>
                          </a:solidFill>
                          <a:latin typeface="Segoe UI"/>
                          <a:ea typeface="Segoe UI"/>
                          <a:cs typeface="Segoe UI"/>
                        </a:rPr>
                        <a:t>Limiter / lock một process</a:t>
                      </a:r>
                    </a:p>
                  </a:txBody>
                  <a:tcPr marL="76200" marR="76200" marT="57150" marB="57150">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a:ea typeface="Segoe UI"/>
                          <a:cs typeface="Segoe UI"/>
                        </a:rPr>
                        <a:t>Đưa limiter, cooldown, circuit và Verify lock ra storage phân tán. Gate: capacity test multi-instance.</a:t>
                      </a:r>
                    </a:p>
                  </a:txBody>
                  <a:tcPr marL="76200" marR="76200" marT="57150" marB="57150">
                    <a:lnR w="9525">
                      <a:solidFill>
                        <a:srgbClr val="31445C"/>
                      </a:solidFill>
                      <a:prstDash val="solid"/>
                    </a:lnR>
                    <a:lnB w="9525">
                      <a:solidFill>
                        <a:srgbClr val="31445C"/>
                      </a:solidFill>
                      <a:prstDash val="solid"/>
                    </a:lnB>
                    <a:solidFill>
                      <a:srgbClr val="112338"/>
                    </a:solidFill>
                  </a:tcPr>
                </a:tc>
              </a:tr>
              <a:tr h="714375">
                <a:tc>
                  <a:txBody>
                    <a:bodyPr/>
                    <a:lstStyle/>
                    <a:p>
                      <a:r>
                        <a:rPr sz="900" b="1">
                          <a:solidFill>
                            <a:srgbClr val="C59A4A"/>
                          </a:solidFill>
                          <a:latin typeface="Segoe UI"/>
                          <a:ea typeface="Segoe UI"/>
                          <a:cs typeface="Segoe UI"/>
                        </a:rPr>
                        <a:t>ZDR / local VLM chưa chốt</a:t>
                      </a:r>
                    </a:p>
                  </a:txBody>
                  <a:tcPr marL="76200" marR="76200" marT="57150" marB="57150">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a:ea typeface="Segoe UI"/>
                          <a:cs typeface="Segoe UI"/>
                        </a:rPr>
                        <a:t>Probe route trước strict ZDR; benchmark local về quality, latency và capacity trước luồng nhạy cảm.</a:t>
                      </a:r>
                    </a:p>
                  </a:txBody>
                  <a:tcPr marL="76200" marR="76200" marT="57150" marB="57150">
                    <a:lnR w="9525">
                      <a:solidFill>
                        <a:srgbClr val="31445C"/>
                      </a:solidFill>
                      <a:prstDash val="solid"/>
                    </a:lnR>
                    <a:lnB w="9525">
                      <a:solidFill>
                        <a:srgbClr val="31445C"/>
                      </a:solidFill>
                      <a:prstDash val="solid"/>
                    </a:lnB>
                    <a:solidFill>
                      <a:srgbClr val="112338"/>
                    </a:solidFill>
                  </a:tcPr>
                </a:tc>
              </a:tr>
            </a:tbl>
          </a:graphicData>
        </a:graphic>
      </p:graphicFrame>
      <p:sp>
        <p:nvSpPr>
          <p:cNvPr id="7" name="S5_PrincipleBand">
            <a:extLst xmlns:a="http://schemas.openxmlformats.org/drawingml/2006/main">
              <a:ext uri="{FF2B5EF4-FFF2-40B4-BE49-F238E27FC236}">
                <a16:creationId xmlns:a16="http://schemas.microsoft.com/office/drawing/2014/main" id="{10EB2F53-E75E-4844-9238-5BB300CD8FA6}"/>
              </a:ext>
            </a:extLst>
          </p:cNvPr>
          <p:cNvSpPr>
            <a:spLocks xmlns:a="http://schemas.openxmlformats.org/drawingml/2006/main" noGrp="1"/>
          </p:cNvSpPr>
          <p:nvPr/>
        </p:nvSpPr>
        <p:spPr>
          <a:xfrm xmlns:a="http://schemas.openxmlformats.org/drawingml/2006/main">
            <a:off x="552450" y="5810250"/>
            <a:ext cx="11087100" cy="419100"/>
          </a:xfrm>
          <a:prstGeom xmlns:a="http://schemas.openxmlformats.org/drawingml/2006/main" prst="roundRect">
            <a:avLst>
              <a:gd name="adj" fmla="val 13636"/>
            </a:avLst>
          </a:prstGeom>
          <a:solidFill xmlns:a="http://schemas.openxmlformats.org/drawingml/2006/main">
            <a:srgbClr val="162A42"/>
          </a:solidFill>
          <a:ln xmlns:a="http://schemas.openxmlformats.org/drawingml/2006/main" w="9525">
            <a:solidFill>
              <a:srgbClr val="31445C"/>
            </a:solidFill>
            <a:prstDash val="solid"/>
          </a:ln>
        </p:spPr>
      </p:sp>
      <p:sp>
        <p:nvSpPr>
          <p:cNvPr id="8" name="S5_PrincipleText">
            <a:extLst xmlns:a="http://schemas.openxmlformats.org/drawingml/2006/main">
              <a:ext uri="{FF2B5EF4-FFF2-40B4-BE49-F238E27FC236}">
                <a16:creationId xmlns:a16="http://schemas.microsoft.com/office/drawing/2014/main" id="{8196BA33-2C02-42B0-B18F-8986F67B88DD}"/>
              </a:ext>
            </a:extLst>
          </p:cNvPr>
          <p:cNvSpPr>
            <a:spLocks xmlns:a="http://schemas.openxmlformats.org/drawingml/2006/main" noGrp="1"/>
          </p:cNvSpPr>
          <p:nvPr/>
        </p:nvSpPr>
        <p:spPr>
          <a:xfrm xmlns:a="http://schemas.openxmlformats.org/drawingml/2006/main">
            <a:off x="704850" y="592455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975" b="1">
                <a:solidFill>
                  <a:srgbClr val="F4F7FB"/>
                </a:solidFill>
                <a:latin typeface="Segoe UI"/>
                <a:ea typeface="Segoe UI"/>
                <a:cs typeface="Segoe UI"/>
              </a:defRPr>
            </a:defPPr>
            <a:lvl1pPr algn="ctr">
              <a:defRPr sz="975" b="1">
                <a:solidFill>
                  <a:srgbClr val="F4F7FB"/>
                </a:solidFill>
                <a:latin typeface="Segoe UI"/>
                <a:ea typeface="Segoe UI"/>
                <a:cs typeface="Segoe UI"/>
              </a:defRPr>
            </a:lvl1pPr>
            <a:lvl2pPr algn="ctr">
              <a:defRPr sz="975" b="1">
                <a:solidFill>
                  <a:srgbClr val="F4F7FB"/>
                </a:solidFill>
                <a:latin typeface="Segoe UI"/>
                <a:ea typeface="Segoe UI"/>
                <a:cs typeface="Segoe UI"/>
              </a:defRPr>
            </a:lvl2pPr>
            <a:lvl3pPr algn="ctr">
              <a:defRPr sz="975" b="1">
                <a:solidFill>
                  <a:srgbClr val="F4F7FB"/>
                </a:solidFill>
                <a:latin typeface="Segoe UI"/>
                <a:ea typeface="Segoe UI"/>
                <a:cs typeface="Segoe UI"/>
              </a:defRPr>
            </a:lvl3pPr>
            <a:lvl4pPr algn="ctr">
              <a:defRPr sz="975" b="1">
                <a:solidFill>
                  <a:srgbClr val="F4F7FB"/>
                </a:solidFill>
                <a:latin typeface="Segoe UI"/>
                <a:ea typeface="Segoe UI"/>
                <a:cs typeface="Segoe UI"/>
              </a:defRPr>
            </a:lvl4pPr>
            <a:lvl5pPr algn="ctr">
              <a:defRPr sz="975" b="1">
                <a:solidFill>
                  <a:srgbClr val="F4F7FB"/>
                </a:solidFill>
                <a:latin typeface="Segoe UI"/>
                <a:ea typeface="Segoe UI"/>
                <a:cs typeface="Segoe UI"/>
              </a:defRPr>
            </a:lvl5pPr>
            <a:lvl6pPr algn="ctr">
              <a:defRPr sz="975" b="1">
                <a:solidFill>
                  <a:srgbClr val="F4F7FB"/>
                </a:solidFill>
                <a:latin typeface="Segoe UI"/>
                <a:ea typeface="Segoe UI"/>
                <a:cs typeface="Segoe UI"/>
              </a:defRPr>
            </a:lvl6pPr>
            <a:lvl7pPr algn="ctr">
              <a:defRPr sz="975" b="1">
                <a:solidFill>
                  <a:srgbClr val="F4F7FB"/>
                </a:solidFill>
                <a:latin typeface="Segoe UI"/>
                <a:ea typeface="Segoe UI"/>
                <a:cs typeface="Segoe UI"/>
              </a:defRPr>
            </a:lvl7pPr>
            <a:lvl8pPr algn="ctr">
              <a:defRPr sz="975" b="1">
                <a:solidFill>
                  <a:srgbClr val="F4F7FB"/>
                </a:solidFill>
                <a:latin typeface="Segoe UI"/>
                <a:ea typeface="Segoe UI"/>
                <a:cs typeface="Segoe UI"/>
              </a:defRPr>
            </a:lvl8pPr>
            <a:lvl9pPr algn="ctr">
              <a:defRPr sz="975" b="1">
                <a:solidFill>
                  <a:srgbClr val="F4F7FB"/>
                </a:solidFill>
                <a:latin typeface="Segoe UI"/>
                <a:ea typeface="Segoe UI"/>
                <a:cs typeface="Segoe UI"/>
              </a:defRPr>
            </a:lvl9pPr>
          </a:lstStyle>
          <a:p xmlns:a="http://schemas.openxmlformats.org/drawingml/2006/main">
            <a:pPr algn="ctr">
              <a:defRPr sz="975" b="1">
                <a:solidFill>
                  <a:srgbClr val="F4F7FB"/>
                </a:solidFill>
                <a:latin typeface="Segoe UI"/>
                <a:ea typeface="Segoe UI"/>
                <a:cs typeface="Segoe UI"/>
              </a:defRPr>
            </a:pPr>
            <a:r>
              <a:rPr sz="975" b="1">
                <a:solidFill>
                  <a:srgbClr val="F4F7FB"/>
                </a:solidFill>
                <a:latin typeface="Segoe UI"/>
                <a:ea typeface="Segoe UI"/>
                <a:cs typeface="Segoe UI"/>
              </a:rPr>
              <a:t>ĐÃ LÀM: multi-file • AI amount • privacy triage • dashboard + CSV | CHƯA CLAIM LIVE: publish + smoke</a:t>
            </a:r>
          </a:p>
        </p:txBody>
      </p:sp>
    </p:spTree>
    <p:extLst>
      <p:ext uri="{BB962C8B-B14F-4D97-AF65-F5344CB8AC3E}">
        <p14:creationId xmlns:p14="http://schemas.microsoft.com/office/powerpoint/2010/main" val="250379316"/>
      </p:ext>
    </p:extLst>
  </p:cSld>
</p:sld>
</file>

<file path=ppt/theme/theme1.xml><?xml version="1.0" encoding="utf-8"?>
<a:theme xmlns:a="http://schemas.openxmlformats.org/drawingml/2006/main" name="ChatGPT">
  <a:themeElements>
    <a:clrScheme name="AURA restrained navy">
      <a:dk1>
        <a:srgbClr val="091522"/>
      </a:dk1>
      <a:lt1>
        <a:srgbClr val="F4F7FB"/>
      </a:lt1>
      <a:dk2>
        <a:srgbClr val="162A42"/>
      </a:dk2>
      <a:lt2>
        <a:srgbClr val="A6B3C4"/>
      </a:lt2>
      <a:accent1>
        <a:srgbClr val="5F8FD8"/>
      </a:accent1>
      <a:accent2>
        <a:srgbClr val="45A9BE"/>
      </a:accent2>
      <a:accent3>
        <a:srgbClr val="C59A4A"/>
      </a:accent3>
      <a:accent4>
        <a:srgbClr val="4FAF91"/>
      </a:accent4>
      <a:accent5>
        <a:srgbClr val="162A42"/>
      </a:accent5>
      <a:accent6>
        <a:srgbClr val="31445C"/>
      </a:accent6>
      <a:hlink>
        <a:srgbClr val="5F8FD8"/>
      </a:hlink>
      <a:folHlink>
        <a:srgbClr val="45A9BE"/>
      </a:folHlink>
    </a:clrScheme>
    <a:fontScheme name="">
      <a:majorFont>
        <a:latin typeface="Segoe UI"/>
        <a:ea typeface=""/>
        <a:cs typeface=""/>
      </a:majorFont>
      <a:minorFont>
        <a:latin typeface="Segoe UI"/>
        <a:ea typeface=""/>
        <a:cs typeface=""/>
      </a:minorFont>
    </a:fontScheme>
    <a:fmtScheme name="AURA restrained nav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2026-10-17T04:45:32.4690000Z</dcterms:created>
  <dcterms:modified xsi:type="dcterms:W3CDTF">2026-10-17T04:45:32.4690000Z</dcterms:modified>
</coreProperties>
</file>