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aa039626d72457e" /><Relationship Type="http://schemas.openxmlformats.org/officeDocument/2006/relationships/extended-properties" Target="/docProps/app.xml" Id="Rab65b9e23a014a8e" /><Relationship Type="http://schemas.openxmlformats.org/officeDocument/2006/relationships/officeDocument" Target="/ppt/presentation.xml" Id="Rdfe7ac1002f44aca" /></Relationships>
</file>

<file path=ppt/presentation.xml><?xml version="1.0" encoding="utf-8"?>
<p:presentation xmlns:p="http://schemas.openxmlformats.org/presentationml/2006/main">
  <p:sldMasterIdLst>
    <p:sldMasterId xmlns:r="http://schemas.openxmlformats.org/officeDocument/2006/relationships" id="2147483648" r:id="Rf4bee6c651c54ea4"/>
  </p:sldMasterIdLst>
  <p:notesMasterIdLst>
    <p:notesMasterId xmlns:r="http://schemas.openxmlformats.org/officeDocument/2006/relationships" r:id="R83dfab75c5ee4795"/>
  </p:notesMasterIdLst>
  <p:sldIdLst>
    <p:sldId xmlns:r="http://schemas.openxmlformats.org/officeDocument/2006/relationships" id="256" r:id="Rf8bcda31cd3545ac"/>
    <p:sldId xmlns:r="http://schemas.openxmlformats.org/officeDocument/2006/relationships" id="257" r:id="R117c79452d464246"/>
    <p:sldId xmlns:r="http://schemas.openxmlformats.org/officeDocument/2006/relationships" id="258" r:id="Rf8f6d0ad5c234331"/>
    <p:sldId xmlns:r="http://schemas.openxmlformats.org/officeDocument/2006/relationships" id="259" r:id="R8f73ce5ee2be4797"/>
    <p:sldId xmlns:r="http://schemas.openxmlformats.org/officeDocument/2006/relationships" id="260" r:id="Rc1e1ed1ca40f4b2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64b918470f34db4" /><Relationship Type="http://schemas.openxmlformats.org/officeDocument/2006/relationships/slideMaster" Target="/ppt/slideMasters/slideMaster1.xml" Id="Rf4bee6c651c54ea4" /><Relationship Type="http://schemas.openxmlformats.org/officeDocument/2006/relationships/notesMaster" Target="/ppt/notesMasters/notesMaster1.xml" Id="R83dfab75c5ee4795" /><Relationship Type="http://schemas.openxmlformats.org/officeDocument/2006/relationships/presProps" Target="/ppt/presProps.xml" Id="Rd075306b0ed84da0" /><Relationship Type="http://schemas.openxmlformats.org/officeDocument/2006/relationships/tableStyles" Target="/ppt/tableStyles.xml" Id="R02e369ce0e0b4207" /><Relationship Type="http://schemas.openxmlformats.org/officeDocument/2006/relationships/slide" Target="/ppt/slides/slide1.xml" Id="Rf8bcda31cd3545ac" /><Relationship Type="http://schemas.openxmlformats.org/officeDocument/2006/relationships/slide" Target="/ppt/slides/slide2.xml" Id="R117c79452d464246" /><Relationship Type="http://schemas.openxmlformats.org/officeDocument/2006/relationships/slide" Target="/ppt/slides/slide3.xml" Id="Rf8f6d0ad5c234331" /><Relationship Type="http://schemas.openxmlformats.org/officeDocument/2006/relationships/slide" Target="/ppt/slides/slide4.xml" Id="R8f73ce5ee2be4797" /><Relationship Type="http://schemas.openxmlformats.org/officeDocument/2006/relationships/slide" Target="/ppt/slides/slide5.xml" Id="Rc1e1ed1ca40f4b2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2a482073e874ec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820c939ed1c41dd" /><Relationship Type="http://schemas.openxmlformats.org/officeDocument/2006/relationships/notesMaster" Target="/ppt/notesMasters/notesMaster1.xml" Id="Raa26b76762cc45ab" /></Relationships>
</file>

<file path=ppt/notesSlides/_rels/notesSlide2.xml.rels>&#65279;<?xml version="1.0" encoding="utf-8"?><Relationships xmlns="http://schemas.openxmlformats.org/package/2006/relationships"><Relationship Type="http://schemas.openxmlformats.org/officeDocument/2006/relationships/slide" Target="/ppt/slides/slide2.xml" Id="Rf9247d62cfde4bcb" /><Relationship Type="http://schemas.openxmlformats.org/officeDocument/2006/relationships/notesMaster" Target="/ppt/notesMasters/notesMaster1.xml" Id="R2250cc41d6cf46e8" /></Relationships>
</file>

<file path=ppt/notesSlides/_rels/notesSlide3.xml.rels>&#65279;<?xml version="1.0" encoding="utf-8"?><Relationships xmlns="http://schemas.openxmlformats.org/package/2006/relationships"><Relationship Type="http://schemas.openxmlformats.org/officeDocument/2006/relationships/slide" Target="/ppt/slides/slide3.xml" Id="Ra75618d317264d74" /><Relationship Type="http://schemas.openxmlformats.org/officeDocument/2006/relationships/notesMaster" Target="/ppt/notesMasters/notesMaster1.xml" Id="R3c5f58d653414231" /></Relationships>
</file>

<file path=ppt/notesSlides/_rels/notesSlide4.xml.rels>&#65279;<?xml version="1.0" encoding="utf-8"?><Relationships xmlns="http://schemas.openxmlformats.org/package/2006/relationships"><Relationship Type="http://schemas.openxmlformats.org/officeDocument/2006/relationships/slide" Target="/ppt/slides/slide4.xml" Id="R601c0258abe94cbe" /><Relationship Type="http://schemas.openxmlformats.org/officeDocument/2006/relationships/notesMaster" Target="/ppt/notesMasters/notesMaster1.xml" Id="R1f82f0aa14824542" /></Relationships>
</file>

<file path=ppt/notesSlides/_rels/notesSlide5.xml.rels>&#65279;<?xml version="1.0" encoding="utf-8"?><Relationships xmlns="http://schemas.openxmlformats.org/package/2006/relationships"><Relationship Type="http://schemas.openxmlformats.org/officeDocument/2006/relationships/slide" Target="/ppt/slides/slide5.xml" Id="Rfffd29b030324a9d" /><Relationship Type="http://schemas.openxmlformats.org/officeDocument/2006/relationships/notesMaster" Target="/ppt/notesMasters/notesMaster1.xml" Id="Rbabba8b7f49a480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Hiện trạng và nguyên tắc thiết kế của AURA; không dùng số liệu hiệu quả chưa đo.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Pipeline chi tiết đã đối chiếu với submission/AURA_WORKFLOW_SPEC.md. Polling chỉ cập nhật UI; SQL queue và worker mới xử lý nền. AI chỉ tạo facts, PolicyDecisionEngine C# mới chọn route.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hiện hành 15/10/2026: 163/163 test offline và Release build sạch. Prospective mini-holdout 10 hóa đơn mới đạt 8/10 quyết định đúng, 0 missed, 2 over fail-safe, 0 system/provider/429 error và 28/30 field trọng yếu; mẫu nhỏ, không phải production accuracy. Verify live đạt 5/5 trong 65.004 giây. Regression 12 ảnh byte gốc đạt 10/12 và lượt tuần tự 11/12 chỉ là stability evidence trên dữ liệu đã biết. Khung U_AURA là vector phương pháp đo, không phải điểm ROI. Feedback 3 người dùng chưa nhận nên Delta T và Delta H vẫn để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Repository và hướng dẫn chạy localhost: https://github.com/BondPhuPhamzZ/AURA. Primary hiện tại: OpenRouter qwen/qwen3.8-flash, reasoning none, route Alibaba. Fallback Ollama mặc định tắt. Thay model có thể đổi facts nhưng không tự đổi business policy; mọi provider phải qua cùng contract, semantic gate và PolicyDecisionEngine.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kỹ thuật trong repo: ReceiptProcessingWorker.cs, ReceiptProcessingQueue.cs, VisionInvocationCoordinator.cs, ReceiptExtractionContract.cs, ReceiptSemanticValidator.cs, PolicyDecisionEngine.cs, docs/CURRENT_PROJECT_STATUS.md và docs/EVALUATION_EVIDENCE.md. Fallback opt-in và mặc định tắt. Burst 5 upload hoàn tất 5/5; E2E P95 93.684 giây là queue integrity trên một process, không phải production SLA. Verify giữ lock theo process để tránh nhân batch fixture. Ba phiên người dùng thật và distributed limiter/lock vẫn là gate mở. Evidence localization chỉ là prototype cô lập, chưa nằm trong production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0c0f19ed5a4497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751952f659645b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4635e0903994b4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05e36a50dcd4aa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a7c063dfa4247f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41c87993f4d477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7582A57-9B4C-4AA2-9978-A4C8016F8A0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2E59E3F-E720-448A-8F47-FDBF4146BF5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349D204-C709-4D3F-8E6C-1890C2018D7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D77BEE5-E33F-430D-B275-FCF9F67E958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99B236C-5340-4E52-B8B4-AEEF6179D24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6F48C49-FF41-4D5F-B035-8A551FC955D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C7A8502-4658-4623-B967-E2AF1974378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2FB8BDD-075C-4EB9-8024-089F89FA324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B412F79-5206-4B07-BA50-23153E9040A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CAC2498-BA07-49C1-BDE4-CEFFB50B4C2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be3b0f4c35e4bf8" /><Relationship Type="http://schemas.openxmlformats.org/officeDocument/2006/relationships/slideLayout" Target="/ppt/slideLayouts/slideLayout1.xml" Id="Re852f949a96a44ec" /><Relationship Type="http://schemas.openxmlformats.org/officeDocument/2006/relationships/slideLayout" Target="/ppt/slideLayouts/slideLayout2.xml" Id="R77ce2707fd3a49eb" /><Relationship Type="http://schemas.openxmlformats.org/officeDocument/2006/relationships/slideLayout" Target="/ppt/slideLayouts/slideLayout3.xml" Id="Rf108c1a8edf2410a" /><Relationship Type="http://schemas.openxmlformats.org/officeDocument/2006/relationships/slideLayout" Target="/ppt/slideLayouts/slideLayout4.xml" Id="R2e5f8aa508f948cb" /><Relationship Type="http://schemas.openxmlformats.org/officeDocument/2006/relationships/slideLayout" Target="/ppt/slideLayouts/slideLayout5.xml" Id="R0a4b0a6dcdf240ed" /><Relationship Type="http://schemas.openxmlformats.org/officeDocument/2006/relationships/slideLayout" Target="/ppt/slideLayouts/slideLayout6.xml" Id="R2fb7596a70674d5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852f949a96a44ec"/>
    <p:sldLayoutId xmlns:r="http://schemas.openxmlformats.org/officeDocument/2006/relationships" id="2147483650" r:id="R77ce2707fd3a49eb"/>
    <p:sldLayoutId xmlns:r="http://schemas.openxmlformats.org/officeDocument/2006/relationships" id="2147483651" r:id="Rf108c1a8edf2410a"/>
    <p:sldLayoutId xmlns:r="http://schemas.openxmlformats.org/officeDocument/2006/relationships" id="2147483652" r:id="R2e5f8aa508f948cb"/>
    <p:sldLayoutId xmlns:r="http://schemas.openxmlformats.org/officeDocument/2006/relationships" id="2147483653" r:id="R0a4b0a6dcdf240ed"/>
    <p:sldLayoutId xmlns:r="http://schemas.openxmlformats.org/officeDocument/2006/relationships" id="2147483654" r:id="R2fb7596a70674d5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561f98938234c5a" /><Relationship Type="http://schemas.openxmlformats.org/officeDocument/2006/relationships/notesSlide" Target="/ppt/notesSlides/notesSlide1.xml" Id="R8b466b95ea484c4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333a96aa7124ab6" /><Relationship Type="http://schemas.openxmlformats.org/officeDocument/2006/relationships/notesSlide" Target="/ppt/notesSlides/notesSlide2.xml" Id="R069a9643bbeb449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6dce9205de48fd" /><Relationship Type="http://schemas.openxmlformats.org/officeDocument/2006/relationships/notesSlide" Target="/ppt/notesSlides/notesSlide3.xml" Id="R856368617c864bd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6eed58abf5a4586" /><Relationship Type="http://schemas.openxmlformats.org/officeDocument/2006/relationships/notesSlide" Target="/ppt/notesSlides/notesSlide4.xml" Id="R36c30694ec3349a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284bb06623b4a2f" /><Relationship Type="http://schemas.openxmlformats.org/officeDocument/2006/relationships/notesSlide" Target="/ppt/notesSlides/notesSlide5.xml" Id="R457df3f9ec90406b" /></Relationships>
</file>

<file path=ppt/slides/slide1.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70630EE-9117-4F2C-8890-F6B7428C8C0A}"/>
              </a:ext>
            </a:extLst>
          </p:cNvPr>
          <p:cNvSpPr>
            <a:spLocks xmlns:a="http://schemas.openxmlformats.org/drawingml/2006/main" noGrp="1"/>
          </p:cNvSpPr>
          <p:nvPr/>
        </p:nvSpPr>
        <p:spPr>
          <a:xfrm xmlns:a="http://schemas.openxmlformats.org/drawingml/2006/main">
            <a:off x="7324725" y="2057400"/>
            <a:ext cx="171450" cy="26670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19" name="">
            <a:extLst xmlns:a="http://schemas.openxmlformats.org/drawingml/2006/main">
              <a:ext uri="{FF2B5EF4-FFF2-40B4-BE49-F238E27FC236}">
                <a16:creationId xmlns:a16="http://schemas.microsoft.com/office/drawing/2014/main" id="{0CCAB2FF-5139-4398-A640-20F7F594D832}"/>
              </a:ext>
            </a:extLst>
          </p:cNvPr>
          <p:cNvSpPr>
            <a:spLocks xmlns:a="http://schemas.openxmlformats.org/drawingml/2006/main" noGrp="1"/>
          </p:cNvSpPr>
          <p:nvPr/>
        </p:nvSpPr>
        <p:spPr>
          <a:xfrm xmlns:a="http://schemas.openxmlformats.org/drawingml/2006/main">
            <a:off x="5572125" y="2057400"/>
            <a:ext cx="171450" cy="26670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14" name="">
            <a:extLst xmlns:a="http://schemas.openxmlformats.org/drawingml/2006/main">
              <a:ext uri="{FF2B5EF4-FFF2-40B4-BE49-F238E27FC236}">
                <a16:creationId xmlns:a16="http://schemas.microsoft.com/office/drawing/2014/main" id="{D1F84F39-E425-4AF9-A891-C680AB7EA7C7}"/>
              </a:ext>
            </a:extLst>
          </p:cNvPr>
          <p:cNvSpPr>
            <a:spLocks xmlns:a="http://schemas.openxmlformats.org/drawingml/2006/main" noGrp="1"/>
          </p:cNvSpPr>
          <p:nvPr/>
        </p:nvSpPr>
        <p:spPr>
          <a:xfrm xmlns:a="http://schemas.openxmlformats.org/drawingml/2006/main">
            <a:off x="3819525" y="2057400"/>
            <a:ext cx="171450" cy="26670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9" name="">
            <a:extLst xmlns:a="http://schemas.openxmlformats.org/drawingml/2006/main">
              <a:ext uri="{FF2B5EF4-FFF2-40B4-BE49-F238E27FC236}">
                <a16:creationId xmlns:a16="http://schemas.microsoft.com/office/drawing/2014/main" id="{975FA3CB-B400-46A3-9528-8C09E9A3CA61}"/>
              </a:ext>
            </a:extLst>
          </p:cNvPr>
          <p:cNvSpPr>
            <a:spLocks xmlns:a="http://schemas.openxmlformats.org/drawingml/2006/main" noGrp="1"/>
          </p:cNvSpPr>
          <p:nvPr/>
        </p:nvSpPr>
        <p:spPr>
          <a:xfrm xmlns:a="http://schemas.openxmlformats.org/drawingml/2006/main">
            <a:off x="2066925" y="2057400"/>
            <a:ext cx="171450" cy="26670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47" name="">
            <a:extLst xmlns:a="http://schemas.openxmlformats.org/drawingml/2006/main">
              <a:ext uri="{FF2B5EF4-FFF2-40B4-BE49-F238E27FC236}">
                <a16:creationId xmlns:a16="http://schemas.microsoft.com/office/drawing/2014/main" id="{AEE8E877-F7F5-4EC3-8725-37705D669C06}"/>
              </a:ext>
            </a:extLst>
          </p:cNvPr>
          <p:cNvSpPr>
            <a:spLocks xmlns:a="http://schemas.openxmlformats.org/drawingml/2006/main" noGrp="1"/>
          </p:cNvSpPr>
          <p:nvPr/>
        </p:nvSpPr>
        <p:spPr>
          <a:xfrm xmlns:a="http://schemas.openxmlformats.org/drawingml/2006/main">
            <a:off x="476250" y="361950"/>
            <a:ext cx="64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350" b="1">
                <a:solidFill>
                  <a:srgbClr val="45A9BE"/>
                </a:solidFill>
                <a:latin typeface="Arial"/>
                <a:ea typeface="Arial"/>
                <a:cs typeface="Arial"/>
              </a:defRPr>
            </a:defPPr>
          </a:lstStyle>
          <a:p xmlns:a="http://schemas.openxmlformats.org/drawingml/2006/main">
            <a:pPr algn="l">
              <a:defRPr sz="1350" b="1">
                <a:solidFill>
                  <a:srgbClr val="45A9BE"/>
                </a:solidFill>
                <a:latin typeface="Arial"/>
                <a:ea typeface="Arial"/>
                <a:cs typeface="Arial"/>
              </a:defRPr>
            </a:pPr>
            <a:r>
              <a:rPr sz="1350" b="1">
                <a:solidFill>
                  <a:srgbClr val="45A9BE"/>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511F20B0-404C-406C-BE3D-81E9936268AF}"/>
              </a:ext>
            </a:extLst>
          </p:cNvPr>
          <p:cNvSpPr>
            <a:spLocks xmlns:a="http://schemas.openxmlformats.org/drawingml/2006/main" noGrp="1"/>
          </p:cNvSpPr>
          <p:nvPr/>
        </p:nvSpPr>
        <p:spPr>
          <a:xfrm xmlns:a="http://schemas.openxmlformats.org/drawingml/2006/main">
            <a:off x="1066800" y="285750"/>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2550" b="1">
                <a:solidFill>
                  <a:srgbClr val="F4F7FB"/>
                </a:solidFill>
                <a:latin typeface="Arial"/>
                <a:ea typeface="Arial"/>
                <a:cs typeface="Arial"/>
              </a:defRPr>
            </a:defPPr>
          </a:lstStyle>
          <a:p xmlns:a="http://schemas.openxmlformats.org/drawingml/2006/main">
            <a:pPr algn="l">
              <a:defRPr sz="2550" b="1">
                <a:solidFill>
                  <a:srgbClr val="F4F7FB"/>
                </a:solidFill>
                <a:latin typeface="Arial"/>
                <a:ea typeface="Arial"/>
                <a:cs typeface="Arial"/>
              </a:defRPr>
            </a:pPr>
            <a:r>
              <a:rPr sz="2550" b="1">
                <a:solidFill>
                  <a:srgbClr val="F4F7FB"/>
                </a:solidFill>
                <a:latin typeface="Arial"/>
                <a:ea typeface="Arial"/>
                <a:cs typeface="Arial"/>
              </a:rPr>
              <a:t>Hoàn ứng hôm nay: nhiều điểm chờ, ít bằng chứng</a:t>
            </a:r>
          </a:p>
        </p:txBody>
      </p:sp>
      <p:sp>
        <p:nvSpPr>
          <p:cNvPr id="3" name="">
            <a:extLst xmlns:a="http://schemas.openxmlformats.org/drawingml/2006/main">
              <a:ext uri="{FF2B5EF4-FFF2-40B4-BE49-F238E27FC236}">
                <a16:creationId xmlns:a16="http://schemas.microsoft.com/office/drawing/2014/main" id="{39CB44E6-247C-46D8-97D9-44BF73D57CA3}"/>
              </a:ext>
            </a:extLst>
          </p:cNvPr>
          <p:cNvSpPr>
            <a:spLocks xmlns:a="http://schemas.openxmlformats.org/drawingml/2006/main" noGrp="1"/>
          </p:cNvSpPr>
          <p:nvPr/>
        </p:nvSpPr>
        <p:spPr>
          <a:xfrm xmlns:a="http://schemas.openxmlformats.org/drawingml/2006/main">
            <a:off x="1066800" y="78105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0">
                <a:solidFill>
                  <a:srgbClr val="A6B3C4"/>
                </a:solidFill>
                <a:latin typeface="Arial"/>
                <a:ea typeface="Arial"/>
                <a:cs typeface="Arial"/>
              </a:defRPr>
            </a:defPPr>
          </a:lstStyle>
          <a:p xmlns:a="http://schemas.openxmlformats.org/drawingml/2006/main">
            <a:pPr algn="l">
              <a:defRPr sz="1275" b="0">
                <a:solidFill>
                  <a:srgbClr val="A6B3C4"/>
                </a:solidFill>
                <a:latin typeface="Arial"/>
                <a:ea typeface="Arial"/>
                <a:cs typeface="Arial"/>
              </a:defRPr>
            </a:pPr>
            <a:r>
              <a:rPr sz="1275" b="0">
                <a:solidFill>
                  <a:srgbClr val="A6B3C4"/>
                </a:solidFill>
                <a:latin typeface="Arial"/>
                <a:ea typeface="Arial"/>
                <a:cs typeface="Arial"/>
              </a:rPr>
              <a:t>AURA biến ngoại lệ thành câu hỏi có thể quyết định — không giao quyền duyệt cho AI.</a:t>
            </a:r>
          </a:p>
        </p:txBody>
      </p:sp>
      <p:sp>
        <p:nvSpPr>
          <p:cNvPr id="4" name="">
            <a:extLst xmlns:a="http://schemas.openxmlformats.org/drawingml/2006/main">
              <a:ext uri="{FF2B5EF4-FFF2-40B4-BE49-F238E27FC236}">
                <a16:creationId xmlns:a16="http://schemas.microsoft.com/office/drawing/2014/main" id="{090FD3A6-A44F-49C2-AE78-99C1D36198E0}"/>
              </a:ext>
            </a:extLst>
          </p:cNvPr>
          <p:cNvSpPr>
            <a:spLocks xmlns:a="http://schemas.openxmlformats.org/drawingml/2006/main" noGrp="1"/>
          </p:cNvSpPr>
          <p:nvPr/>
        </p:nvSpPr>
        <p:spPr>
          <a:xfrm xmlns:a="http://schemas.openxmlformats.org/drawingml/2006/main">
            <a:off x="514350" y="1162050"/>
            <a:ext cx="1114425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5" name="">
            <a:extLst xmlns:a="http://schemas.openxmlformats.org/drawingml/2006/main">
              <a:ext uri="{FF2B5EF4-FFF2-40B4-BE49-F238E27FC236}">
                <a16:creationId xmlns:a16="http://schemas.microsoft.com/office/drawing/2014/main" id="{C7FE541D-C05E-483B-9842-7758A2ED9BC9}"/>
              </a:ext>
            </a:extLst>
          </p:cNvPr>
          <p:cNvSpPr>
            <a:spLocks xmlns:a="http://schemas.openxmlformats.org/drawingml/2006/main" noGrp="1"/>
          </p:cNvSpPr>
          <p:nvPr/>
        </p:nvSpPr>
        <p:spPr>
          <a:xfrm xmlns:a="http://schemas.openxmlformats.org/drawingml/2006/main">
            <a:off x="523875" y="1695450"/>
            <a:ext cx="1504950" cy="1009650"/>
          </a:xfrm>
          <a:prstGeom xmlns:a="http://schemas.openxmlformats.org/drawingml/2006/main" prst="roundRect">
            <a:avLst>
              <a:gd name="adj" fmla="val 5660"/>
            </a:avLst>
          </a:prstGeom>
          <a:solidFill xmlns:a="http://schemas.openxmlformats.org/drawingml/2006/main">
            <a:srgbClr val="112338"/>
          </a:solidFill>
          <a:ln xmlns:a="http://schemas.openxmlformats.org/drawingml/2006/main" w="9525">
            <a:solidFill>
              <a:srgbClr val="31445C"/>
            </a:solidFill>
            <a:prstDash val="solid"/>
          </a:ln>
        </p:spPr>
      </p:sp>
      <p:sp>
        <p:nvSpPr>
          <p:cNvPr id="6" name="">
            <a:extLst xmlns:a="http://schemas.openxmlformats.org/drawingml/2006/main">
              <a:ext uri="{FF2B5EF4-FFF2-40B4-BE49-F238E27FC236}">
                <a16:creationId xmlns:a16="http://schemas.microsoft.com/office/drawing/2014/main" id="{EE630F6D-F184-4F3E-97A7-F75BE229AF2E}"/>
              </a:ext>
            </a:extLst>
          </p:cNvPr>
          <p:cNvSpPr>
            <a:spLocks xmlns:a="http://schemas.openxmlformats.org/drawingml/2006/main" noGrp="1"/>
          </p:cNvSpPr>
          <p:nvPr/>
        </p:nvSpPr>
        <p:spPr>
          <a:xfrm xmlns:a="http://schemas.openxmlformats.org/drawingml/2006/main">
            <a:off x="657225" y="1828800"/>
            <a:ext cx="400050" cy="285750"/>
          </a:xfrm>
          <a:prstGeom xmlns:a="http://schemas.openxmlformats.org/drawingml/2006/main" prst="roundRect">
            <a:avLst>
              <a:gd name="adj" fmla="val 50000"/>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5E294BCF-DA86-43DF-9732-71BEF1960CC8}"/>
              </a:ext>
            </a:extLst>
          </p:cNvPr>
          <p:cNvSpPr>
            <a:spLocks xmlns:a="http://schemas.openxmlformats.org/drawingml/2006/main" noGrp="1"/>
          </p:cNvSpPr>
          <p:nvPr/>
        </p:nvSpPr>
        <p:spPr>
          <a:xfrm xmlns:a="http://schemas.openxmlformats.org/drawingml/2006/main">
            <a:off x="666750" y="2190750"/>
            <a:ext cx="1219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1">
                <a:solidFill>
                  <a:srgbClr val="F4F7FB"/>
                </a:solidFill>
                <a:latin typeface="Arial"/>
                <a:ea typeface="Arial"/>
                <a:cs typeface="Arial"/>
              </a:defRPr>
            </a:defPPr>
          </a:lstStyle>
          <a:p xmlns:a="http://schemas.openxmlformats.org/drawingml/2006/main">
            <a:pPr algn="l">
              <a:defRPr sz="1275" b="1">
                <a:solidFill>
                  <a:srgbClr val="F4F7FB"/>
                </a:solidFill>
                <a:latin typeface="Arial"/>
                <a:ea typeface="Arial"/>
                <a:cs typeface="Arial"/>
              </a:defRPr>
            </a:pPr>
            <a:r>
              <a:rPr sz="1275" b="1">
                <a:solidFill>
                  <a:srgbClr val="F4F7FB"/>
                </a:solidFill>
                <a:latin typeface="Arial"/>
                <a:ea typeface="Arial"/>
                <a:cs typeface="Arial"/>
              </a:rPr>
              <a:t>Gửi hóa đơn</a:t>
            </a:r>
          </a:p>
        </p:txBody>
      </p:sp>
      <p:sp>
        <p:nvSpPr>
          <p:cNvPr id="8" name="">
            <a:extLst xmlns:a="http://schemas.openxmlformats.org/drawingml/2006/main">
              <a:ext uri="{FF2B5EF4-FFF2-40B4-BE49-F238E27FC236}">
                <a16:creationId xmlns:a16="http://schemas.microsoft.com/office/drawing/2014/main" id="{7A1451EE-FE52-4411-85AB-8853142C8988}"/>
              </a:ext>
            </a:extLst>
          </p:cNvPr>
          <p:cNvSpPr>
            <a:spLocks xmlns:a="http://schemas.openxmlformats.org/drawingml/2006/main" noGrp="1"/>
          </p:cNvSpPr>
          <p:nvPr/>
        </p:nvSpPr>
        <p:spPr>
          <a:xfrm xmlns:a="http://schemas.openxmlformats.org/drawingml/2006/main">
            <a:off x="666750" y="2447925"/>
            <a:ext cx="1219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900" b="0">
                <a:solidFill>
                  <a:srgbClr val="A6B3C4"/>
                </a:solidFill>
                <a:latin typeface="Arial"/>
                <a:ea typeface="Arial"/>
                <a:cs typeface="Arial"/>
              </a:defRPr>
            </a:defPPr>
          </a:lstStyle>
          <a:p xmlns:a="http://schemas.openxmlformats.org/drawingml/2006/main">
            <a:pPr algn="l">
              <a:defRPr sz="900" b="0">
                <a:solidFill>
                  <a:srgbClr val="A6B3C4"/>
                </a:solidFill>
                <a:latin typeface="Arial"/>
                <a:ea typeface="Arial"/>
                <a:cs typeface="Arial"/>
              </a:defRPr>
            </a:pPr>
            <a:r>
              <a:rPr sz="900" b="0">
                <a:solidFill>
                  <a:srgbClr val="A6B3C4"/>
                </a:solidFill>
                <a:latin typeface="Arial"/>
                <a:ea typeface="Arial"/>
                <a:cs typeface="Arial"/>
              </a:rPr>
              <a:t>Ảnh + số tiền</a:t>
            </a:r>
          </a:p>
        </p:txBody>
      </p:sp>
      <p:sp>
        <p:nvSpPr>
          <p:cNvPr id="10" name="">
            <a:extLst xmlns:a="http://schemas.openxmlformats.org/drawingml/2006/main">
              <a:ext uri="{FF2B5EF4-FFF2-40B4-BE49-F238E27FC236}">
                <a16:creationId xmlns:a16="http://schemas.microsoft.com/office/drawing/2014/main" id="{5EE5CB79-5EF6-4D8C-8A9B-C47D4AAFE1C5}"/>
              </a:ext>
            </a:extLst>
          </p:cNvPr>
          <p:cNvSpPr>
            <a:spLocks xmlns:a="http://schemas.openxmlformats.org/drawingml/2006/main" noGrp="1"/>
          </p:cNvSpPr>
          <p:nvPr/>
        </p:nvSpPr>
        <p:spPr>
          <a:xfrm xmlns:a="http://schemas.openxmlformats.org/drawingml/2006/main">
            <a:off x="2276475" y="1695450"/>
            <a:ext cx="1504950" cy="1009650"/>
          </a:xfrm>
          <a:prstGeom xmlns:a="http://schemas.openxmlformats.org/drawingml/2006/main" prst="roundRect">
            <a:avLst>
              <a:gd name="adj" fmla="val 5660"/>
            </a:avLst>
          </a:prstGeom>
          <a:solidFill xmlns:a="http://schemas.openxmlformats.org/drawingml/2006/main">
            <a:srgbClr val="112338"/>
          </a:solidFill>
          <a:ln xmlns:a="http://schemas.openxmlformats.org/drawingml/2006/main" w="9525">
            <a:solidFill>
              <a:srgbClr val="31445C"/>
            </a:solidFill>
            <a:prstDash val="solid"/>
          </a:ln>
        </p:spPr>
      </p:sp>
      <p:sp>
        <p:nvSpPr>
          <p:cNvPr id="11" name="">
            <a:extLst xmlns:a="http://schemas.openxmlformats.org/drawingml/2006/main">
              <a:ext uri="{FF2B5EF4-FFF2-40B4-BE49-F238E27FC236}">
                <a16:creationId xmlns:a16="http://schemas.microsoft.com/office/drawing/2014/main" id="{DC39C99D-AD05-433D-A7A5-4562CABB4C96}"/>
              </a:ext>
            </a:extLst>
          </p:cNvPr>
          <p:cNvSpPr>
            <a:spLocks xmlns:a="http://schemas.openxmlformats.org/drawingml/2006/main" noGrp="1"/>
          </p:cNvSpPr>
          <p:nvPr/>
        </p:nvSpPr>
        <p:spPr>
          <a:xfrm xmlns:a="http://schemas.openxmlformats.org/drawingml/2006/main">
            <a:off x="2409825" y="1828800"/>
            <a:ext cx="400050" cy="285750"/>
          </a:xfrm>
          <a:prstGeom xmlns:a="http://schemas.openxmlformats.org/drawingml/2006/main" prst="roundRect">
            <a:avLst>
              <a:gd name="adj" fmla="val 50000"/>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02</a:t>
            </a:r>
          </a:p>
        </p:txBody>
      </p:sp>
      <p:sp>
        <p:nvSpPr>
          <p:cNvPr id="12" name="">
            <a:extLst xmlns:a="http://schemas.openxmlformats.org/drawingml/2006/main">
              <a:ext uri="{FF2B5EF4-FFF2-40B4-BE49-F238E27FC236}">
                <a16:creationId xmlns:a16="http://schemas.microsoft.com/office/drawing/2014/main" id="{39EDB045-99B7-4784-8F54-B69E6271AAE9}"/>
              </a:ext>
            </a:extLst>
          </p:cNvPr>
          <p:cNvSpPr>
            <a:spLocks xmlns:a="http://schemas.openxmlformats.org/drawingml/2006/main" noGrp="1"/>
          </p:cNvSpPr>
          <p:nvPr/>
        </p:nvSpPr>
        <p:spPr>
          <a:xfrm xmlns:a="http://schemas.openxmlformats.org/drawingml/2006/main">
            <a:off x="2419350" y="2190750"/>
            <a:ext cx="1219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1">
                <a:solidFill>
                  <a:srgbClr val="F4F7FB"/>
                </a:solidFill>
                <a:latin typeface="Arial"/>
                <a:ea typeface="Arial"/>
                <a:cs typeface="Arial"/>
              </a:defRPr>
            </a:defPPr>
          </a:lstStyle>
          <a:p xmlns:a="http://schemas.openxmlformats.org/drawingml/2006/main">
            <a:pPr algn="l">
              <a:defRPr sz="1275" b="1">
                <a:solidFill>
                  <a:srgbClr val="F4F7FB"/>
                </a:solidFill>
                <a:latin typeface="Arial"/>
                <a:ea typeface="Arial"/>
                <a:cs typeface="Arial"/>
              </a:defRPr>
            </a:pPr>
            <a:r>
              <a:rPr sz="1275" b="1">
                <a:solidFill>
                  <a:srgbClr val="F4F7FB"/>
                </a:solidFill>
                <a:latin typeface="Arial"/>
                <a:ea typeface="Arial"/>
                <a:cs typeface="Arial"/>
              </a:rPr>
              <a:t>Đọc thủ công</a:t>
            </a:r>
          </a:p>
        </p:txBody>
      </p:sp>
      <p:sp>
        <p:nvSpPr>
          <p:cNvPr id="13" name="">
            <a:extLst xmlns:a="http://schemas.openxmlformats.org/drawingml/2006/main">
              <a:ext uri="{FF2B5EF4-FFF2-40B4-BE49-F238E27FC236}">
                <a16:creationId xmlns:a16="http://schemas.microsoft.com/office/drawing/2014/main" id="{D3BF344C-6FD8-4F4F-8630-E99E41FF8292}"/>
              </a:ext>
            </a:extLst>
          </p:cNvPr>
          <p:cNvSpPr>
            <a:spLocks xmlns:a="http://schemas.openxmlformats.org/drawingml/2006/main" noGrp="1"/>
          </p:cNvSpPr>
          <p:nvPr/>
        </p:nvSpPr>
        <p:spPr>
          <a:xfrm xmlns:a="http://schemas.openxmlformats.org/drawingml/2006/main">
            <a:off x="2419350" y="2447925"/>
            <a:ext cx="1219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900" b="0">
                <a:solidFill>
                  <a:srgbClr val="A6B3C4"/>
                </a:solidFill>
                <a:latin typeface="Arial"/>
                <a:ea typeface="Arial"/>
                <a:cs typeface="Arial"/>
              </a:defRPr>
            </a:defPPr>
          </a:lstStyle>
          <a:p xmlns:a="http://schemas.openxmlformats.org/drawingml/2006/main">
            <a:pPr algn="l">
              <a:defRPr sz="900" b="0">
                <a:solidFill>
                  <a:srgbClr val="A6B3C4"/>
                </a:solidFill>
                <a:latin typeface="Arial"/>
                <a:ea typeface="Arial"/>
                <a:cs typeface="Arial"/>
              </a:defRPr>
            </a:pPr>
            <a:r>
              <a:rPr sz="900" b="0">
                <a:solidFill>
                  <a:srgbClr val="A6B3C4"/>
                </a:solidFill>
                <a:latin typeface="Arial"/>
                <a:ea typeface="Arial"/>
                <a:cs typeface="Arial"/>
              </a:rPr>
              <a:t>Dễ sai định dạng</a:t>
            </a:r>
          </a:p>
        </p:txBody>
      </p:sp>
      <p:sp>
        <p:nvSpPr>
          <p:cNvPr id="15" name="">
            <a:extLst xmlns:a="http://schemas.openxmlformats.org/drawingml/2006/main">
              <a:ext uri="{FF2B5EF4-FFF2-40B4-BE49-F238E27FC236}">
                <a16:creationId xmlns:a16="http://schemas.microsoft.com/office/drawing/2014/main" id="{2F66C2F1-92E7-4E3B-A4DF-684A9CD3CF7B}"/>
              </a:ext>
            </a:extLst>
          </p:cNvPr>
          <p:cNvSpPr>
            <a:spLocks xmlns:a="http://schemas.openxmlformats.org/drawingml/2006/main" noGrp="1"/>
          </p:cNvSpPr>
          <p:nvPr/>
        </p:nvSpPr>
        <p:spPr>
          <a:xfrm xmlns:a="http://schemas.openxmlformats.org/drawingml/2006/main">
            <a:off x="4029075" y="1695450"/>
            <a:ext cx="1504950" cy="1009650"/>
          </a:xfrm>
          <a:prstGeom xmlns:a="http://schemas.openxmlformats.org/drawingml/2006/main" prst="roundRect">
            <a:avLst>
              <a:gd name="adj" fmla="val 5660"/>
            </a:avLst>
          </a:prstGeom>
          <a:solidFill xmlns:a="http://schemas.openxmlformats.org/drawingml/2006/main">
            <a:srgbClr val="112338"/>
          </a:solidFill>
          <a:ln xmlns:a="http://schemas.openxmlformats.org/drawingml/2006/main" w="9525">
            <a:solidFill>
              <a:srgbClr val="31445C"/>
            </a:solidFill>
            <a:prstDash val="solid"/>
          </a:ln>
        </p:spPr>
      </p:sp>
      <p:sp>
        <p:nvSpPr>
          <p:cNvPr id="16" name="">
            <a:extLst xmlns:a="http://schemas.openxmlformats.org/drawingml/2006/main">
              <a:ext uri="{FF2B5EF4-FFF2-40B4-BE49-F238E27FC236}">
                <a16:creationId xmlns:a16="http://schemas.microsoft.com/office/drawing/2014/main" id="{752E49E4-D3E0-4EC5-9945-8585530E400A}"/>
              </a:ext>
            </a:extLst>
          </p:cNvPr>
          <p:cNvSpPr>
            <a:spLocks xmlns:a="http://schemas.openxmlformats.org/drawingml/2006/main" noGrp="1"/>
          </p:cNvSpPr>
          <p:nvPr/>
        </p:nvSpPr>
        <p:spPr>
          <a:xfrm xmlns:a="http://schemas.openxmlformats.org/drawingml/2006/main">
            <a:off x="4162425" y="1828800"/>
            <a:ext cx="400050" cy="285750"/>
          </a:xfrm>
          <a:prstGeom xmlns:a="http://schemas.openxmlformats.org/drawingml/2006/main" prst="roundRect">
            <a:avLst>
              <a:gd name="adj" fmla="val 50000"/>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03</a:t>
            </a:r>
          </a:p>
        </p:txBody>
      </p:sp>
      <p:sp>
        <p:nvSpPr>
          <p:cNvPr id="17" name="">
            <a:extLst xmlns:a="http://schemas.openxmlformats.org/drawingml/2006/main">
              <a:ext uri="{FF2B5EF4-FFF2-40B4-BE49-F238E27FC236}">
                <a16:creationId xmlns:a16="http://schemas.microsoft.com/office/drawing/2014/main" id="{D77560A8-7B2D-4B31-BA5E-37FDED0B2CBD}"/>
              </a:ext>
            </a:extLst>
          </p:cNvPr>
          <p:cNvSpPr>
            <a:spLocks xmlns:a="http://schemas.openxmlformats.org/drawingml/2006/main" noGrp="1"/>
          </p:cNvSpPr>
          <p:nvPr/>
        </p:nvSpPr>
        <p:spPr>
          <a:xfrm xmlns:a="http://schemas.openxmlformats.org/drawingml/2006/main">
            <a:off x="4171950" y="2190750"/>
            <a:ext cx="1219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97809"/>
          </a:bodyPr>
          <a:lstStyle xmlns:a="http://schemas.openxmlformats.org/drawingml/2006/main">
            <a:defPPr algn="l">
              <a:defRPr sz="1275" b="1">
                <a:solidFill>
                  <a:srgbClr val="F4F7FB"/>
                </a:solidFill>
                <a:latin typeface="Arial"/>
                <a:ea typeface="Arial"/>
                <a:cs typeface="Arial"/>
              </a:defRPr>
            </a:defPPr>
          </a:lstStyle>
          <a:p xmlns:a="http://schemas.openxmlformats.org/drawingml/2006/main">
            <a:pPr algn="l">
              <a:defRPr sz="1275" b="1">
                <a:solidFill>
                  <a:srgbClr val="F4F7FB"/>
                </a:solidFill>
                <a:latin typeface="Arial"/>
                <a:ea typeface="Arial"/>
                <a:cs typeface="Arial"/>
              </a:defRPr>
            </a:pPr>
            <a:r>
              <a:rPr sz="1275" b="1">
                <a:solidFill>
                  <a:srgbClr val="F4F7FB"/>
                </a:solidFill>
                <a:latin typeface="Arial"/>
                <a:ea typeface="Arial"/>
                <a:cs typeface="Arial"/>
              </a:rPr>
              <a:t>Đối chiếu policy</a:t>
            </a:r>
          </a:p>
        </p:txBody>
      </p:sp>
      <p:sp>
        <p:nvSpPr>
          <p:cNvPr id="18" name="">
            <a:extLst xmlns:a="http://schemas.openxmlformats.org/drawingml/2006/main">
              <a:ext uri="{FF2B5EF4-FFF2-40B4-BE49-F238E27FC236}">
                <a16:creationId xmlns:a16="http://schemas.microsoft.com/office/drawing/2014/main" id="{C284669E-C866-47A2-BD47-8AC3B42ABA81}"/>
              </a:ext>
            </a:extLst>
          </p:cNvPr>
          <p:cNvSpPr>
            <a:spLocks xmlns:a="http://schemas.openxmlformats.org/drawingml/2006/main" noGrp="1"/>
          </p:cNvSpPr>
          <p:nvPr/>
        </p:nvSpPr>
        <p:spPr>
          <a:xfrm xmlns:a="http://schemas.openxmlformats.org/drawingml/2006/main">
            <a:off x="4171950" y="2447925"/>
            <a:ext cx="1219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900" b="0">
                <a:solidFill>
                  <a:srgbClr val="A6B3C4"/>
                </a:solidFill>
                <a:latin typeface="Arial"/>
                <a:ea typeface="Arial"/>
                <a:cs typeface="Arial"/>
              </a:defRPr>
            </a:defPPr>
          </a:lstStyle>
          <a:p xmlns:a="http://schemas.openxmlformats.org/drawingml/2006/main">
            <a:pPr algn="l">
              <a:defRPr sz="900" b="0">
                <a:solidFill>
                  <a:srgbClr val="A6B3C4"/>
                </a:solidFill>
                <a:latin typeface="Arial"/>
                <a:ea typeface="Arial"/>
                <a:cs typeface="Arial"/>
              </a:defRPr>
            </a:pPr>
            <a:r>
              <a:rPr sz="900" b="0">
                <a:solidFill>
                  <a:srgbClr val="A6B3C4"/>
                </a:solidFill>
                <a:latin typeface="Arial"/>
                <a:ea typeface="Arial"/>
                <a:cs typeface="Arial"/>
              </a:rPr>
              <a:t>Phụ thuộc người xử lý</a:t>
            </a:r>
          </a:p>
        </p:txBody>
      </p:sp>
      <p:sp>
        <p:nvSpPr>
          <p:cNvPr id="20" name="">
            <a:extLst xmlns:a="http://schemas.openxmlformats.org/drawingml/2006/main">
              <a:ext uri="{FF2B5EF4-FFF2-40B4-BE49-F238E27FC236}">
                <a16:creationId xmlns:a16="http://schemas.microsoft.com/office/drawing/2014/main" id="{6800DEBE-7E60-40EF-8BA0-0E72D7DCC84A}"/>
              </a:ext>
            </a:extLst>
          </p:cNvPr>
          <p:cNvSpPr>
            <a:spLocks xmlns:a="http://schemas.openxmlformats.org/drawingml/2006/main" noGrp="1"/>
          </p:cNvSpPr>
          <p:nvPr/>
        </p:nvSpPr>
        <p:spPr>
          <a:xfrm xmlns:a="http://schemas.openxmlformats.org/drawingml/2006/main">
            <a:off x="5781675" y="1695450"/>
            <a:ext cx="1504950" cy="1009650"/>
          </a:xfrm>
          <a:prstGeom xmlns:a="http://schemas.openxmlformats.org/drawingml/2006/main" prst="roundRect">
            <a:avLst>
              <a:gd name="adj" fmla="val 5660"/>
            </a:avLst>
          </a:prstGeom>
          <a:solidFill xmlns:a="http://schemas.openxmlformats.org/drawingml/2006/main">
            <a:srgbClr val="112338"/>
          </a:solidFill>
          <a:ln xmlns:a="http://schemas.openxmlformats.org/drawingml/2006/main" w="9525">
            <a:solidFill>
              <a:srgbClr val="31445C"/>
            </a:solidFill>
            <a:prstDash val="solid"/>
          </a:ln>
        </p:spPr>
      </p:sp>
      <p:sp>
        <p:nvSpPr>
          <p:cNvPr id="21" name="">
            <a:extLst xmlns:a="http://schemas.openxmlformats.org/drawingml/2006/main">
              <a:ext uri="{FF2B5EF4-FFF2-40B4-BE49-F238E27FC236}">
                <a16:creationId xmlns:a16="http://schemas.microsoft.com/office/drawing/2014/main" id="{FEFFC00B-6AF0-4930-92C9-2FF691C26900}"/>
              </a:ext>
            </a:extLst>
          </p:cNvPr>
          <p:cNvSpPr>
            <a:spLocks xmlns:a="http://schemas.openxmlformats.org/drawingml/2006/main" noGrp="1"/>
          </p:cNvSpPr>
          <p:nvPr/>
        </p:nvSpPr>
        <p:spPr>
          <a:xfrm xmlns:a="http://schemas.openxmlformats.org/drawingml/2006/main">
            <a:off x="5915025" y="1828800"/>
            <a:ext cx="400050" cy="285750"/>
          </a:xfrm>
          <a:prstGeom xmlns:a="http://schemas.openxmlformats.org/drawingml/2006/main" prst="roundRect">
            <a:avLst>
              <a:gd name="adj" fmla="val 50000"/>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04</a:t>
            </a:r>
          </a:p>
        </p:txBody>
      </p:sp>
      <p:sp>
        <p:nvSpPr>
          <p:cNvPr id="22" name="">
            <a:extLst xmlns:a="http://schemas.openxmlformats.org/drawingml/2006/main">
              <a:ext uri="{FF2B5EF4-FFF2-40B4-BE49-F238E27FC236}">
                <a16:creationId xmlns:a16="http://schemas.microsoft.com/office/drawing/2014/main" id="{0D134FE7-0108-4C9C-B221-76E195E8ACE6}"/>
              </a:ext>
            </a:extLst>
          </p:cNvPr>
          <p:cNvSpPr>
            <a:spLocks xmlns:a="http://schemas.openxmlformats.org/drawingml/2006/main" noGrp="1"/>
          </p:cNvSpPr>
          <p:nvPr/>
        </p:nvSpPr>
        <p:spPr>
          <a:xfrm xmlns:a="http://schemas.openxmlformats.org/drawingml/2006/main">
            <a:off x="5924550" y="2190750"/>
            <a:ext cx="1219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1">
                <a:solidFill>
                  <a:srgbClr val="F4F7FB"/>
                </a:solidFill>
                <a:latin typeface="Arial"/>
                <a:ea typeface="Arial"/>
                <a:cs typeface="Arial"/>
              </a:defRPr>
            </a:defPPr>
          </a:lstStyle>
          <a:p xmlns:a="http://schemas.openxmlformats.org/drawingml/2006/main">
            <a:pPr algn="l">
              <a:defRPr sz="1275" b="1">
                <a:solidFill>
                  <a:srgbClr val="F4F7FB"/>
                </a:solidFill>
                <a:latin typeface="Arial"/>
                <a:ea typeface="Arial"/>
                <a:cs typeface="Arial"/>
              </a:defRPr>
            </a:pPr>
            <a:r>
              <a:rPr sz="1275" b="1">
                <a:solidFill>
                  <a:srgbClr val="F4F7FB"/>
                </a:solidFill>
                <a:latin typeface="Arial"/>
                <a:ea typeface="Arial"/>
                <a:cs typeface="Arial"/>
              </a:rPr>
              <a:t>Hỏi quản lý</a:t>
            </a:r>
          </a:p>
        </p:txBody>
      </p:sp>
      <p:sp>
        <p:nvSpPr>
          <p:cNvPr id="23" name="">
            <a:extLst xmlns:a="http://schemas.openxmlformats.org/drawingml/2006/main">
              <a:ext uri="{FF2B5EF4-FFF2-40B4-BE49-F238E27FC236}">
                <a16:creationId xmlns:a16="http://schemas.microsoft.com/office/drawing/2014/main" id="{8B434817-F913-497D-9626-D4AA68E6ED33}"/>
              </a:ext>
            </a:extLst>
          </p:cNvPr>
          <p:cNvSpPr>
            <a:spLocks xmlns:a="http://schemas.openxmlformats.org/drawingml/2006/main" noGrp="1"/>
          </p:cNvSpPr>
          <p:nvPr/>
        </p:nvSpPr>
        <p:spPr>
          <a:xfrm xmlns:a="http://schemas.openxmlformats.org/drawingml/2006/main">
            <a:off x="5924550" y="2447925"/>
            <a:ext cx="1219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900" b="0">
                <a:solidFill>
                  <a:srgbClr val="A6B3C4"/>
                </a:solidFill>
                <a:latin typeface="Arial"/>
                <a:ea typeface="Arial"/>
                <a:cs typeface="Arial"/>
              </a:defRPr>
            </a:defPPr>
          </a:lstStyle>
          <a:p xmlns:a="http://schemas.openxmlformats.org/drawingml/2006/main">
            <a:pPr algn="l">
              <a:defRPr sz="900" b="0">
                <a:solidFill>
                  <a:srgbClr val="A6B3C4"/>
                </a:solidFill>
                <a:latin typeface="Arial"/>
                <a:ea typeface="Arial"/>
                <a:cs typeface="Arial"/>
              </a:defRPr>
            </a:pPr>
            <a:r>
              <a:rPr sz="900" b="0">
                <a:solidFill>
                  <a:srgbClr val="A6B3C4"/>
                </a:solidFill>
                <a:latin typeface="Arial"/>
                <a:ea typeface="Arial"/>
                <a:cs typeface="Arial"/>
              </a:rPr>
              <a:t>Thiếu câu hỏi cụ thể</a:t>
            </a:r>
          </a:p>
        </p:txBody>
      </p:sp>
      <p:sp>
        <p:nvSpPr>
          <p:cNvPr id="25" name="">
            <a:extLst xmlns:a="http://schemas.openxmlformats.org/drawingml/2006/main">
              <a:ext uri="{FF2B5EF4-FFF2-40B4-BE49-F238E27FC236}">
                <a16:creationId xmlns:a16="http://schemas.microsoft.com/office/drawing/2014/main" id="{472B52C8-A5A0-4442-A189-435895D24CC7}"/>
              </a:ext>
            </a:extLst>
          </p:cNvPr>
          <p:cNvSpPr>
            <a:spLocks xmlns:a="http://schemas.openxmlformats.org/drawingml/2006/main" noGrp="1"/>
          </p:cNvSpPr>
          <p:nvPr/>
        </p:nvSpPr>
        <p:spPr>
          <a:xfrm xmlns:a="http://schemas.openxmlformats.org/drawingml/2006/main">
            <a:off x="7534275" y="1695450"/>
            <a:ext cx="1504950" cy="1009650"/>
          </a:xfrm>
          <a:prstGeom xmlns:a="http://schemas.openxmlformats.org/drawingml/2006/main" prst="roundRect">
            <a:avLst>
              <a:gd name="adj" fmla="val 5660"/>
            </a:avLst>
          </a:prstGeom>
          <a:solidFill xmlns:a="http://schemas.openxmlformats.org/drawingml/2006/main">
            <a:srgbClr val="112338"/>
          </a:solidFill>
          <a:ln xmlns:a="http://schemas.openxmlformats.org/drawingml/2006/main" w="9525">
            <a:solidFill>
              <a:srgbClr val="31445C"/>
            </a:solidFill>
            <a:prstDash val="solid"/>
          </a:ln>
        </p:spPr>
      </p:sp>
      <p:sp>
        <p:nvSpPr>
          <p:cNvPr id="26" name="">
            <a:extLst xmlns:a="http://schemas.openxmlformats.org/drawingml/2006/main">
              <a:ext uri="{FF2B5EF4-FFF2-40B4-BE49-F238E27FC236}">
                <a16:creationId xmlns:a16="http://schemas.microsoft.com/office/drawing/2014/main" id="{82CA16E8-37C8-4D9C-BF4C-EAE35E290907}"/>
              </a:ext>
            </a:extLst>
          </p:cNvPr>
          <p:cNvSpPr>
            <a:spLocks xmlns:a="http://schemas.openxmlformats.org/drawingml/2006/main" noGrp="1"/>
          </p:cNvSpPr>
          <p:nvPr/>
        </p:nvSpPr>
        <p:spPr>
          <a:xfrm xmlns:a="http://schemas.openxmlformats.org/drawingml/2006/main">
            <a:off x="7667625" y="1828800"/>
            <a:ext cx="400050" cy="285750"/>
          </a:xfrm>
          <a:prstGeom xmlns:a="http://schemas.openxmlformats.org/drawingml/2006/main" prst="roundRect">
            <a:avLst>
              <a:gd name="adj" fmla="val 50000"/>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05</a:t>
            </a:r>
          </a:p>
        </p:txBody>
      </p:sp>
      <p:sp>
        <p:nvSpPr>
          <p:cNvPr id="27" name="">
            <a:extLst xmlns:a="http://schemas.openxmlformats.org/drawingml/2006/main">
              <a:ext uri="{FF2B5EF4-FFF2-40B4-BE49-F238E27FC236}">
                <a16:creationId xmlns:a16="http://schemas.microsoft.com/office/drawing/2014/main" id="{A565AC89-147D-4B65-BACB-98343A605CC3}"/>
              </a:ext>
            </a:extLst>
          </p:cNvPr>
          <p:cNvSpPr>
            <a:spLocks xmlns:a="http://schemas.openxmlformats.org/drawingml/2006/main" noGrp="1"/>
          </p:cNvSpPr>
          <p:nvPr/>
        </p:nvSpPr>
        <p:spPr>
          <a:xfrm xmlns:a="http://schemas.openxmlformats.org/drawingml/2006/main">
            <a:off x="7677150" y="2190750"/>
            <a:ext cx="1219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1">
                <a:solidFill>
                  <a:srgbClr val="F4F7FB"/>
                </a:solidFill>
                <a:latin typeface="Arial"/>
                <a:ea typeface="Arial"/>
                <a:cs typeface="Arial"/>
              </a:defRPr>
            </a:defPPr>
          </a:lstStyle>
          <a:p xmlns:a="http://schemas.openxmlformats.org/drawingml/2006/main">
            <a:pPr algn="l">
              <a:defRPr sz="1275" b="1">
                <a:solidFill>
                  <a:srgbClr val="F4F7FB"/>
                </a:solidFill>
                <a:latin typeface="Arial"/>
                <a:ea typeface="Arial"/>
                <a:cs typeface="Arial"/>
              </a:defRPr>
            </a:pPr>
            <a:r>
              <a:rPr sz="1275" b="1">
                <a:solidFill>
                  <a:srgbClr val="F4F7FB"/>
                </a:solidFill>
                <a:latin typeface="Arial"/>
                <a:ea typeface="Arial"/>
                <a:cs typeface="Arial"/>
              </a:rPr>
              <a:t>Lưu lịch sử</a:t>
            </a:r>
          </a:p>
        </p:txBody>
      </p:sp>
      <p:sp>
        <p:nvSpPr>
          <p:cNvPr id="28" name="">
            <a:extLst xmlns:a="http://schemas.openxmlformats.org/drawingml/2006/main">
              <a:ext uri="{FF2B5EF4-FFF2-40B4-BE49-F238E27FC236}">
                <a16:creationId xmlns:a16="http://schemas.microsoft.com/office/drawing/2014/main" id="{B6664973-7420-42C5-BCD3-1D408AACB0B2}"/>
              </a:ext>
            </a:extLst>
          </p:cNvPr>
          <p:cNvSpPr>
            <a:spLocks xmlns:a="http://schemas.openxmlformats.org/drawingml/2006/main" noGrp="1"/>
          </p:cNvSpPr>
          <p:nvPr/>
        </p:nvSpPr>
        <p:spPr>
          <a:xfrm xmlns:a="http://schemas.openxmlformats.org/drawingml/2006/main">
            <a:off x="7677150" y="2447925"/>
            <a:ext cx="1219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900" b="0">
                <a:solidFill>
                  <a:srgbClr val="A6B3C4"/>
                </a:solidFill>
                <a:latin typeface="Arial"/>
                <a:ea typeface="Arial"/>
                <a:cs typeface="Arial"/>
              </a:defRPr>
            </a:defPPr>
          </a:lstStyle>
          <a:p xmlns:a="http://schemas.openxmlformats.org/drawingml/2006/main">
            <a:pPr algn="l">
              <a:defRPr sz="900" b="0">
                <a:solidFill>
                  <a:srgbClr val="A6B3C4"/>
                </a:solidFill>
                <a:latin typeface="Arial"/>
                <a:ea typeface="Arial"/>
                <a:cs typeface="Arial"/>
              </a:defRPr>
            </a:pPr>
            <a:r>
              <a:rPr sz="900" b="0">
                <a:solidFill>
                  <a:srgbClr val="A6B3C4"/>
                </a:solidFill>
                <a:latin typeface="Arial"/>
                <a:ea typeface="Arial"/>
                <a:cs typeface="Arial"/>
              </a:rPr>
              <a:t>Khó truy vết</a:t>
            </a:r>
          </a:p>
        </p:txBody>
      </p:sp>
      <p:sp>
        <p:nvSpPr>
          <p:cNvPr id="29" name="">
            <a:extLst xmlns:a="http://schemas.openxmlformats.org/drawingml/2006/main">
              <a:ext uri="{FF2B5EF4-FFF2-40B4-BE49-F238E27FC236}">
                <a16:creationId xmlns:a16="http://schemas.microsoft.com/office/drawing/2014/main" id="{75B150B0-F7C3-4E64-95E9-994E0D121EAA}"/>
              </a:ext>
            </a:extLst>
          </p:cNvPr>
          <p:cNvSpPr>
            <a:spLocks xmlns:a="http://schemas.openxmlformats.org/drawingml/2006/main" noGrp="1"/>
          </p:cNvSpPr>
          <p:nvPr/>
        </p:nvSpPr>
        <p:spPr>
          <a:xfrm xmlns:a="http://schemas.openxmlformats.org/drawingml/2006/main">
            <a:off x="9620250" y="1600200"/>
            <a:ext cx="2038350" cy="1200150"/>
          </a:xfrm>
          <a:prstGeom xmlns:a="http://schemas.openxmlformats.org/drawingml/2006/main" prst="roundRect">
            <a:avLst>
              <a:gd name="adj" fmla="val 4762"/>
            </a:avLst>
          </a:prstGeom>
          <a:solidFill xmlns:a="http://schemas.openxmlformats.org/drawingml/2006/main">
            <a:srgbClr val="102A3E"/>
          </a:solidFill>
          <a:ln xmlns:a="http://schemas.openxmlformats.org/drawingml/2006/main" w="9525">
            <a:solidFill>
              <a:srgbClr val="45A9BE"/>
            </a:solidFill>
            <a:prstDash val="solid"/>
          </a:ln>
        </p:spPr>
      </p:sp>
      <p:sp>
        <p:nvSpPr>
          <p:cNvPr id="30" name="">
            <a:extLst xmlns:a="http://schemas.openxmlformats.org/drawingml/2006/main">
              <a:ext uri="{FF2B5EF4-FFF2-40B4-BE49-F238E27FC236}">
                <a16:creationId xmlns:a16="http://schemas.microsoft.com/office/drawing/2014/main" id="{9AEBC97C-F2AA-4F1C-90FC-016E835C8C58}"/>
              </a:ext>
            </a:extLst>
          </p:cNvPr>
          <p:cNvSpPr>
            <a:spLocks xmlns:a="http://schemas.openxmlformats.org/drawingml/2006/main" noGrp="1"/>
          </p:cNvSpPr>
          <p:nvPr/>
        </p:nvSpPr>
        <p:spPr>
          <a:xfrm xmlns:a="http://schemas.openxmlformats.org/drawingml/2006/main">
            <a:off x="9829800" y="1790700"/>
            <a:ext cx="161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125" b="1">
                <a:solidFill>
                  <a:srgbClr val="45A9BE"/>
                </a:solidFill>
                <a:latin typeface="Arial"/>
                <a:ea typeface="Arial"/>
                <a:cs typeface="Arial"/>
              </a:defRPr>
            </a:defPPr>
          </a:lstStyle>
          <a:p xmlns:a="http://schemas.openxmlformats.org/drawingml/2006/main">
            <a:pPr algn="l">
              <a:defRPr sz="1125" b="1">
                <a:solidFill>
                  <a:srgbClr val="45A9BE"/>
                </a:solidFill>
                <a:latin typeface="Arial"/>
                <a:ea typeface="Arial"/>
                <a:cs typeface="Arial"/>
              </a:defRPr>
            </a:pPr>
            <a:r>
              <a:rPr sz="1125" b="1">
                <a:solidFill>
                  <a:srgbClr val="45A9BE"/>
                </a:solidFill>
                <a:latin typeface="Arial"/>
                <a:ea typeface="Arial"/>
                <a:cs typeface="Arial"/>
              </a:rPr>
              <a:t>Điểm nghẽn</a:t>
            </a:r>
          </a:p>
        </p:txBody>
      </p:sp>
      <p:sp>
        <p:nvSpPr>
          <p:cNvPr id="31" name="">
            <a:extLst xmlns:a="http://schemas.openxmlformats.org/drawingml/2006/main">
              <a:ext uri="{FF2B5EF4-FFF2-40B4-BE49-F238E27FC236}">
                <a16:creationId xmlns:a16="http://schemas.microsoft.com/office/drawing/2014/main" id="{12DA39AD-BAF3-4E66-83C6-90182F1EA997}"/>
              </a:ext>
            </a:extLst>
          </p:cNvPr>
          <p:cNvSpPr>
            <a:spLocks xmlns:a="http://schemas.openxmlformats.org/drawingml/2006/main" noGrp="1"/>
          </p:cNvSpPr>
          <p:nvPr/>
        </p:nvSpPr>
        <p:spPr>
          <a:xfrm xmlns:a="http://schemas.openxmlformats.org/drawingml/2006/main">
            <a:off x="9829800" y="2095500"/>
            <a:ext cx="1600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87186"/>
          </a:bodyPr>
          <a:lstStyle xmlns:a="http://schemas.openxmlformats.org/drawingml/2006/main">
            <a:defPPr algn="l">
              <a:defRPr sz="1350" b="1">
                <a:solidFill>
                  <a:srgbClr val="F4F7FB"/>
                </a:solidFill>
                <a:latin typeface="Arial"/>
                <a:ea typeface="Arial"/>
                <a:cs typeface="Arial"/>
              </a:defRPr>
            </a:defPPr>
          </a:lstStyle>
          <a:p xmlns:a="http://schemas.openxmlformats.org/drawingml/2006/main">
            <a:pPr algn="l">
              <a:defRPr sz="1350" b="1">
                <a:solidFill>
                  <a:srgbClr val="F4F7FB"/>
                </a:solidFill>
                <a:latin typeface="Arial"/>
                <a:ea typeface="Arial"/>
                <a:cs typeface="Arial"/>
              </a:defRPr>
            </a:pPr>
            <a:r>
              <a:rPr sz="1350" b="1">
                <a:solidFill>
                  <a:srgbClr val="F4F7FB"/>
                </a:solidFill>
                <a:latin typeface="Arial"/>
                <a:ea typeface="Arial"/>
                <a:cs typeface="Arial"/>
              </a:rPr>
              <a:t>Không phải OCR — mà là biết khi nào phải dừng và hỏi người.</a:t>
            </a:r>
          </a:p>
        </p:txBody>
      </p:sp>
      <p:sp>
        <p:nvSpPr>
          <p:cNvPr id="32" name="">
            <a:extLst xmlns:a="http://schemas.openxmlformats.org/drawingml/2006/main">
              <a:ext uri="{FF2B5EF4-FFF2-40B4-BE49-F238E27FC236}">
                <a16:creationId xmlns:a16="http://schemas.microsoft.com/office/drawing/2014/main" id="{6526B064-CF37-4279-B876-A6DCAC317C60}"/>
              </a:ext>
            </a:extLst>
          </p:cNvPr>
          <p:cNvSpPr>
            <a:spLocks xmlns:a="http://schemas.openxmlformats.org/drawingml/2006/main" noGrp="1"/>
          </p:cNvSpPr>
          <p:nvPr/>
        </p:nvSpPr>
        <p:spPr>
          <a:xfrm xmlns:a="http://schemas.openxmlformats.org/drawingml/2006/main">
            <a:off x="523875" y="3257550"/>
            <a:ext cx="381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800" b="1">
                <a:solidFill>
                  <a:srgbClr val="F4F7FB"/>
                </a:solidFill>
                <a:latin typeface="Arial"/>
                <a:ea typeface="Arial"/>
                <a:cs typeface="Arial"/>
              </a:defRPr>
            </a:defPPr>
          </a:lstStyle>
          <a:p xmlns:a="http://schemas.openxmlformats.org/drawingml/2006/main">
            <a:pPr algn="l">
              <a:defRPr sz="1800" b="1">
                <a:solidFill>
                  <a:srgbClr val="F4F7FB"/>
                </a:solidFill>
                <a:latin typeface="Arial"/>
                <a:ea typeface="Arial"/>
                <a:cs typeface="Arial"/>
              </a:defRPr>
            </a:pPr>
            <a:r>
              <a:rPr sz="1800" b="1">
                <a:solidFill>
                  <a:srgbClr val="F4F7FB"/>
                </a:solidFill>
                <a:latin typeface="Arial"/>
                <a:ea typeface="Arial"/>
                <a:cs typeface="Arial"/>
              </a:rPr>
              <a:t>Thiết kế lại quy trình</a:t>
            </a:r>
          </a:p>
        </p:txBody>
      </p:sp>
      <p:sp>
        <p:nvSpPr>
          <p:cNvPr id="33" name="">
            <a:extLst xmlns:a="http://schemas.openxmlformats.org/drawingml/2006/main">
              <a:ext uri="{FF2B5EF4-FFF2-40B4-BE49-F238E27FC236}">
                <a16:creationId xmlns:a16="http://schemas.microsoft.com/office/drawing/2014/main" id="{137F9071-9E9A-401B-9F6E-F50B008B5660}"/>
              </a:ext>
            </a:extLst>
          </p:cNvPr>
          <p:cNvSpPr>
            <a:spLocks xmlns:a="http://schemas.openxmlformats.org/drawingml/2006/main" noGrp="1"/>
          </p:cNvSpPr>
          <p:nvPr/>
        </p:nvSpPr>
        <p:spPr>
          <a:xfrm xmlns:a="http://schemas.openxmlformats.org/drawingml/2006/main">
            <a:off x="523875" y="3762375"/>
            <a:ext cx="3476625" cy="1809750"/>
          </a:xfrm>
          <a:prstGeom xmlns:a="http://schemas.openxmlformats.org/drawingml/2006/main" prst="roundRect">
            <a:avLst>
              <a:gd name="adj" fmla="val 3158"/>
            </a:avLst>
          </a:prstGeom>
          <a:solidFill xmlns:a="http://schemas.openxmlformats.org/drawingml/2006/main">
            <a:srgbClr val="162A42"/>
          </a:solidFill>
          <a:ln xmlns:a="http://schemas.openxmlformats.org/drawingml/2006/main" w="9525">
            <a:solidFill>
              <a:srgbClr val="31445C"/>
            </a:solidFill>
            <a:prstDash val="solid"/>
          </a:ln>
        </p:spPr>
      </p:sp>
      <p:sp>
        <p:nvSpPr>
          <p:cNvPr id="34" name="">
            <a:extLst xmlns:a="http://schemas.openxmlformats.org/drawingml/2006/main">
              <a:ext uri="{FF2B5EF4-FFF2-40B4-BE49-F238E27FC236}">
                <a16:creationId xmlns:a16="http://schemas.microsoft.com/office/drawing/2014/main" id="{8134955B-BA81-4659-A68B-ED45FD4CB620}"/>
              </a:ext>
            </a:extLst>
          </p:cNvPr>
          <p:cNvSpPr>
            <a:spLocks xmlns:a="http://schemas.openxmlformats.org/drawingml/2006/main" noGrp="1"/>
          </p:cNvSpPr>
          <p:nvPr/>
        </p:nvSpPr>
        <p:spPr>
          <a:xfrm xmlns:a="http://schemas.openxmlformats.org/drawingml/2006/main">
            <a:off x="714375" y="3962400"/>
            <a:ext cx="1238250" cy="285750"/>
          </a:xfrm>
          <a:prstGeom xmlns:a="http://schemas.openxmlformats.org/drawingml/2006/main" prst="roundRect">
            <a:avLst>
              <a:gd name="adj" fmla="val 50000"/>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AI đọc</a:t>
            </a:r>
          </a:p>
        </p:txBody>
      </p:sp>
      <p:sp>
        <p:nvSpPr>
          <p:cNvPr id="35" name="">
            <a:extLst xmlns:a="http://schemas.openxmlformats.org/drawingml/2006/main">
              <a:ext uri="{FF2B5EF4-FFF2-40B4-BE49-F238E27FC236}">
                <a16:creationId xmlns:a16="http://schemas.microsoft.com/office/drawing/2014/main" id="{DD28C76D-1E82-4004-A4D7-24A105E39CCF}"/>
              </a:ext>
            </a:extLst>
          </p:cNvPr>
          <p:cNvSpPr>
            <a:spLocks xmlns:a="http://schemas.openxmlformats.org/drawingml/2006/main" noGrp="1"/>
          </p:cNvSpPr>
          <p:nvPr/>
        </p:nvSpPr>
        <p:spPr>
          <a:xfrm xmlns:a="http://schemas.openxmlformats.org/drawingml/2006/main">
            <a:off x="714375" y="4457700"/>
            <a:ext cx="309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575" b="1">
                <a:solidFill>
                  <a:srgbClr val="F4F7FB"/>
                </a:solidFill>
                <a:latin typeface="Arial"/>
                <a:ea typeface="Arial"/>
                <a:cs typeface="Arial"/>
              </a:defRPr>
            </a:defPPr>
          </a:lstStyle>
          <a:p xmlns:a="http://schemas.openxmlformats.org/drawingml/2006/main">
            <a:pPr algn="l">
              <a:defRPr sz="1575" b="1">
                <a:solidFill>
                  <a:srgbClr val="F4F7FB"/>
                </a:solidFill>
                <a:latin typeface="Arial"/>
                <a:ea typeface="Arial"/>
                <a:cs typeface="Arial"/>
              </a:defRPr>
            </a:pPr>
            <a:r>
              <a:rPr sz="1575" b="1">
                <a:solidFill>
                  <a:srgbClr val="F4F7FB"/>
                </a:solidFill>
                <a:latin typeface="Arial"/>
                <a:ea typeface="Arial"/>
                <a:cs typeface="Arial"/>
              </a:rPr>
              <a:t>Qwen trích dữ kiện có cấu trúc</a:t>
            </a:r>
          </a:p>
        </p:txBody>
      </p:sp>
      <p:sp>
        <p:nvSpPr>
          <p:cNvPr id="36" name="">
            <a:extLst xmlns:a="http://schemas.openxmlformats.org/drawingml/2006/main">
              <a:ext uri="{FF2B5EF4-FFF2-40B4-BE49-F238E27FC236}">
                <a16:creationId xmlns:a16="http://schemas.microsoft.com/office/drawing/2014/main" id="{7F9EEF3C-1CD6-42ED-9D2B-5B56A733D5E1}"/>
              </a:ext>
            </a:extLst>
          </p:cNvPr>
          <p:cNvSpPr>
            <a:spLocks xmlns:a="http://schemas.openxmlformats.org/drawingml/2006/main" noGrp="1"/>
          </p:cNvSpPr>
          <p:nvPr/>
        </p:nvSpPr>
        <p:spPr>
          <a:xfrm xmlns:a="http://schemas.openxmlformats.org/drawingml/2006/main">
            <a:off x="714375" y="5095875"/>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050" b="0">
                <a:solidFill>
                  <a:srgbClr val="A6B3C4"/>
                </a:solidFill>
                <a:latin typeface="Arial"/>
                <a:ea typeface="Arial"/>
                <a:cs typeface="Arial"/>
              </a:defRPr>
            </a:defPPr>
          </a:lstStyle>
          <a:p xmlns:a="http://schemas.openxmlformats.org/drawingml/2006/main">
            <a:pPr algn="l">
              <a:defRPr sz="1050" b="0">
                <a:solidFill>
                  <a:srgbClr val="A6B3C4"/>
                </a:solidFill>
                <a:latin typeface="Arial"/>
                <a:ea typeface="Arial"/>
                <a:cs typeface="Arial"/>
              </a:defRPr>
            </a:pPr>
            <a:r>
              <a:rPr sz="1050" b="0">
                <a:solidFill>
                  <a:srgbClr val="A6B3C4"/>
                </a:solidFill>
                <a:latin typeface="Arial"/>
                <a:ea typeface="Arial"/>
                <a:cs typeface="Arial"/>
              </a:rPr>
              <a:t>Không suy đoán field không đọc chắc.</a:t>
            </a:r>
          </a:p>
        </p:txBody>
      </p:sp>
      <p:sp>
        <p:nvSpPr>
          <p:cNvPr id="37" name="">
            <a:extLst xmlns:a="http://schemas.openxmlformats.org/drawingml/2006/main">
              <a:ext uri="{FF2B5EF4-FFF2-40B4-BE49-F238E27FC236}">
                <a16:creationId xmlns:a16="http://schemas.microsoft.com/office/drawing/2014/main" id="{36B986B9-5651-4FFA-83B1-3819F5CA57DF}"/>
              </a:ext>
            </a:extLst>
          </p:cNvPr>
          <p:cNvSpPr>
            <a:spLocks xmlns:a="http://schemas.openxmlformats.org/drawingml/2006/main" noGrp="1"/>
          </p:cNvSpPr>
          <p:nvPr/>
        </p:nvSpPr>
        <p:spPr>
          <a:xfrm xmlns:a="http://schemas.openxmlformats.org/drawingml/2006/main">
            <a:off x="4238625" y="3762375"/>
            <a:ext cx="3476625" cy="1809750"/>
          </a:xfrm>
          <a:prstGeom xmlns:a="http://schemas.openxmlformats.org/drawingml/2006/main" prst="roundRect">
            <a:avLst>
              <a:gd name="adj" fmla="val 3158"/>
            </a:avLst>
          </a:prstGeom>
          <a:solidFill xmlns:a="http://schemas.openxmlformats.org/drawingml/2006/main">
            <a:srgbClr val="162A42"/>
          </a:solidFill>
          <a:ln xmlns:a="http://schemas.openxmlformats.org/drawingml/2006/main" w="9525">
            <a:solidFill>
              <a:srgbClr val="31445C"/>
            </a:solidFill>
            <a:prstDash val="solid"/>
          </a:ln>
        </p:spPr>
      </p:sp>
      <p:sp>
        <p:nvSpPr>
          <p:cNvPr id="38" name="">
            <a:extLst xmlns:a="http://schemas.openxmlformats.org/drawingml/2006/main">
              <a:ext uri="{FF2B5EF4-FFF2-40B4-BE49-F238E27FC236}">
                <a16:creationId xmlns:a16="http://schemas.microsoft.com/office/drawing/2014/main" id="{A1D225BF-6B9F-47C9-AFDB-DAC13228CD45}"/>
              </a:ext>
            </a:extLst>
          </p:cNvPr>
          <p:cNvSpPr>
            <a:spLocks xmlns:a="http://schemas.openxmlformats.org/drawingml/2006/main" noGrp="1"/>
          </p:cNvSpPr>
          <p:nvPr/>
        </p:nvSpPr>
        <p:spPr>
          <a:xfrm xmlns:a="http://schemas.openxmlformats.org/drawingml/2006/main">
            <a:off x="4429125" y="3962400"/>
            <a:ext cx="1657350" cy="285750"/>
          </a:xfrm>
          <a:prstGeom xmlns:a="http://schemas.openxmlformats.org/drawingml/2006/main" prst="roundRect">
            <a:avLst>
              <a:gd name="adj" fmla="val 50000"/>
            </a:avLst>
          </a:prstGeom>
          <a:solidFill xmlns:a="http://schemas.openxmlformats.org/drawingml/2006/main">
            <a:srgbClr val="45A9BE"/>
          </a:solidFill>
          <a:ln xmlns:a="http://schemas.openxmlformats.org/drawingml/2006/main" w="9525">
            <a:solidFill>
              <a:srgbClr val="45A9BE"/>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Policy quyết định</a:t>
            </a:r>
          </a:p>
        </p:txBody>
      </p:sp>
      <p:sp>
        <p:nvSpPr>
          <p:cNvPr id="39" name="">
            <a:extLst xmlns:a="http://schemas.openxmlformats.org/drawingml/2006/main">
              <a:ext uri="{FF2B5EF4-FFF2-40B4-BE49-F238E27FC236}">
                <a16:creationId xmlns:a16="http://schemas.microsoft.com/office/drawing/2014/main" id="{7CC4CE55-8D0E-4F1D-83F8-F436E410AEC9}"/>
              </a:ext>
            </a:extLst>
          </p:cNvPr>
          <p:cNvSpPr>
            <a:spLocks xmlns:a="http://schemas.openxmlformats.org/drawingml/2006/main" noGrp="1"/>
          </p:cNvSpPr>
          <p:nvPr/>
        </p:nvSpPr>
        <p:spPr>
          <a:xfrm xmlns:a="http://schemas.openxmlformats.org/drawingml/2006/main">
            <a:off x="4429125" y="4457700"/>
            <a:ext cx="309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575" b="1">
                <a:solidFill>
                  <a:srgbClr val="F4F7FB"/>
                </a:solidFill>
                <a:latin typeface="Arial"/>
                <a:ea typeface="Arial"/>
                <a:cs typeface="Arial"/>
              </a:defRPr>
            </a:defPPr>
          </a:lstStyle>
          <a:p xmlns:a="http://schemas.openxmlformats.org/drawingml/2006/main">
            <a:pPr algn="l">
              <a:defRPr sz="1575" b="1">
                <a:solidFill>
                  <a:srgbClr val="F4F7FB"/>
                </a:solidFill>
                <a:latin typeface="Arial"/>
                <a:ea typeface="Arial"/>
                <a:cs typeface="Arial"/>
              </a:defRPr>
            </a:pPr>
            <a:r>
              <a:rPr sz="1575" b="1">
                <a:solidFill>
                  <a:srgbClr val="F4F7FB"/>
                </a:solidFill>
                <a:latin typeface="Arial"/>
                <a:ea typeface="Arial"/>
                <a:cs typeface="Arial"/>
              </a:rPr>
              <a:t>C# tất định: FACT → POLICY → AUTHORITY</a:t>
            </a:r>
          </a:p>
        </p:txBody>
      </p:sp>
      <p:sp>
        <p:nvSpPr>
          <p:cNvPr id="40" name="">
            <a:extLst xmlns:a="http://schemas.openxmlformats.org/drawingml/2006/main">
              <a:ext uri="{FF2B5EF4-FFF2-40B4-BE49-F238E27FC236}">
                <a16:creationId xmlns:a16="http://schemas.microsoft.com/office/drawing/2014/main" id="{52DD6CEC-9589-4AE2-9268-10FD616DF165}"/>
              </a:ext>
            </a:extLst>
          </p:cNvPr>
          <p:cNvSpPr>
            <a:spLocks xmlns:a="http://schemas.openxmlformats.org/drawingml/2006/main" noGrp="1"/>
          </p:cNvSpPr>
          <p:nvPr/>
        </p:nvSpPr>
        <p:spPr>
          <a:xfrm xmlns:a="http://schemas.openxmlformats.org/drawingml/2006/main">
            <a:off x="4429125" y="5095875"/>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050" b="0">
                <a:solidFill>
                  <a:srgbClr val="A6B3C4"/>
                </a:solidFill>
                <a:latin typeface="Arial"/>
                <a:ea typeface="Arial"/>
                <a:cs typeface="Arial"/>
              </a:defRPr>
            </a:defPPr>
          </a:lstStyle>
          <a:p xmlns:a="http://schemas.openxmlformats.org/drawingml/2006/main">
            <a:pPr algn="l">
              <a:defRPr sz="1050" b="0">
                <a:solidFill>
                  <a:srgbClr val="A6B3C4"/>
                </a:solidFill>
                <a:latin typeface="Arial"/>
                <a:ea typeface="Arial"/>
                <a:cs typeface="Arial"/>
              </a:defRPr>
            </a:pPr>
            <a:r>
              <a:rPr sz="1050" b="0">
                <a:solidFill>
                  <a:srgbClr val="A6B3C4"/>
                </a:solidFill>
                <a:latin typeface="Arial"/>
                <a:ea typeface="Arial"/>
                <a:cs typeface="Arial"/>
              </a:rPr>
              <a:t>Đầu vào nghi vấn không bao giờ auto-approve.</a:t>
            </a:r>
          </a:p>
        </p:txBody>
      </p:sp>
      <p:sp>
        <p:nvSpPr>
          <p:cNvPr id="41" name="">
            <a:extLst xmlns:a="http://schemas.openxmlformats.org/drawingml/2006/main">
              <a:ext uri="{FF2B5EF4-FFF2-40B4-BE49-F238E27FC236}">
                <a16:creationId xmlns:a16="http://schemas.microsoft.com/office/drawing/2014/main" id="{D7CF68E5-09E4-4A85-91B3-75458FFC8172}"/>
              </a:ext>
            </a:extLst>
          </p:cNvPr>
          <p:cNvSpPr>
            <a:spLocks xmlns:a="http://schemas.openxmlformats.org/drawingml/2006/main" noGrp="1"/>
          </p:cNvSpPr>
          <p:nvPr/>
        </p:nvSpPr>
        <p:spPr>
          <a:xfrm xmlns:a="http://schemas.openxmlformats.org/drawingml/2006/main">
            <a:off x="7953375" y="3762375"/>
            <a:ext cx="3476625" cy="1809750"/>
          </a:xfrm>
          <a:prstGeom xmlns:a="http://schemas.openxmlformats.org/drawingml/2006/main" prst="roundRect">
            <a:avLst>
              <a:gd name="adj" fmla="val 3158"/>
            </a:avLst>
          </a:prstGeom>
          <a:solidFill xmlns:a="http://schemas.openxmlformats.org/drawingml/2006/main">
            <a:srgbClr val="162A42"/>
          </a:solidFill>
          <a:ln xmlns:a="http://schemas.openxmlformats.org/drawingml/2006/main" w="9525">
            <a:solidFill>
              <a:srgbClr val="31445C"/>
            </a:solidFill>
            <a:prstDash val="solid"/>
          </a:ln>
        </p:spPr>
      </p:sp>
      <p:sp>
        <p:nvSpPr>
          <p:cNvPr id="42" name="">
            <a:extLst xmlns:a="http://schemas.openxmlformats.org/drawingml/2006/main">
              <a:ext uri="{FF2B5EF4-FFF2-40B4-BE49-F238E27FC236}">
                <a16:creationId xmlns:a16="http://schemas.microsoft.com/office/drawing/2014/main" id="{47292B1C-F534-4175-9242-F29E677A216C}"/>
              </a:ext>
            </a:extLst>
          </p:cNvPr>
          <p:cNvSpPr>
            <a:spLocks xmlns:a="http://schemas.openxmlformats.org/drawingml/2006/main" noGrp="1"/>
          </p:cNvSpPr>
          <p:nvPr/>
        </p:nvSpPr>
        <p:spPr>
          <a:xfrm xmlns:a="http://schemas.openxmlformats.org/drawingml/2006/main">
            <a:off x="8143875" y="3962400"/>
            <a:ext cx="2343150" cy="285750"/>
          </a:xfrm>
          <a:prstGeom xmlns:a="http://schemas.openxmlformats.org/drawingml/2006/main" prst="roundRect">
            <a:avLst>
              <a:gd name="adj" fmla="val 50000"/>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Con người chịu trách nhiệm</a:t>
            </a:r>
          </a:p>
        </p:txBody>
      </p:sp>
      <p:sp>
        <p:nvSpPr>
          <p:cNvPr id="43" name="">
            <a:extLst xmlns:a="http://schemas.openxmlformats.org/drawingml/2006/main">
              <a:ext uri="{FF2B5EF4-FFF2-40B4-BE49-F238E27FC236}">
                <a16:creationId xmlns:a16="http://schemas.microsoft.com/office/drawing/2014/main" id="{5B5DE9CA-6DBF-4D6A-B7BC-12D34D217F12}"/>
              </a:ext>
            </a:extLst>
          </p:cNvPr>
          <p:cNvSpPr>
            <a:spLocks xmlns:a="http://schemas.openxmlformats.org/drawingml/2006/main" noGrp="1"/>
          </p:cNvSpPr>
          <p:nvPr/>
        </p:nvSpPr>
        <p:spPr>
          <a:xfrm xmlns:a="http://schemas.openxmlformats.org/drawingml/2006/main">
            <a:off x="8143875" y="4457700"/>
            <a:ext cx="309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575" b="1">
                <a:solidFill>
                  <a:srgbClr val="F4F7FB"/>
                </a:solidFill>
                <a:latin typeface="Arial"/>
                <a:ea typeface="Arial"/>
                <a:cs typeface="Arial"/>
              </a:defRPr>
            </a:defPPr>
          </a:lstStyle>
          <a:p xmlns:a="http://schemas.openxmlformats.org/drawingml/2006/main">
            <a:pPr algn="l">
              <a:defRPr sz="1575" b="1">
                <a:solidFill>
                  <a:srgbClr val="F4F7FB"/>
                </a:solidFill>
                <a:latin typeface="Arial"/>
                <a:ea typeface="Arial"/>
                <a:cs typeface="Arial"/>
              </a:defRPr>
            </a:pPr>
            <a:r>
              <a:rPr sz="1575" b="1">
                <a:solidFill>
                  <a:srgbClr val="F4F7FB"/>
                </a:solidFill>
                <a:latin typeface="Arial"/>
                <a:ea typeface="Arial"/>
                <a:cs typeface="Arial"/>
              </a:rPr>
              <a:t>Quản lý xử lý ngoại lệ và có thể hoàn tác</a:t>
            </a:r>
          </a:p>
        </p:txBody>
      </p:sp>
      <p:sp>
        <p:nvSpPr>
          <p:cNvPr id="44" name="">
            <a:extLst xmlns:a="http://schemas.openxmlformats.org/drawingml/2006/main">
              <a:ext uri="{FF2B5EF4-FFF2-40B4-BE49-F238E27FC236}">
                <a16:creationId xmlns:a16="http://schemas.microsoft.com/office/drawing/2014/main" id="{9E629C52-5B8F-4681-B57F-336644B7F9D6}"/>
              </a:ext>
            </a:extLst>
          </p:cNvPr>
          <p:cNvSpPr>
            <a:spLocks xmlns:a="http://schemas.openxmlformats.org/drawingml/2006/main" noGrp="1"/>
          </p:cNvSpPr>
          <p:nvPr/>
        </p:nvSpPr>
        <p:spPr>
          <a:xfrm xmlns:a="http://schemas.openxmlformats.org/drawingml/2006/main">
            <a:off x="8143875" y="5095875"/>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050" b="0">
                <a:solidFill>
                  <a:srgbClr val="A6B3C4"/>
                </a:solidFill>
                <a:latin typeface="Arial"/>
                <a:ea typeface="Arial"/>
                <a:cs typeface="Arial"/>
              </a:defRPr>
            </a:defPPr>
          </a:lstStyle>
          <a:p xmlns:a="http://schemas.openxmlformats.org/drawingml/2006/main">
            <a:pPr algn="l">
              <a:defRPr sz="1050" b="0">
                <a:solidFill>
                  <a:srgbClr val="A6B3C4"/>
                </a:solidFill>
                <a:latin typeface="Arial"/>
                <a:ea typeface="Arial"/>
                <a:cs typeface="Arial"/>
              </a:defRPr>
            </a:pPr>
            <a:r>
              <a:rPr sz="1050" b="0">
                <a:solidFill>
                  <a:srgbClr val="A6B3C4"/>
                </a:solidFill>
                <a:latin typeface="Arial"/>
                <a:ea typeface="Arial"/>
                <a:cs typeface="Arial"/>
              </a:rPr>
              <a:t>Audit giữ đủ timeline, UI chỉ hiện một hồ sơ.</a:t>
            </a:r>
          </a:p>
        </p:txBody>
      </p:sp>
      <p:sp>
        <p:nvSpPr>
          <p:cNvPr id="45" name="">
            <a:extLst xmlns:a="http://schemas.openxmlformats.org/drawingml/2006/main">
              <a:ext uri="{FF2B5EF4-FFF2-40B4-BE49-F238E27FC236}">
                <a16:creationId xmlns:a16="http://schemas.microsoft.com/office/drawing/2014/main" id="{D19D15D6-AF02-4BB0-86BA-A795850940B6}"/>
              </a:ext>
            </a:extLst>
          </p:cNvPr>
          <p:cNvSpPr>
            <a:spLocks xmlns:a="http://schemas.openxmlformats.org/drawingml/2006/main" noGrp="1"/>
          </p:cNvSpPr>
          <p:nvPr/>
        </p:nvSpPr>
        <p:spPr>
          <a:xfrm xmlns:a="http://schemas.openxmlformats.org/drawingml/2006/main">
            <a:off x="514350" y="6534150"/>
            <a:ext cx="904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900" b="0">
                <a:solidFill>
                  <a:srgbClr val="A6B3C4"/>
                </a:solidFill>
                <a:latin typeface="Arial"/>
                <a:ea typeface="Arial"/>
                <a:cs typeface="Arial"/>
              </a:defRPr>
            </a:defPPr>
          </a:lstStyle>
          <a:p xmlns:a="http://schemas.openxmlformats.org/drawingml/2006/main">
            <a:pPr algn="l">
              <a:defRPr sz="900" b="0">
                <a:solidFill>
                  <a:srgbClr val="A6B3C4"/>
                </a:solidFill>
                <a:latin typeface="Arial"/>
                <a:ea typeface="Arial"/>
                <a:cs typeface="Arial"/>
              </a:defRPr>
            </a:pPr>
            <a:r>
              <a:rPr sz="900" b="0">
                <a:solidFill>
                  <a:srgbClr val="A6B3C4"/>
                </a:solidFill>
                <a:latin typeface="Arial"/>
                <a:ea typeface="Arial"/>
                <a:cs typeface="Arial"/>
              </a:rPr>
              <a:t>AURA • Track VNG • 15/10/2026</a:t>
            </a:r>
          </a:p>
        </p:txBody>
      </p:sp>
      <p:sp>
        <p:nvSpPr>
          <p:cNvPr id="46" name="">
            <a:extLst xmlns:a="http://schemas.openxmlformats.org/drawingml/2006/main">
              <a:ext uri="{FF2B5EF4-FFF2-40B4-BE49-F238E27FC236}">
                <a16:creationId xmlns:a16="http://schemas.microsoft.com/office/drawing/2014/main" id="{9791F28A-334E-48DD-B735-BBC39D0E15CA}"/>
              </a:ext>
            </a:extLst>
          </p:cNvPr>
          <p:cNvSpPr>
            <a:spLocks xmlns:a="http://schemas.openxmlformats.org/drawingml/2006/main" noGrp="1"/>
          </p:cNvSpPr>
          <p:nvPr/>
        </p:nvSpPr>
        <p:spPr>
          <a:xfrm xmlns:a="http://schemas.openxmlformats.org/drawingml/2006/main">
            <a:off x="11144250" y="6515100"/>
            <a:ext cx="514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r">
              <a:defRPr sz="975" b="1">
                <a:solidFill>
                  <a:srgbClr val="A6B3C4"/>
                </a:solidFill>
                <a:latin typeface="Arial"/>
                <a:ea typeface="Arial"/>
                <a:cs typeface="Arial"/>
              </a:defRPr>
            </a:defPPr>
          </a:lstStyle>
          <a:p xmlns:a="http://schemas.openxmlformats.org/drawingml/2006/main">
            <a:pPr algn="r">
              <a:defRPr sz="975" b="1">
                <a:solidFill>
                  <a:srgbClr val="A6B3C4"/>
                </a:solidFill>
                <a:latin typeface="Arial"/>
                <a:ea typeface="Arial"/>
                <a:cs typeface="Arial"/>
              </a:defRPr>
            </a:pPr>
            <a:r>
              <a:rPr sz="975" b="1">
                <a:solidFill>
                  <a:srgbClr val="A6B3C4"/>
                </a:solidFill>
                <a:latin typeface="Arial"/>
                <a:ea typeface="Arial"/>
                <a:cs typeface="Arial"/>
              </a:rPr>
              <a:t>1</a:t>
            </a:r>
          </a:p>
        </p:txBody>
      </p:sp>
    </p:spTree>
    <p:extLst>
      <p:ext uri="{BB962C8B-B14F-4D97-AF65-F5344CB8AC3E}">
        <p14:creationId xmlns:p14="http://schemas.microsoft.com/office/powerpoint/2010/main" val="909500390"/>
      </p:ext>
    </p:extLst>
  </p:cSld>
</p:sld>
</file>

<file path=ppt/slides/slide2.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DF8B91E2-7761-49F9-AF8E-FE418E711E8E}"/>
              </a:ext>
            </a:extLst>
          </p:cNvPr>
          <p:cNvSpPr>
            <a:spLocks xmlns:a="http://schemas.openxmlformats.org/drawingml/2006/main" noGrp="1"/>
          </p:cNvSpPr>
          <p:nvPr/>
        </p:nvSpPr>
        <p:spPr>
          <a:xfrm xmlns:a="http://schemas.openxmlformats.org/drawingml/2006/main">
            <a:off x="476250" y="361950"/>
            <a:ext cx="64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350" b="1">
                <a:solidFill>
                  <a:srgbClr val="45A9BE"/>
                </a:solidFill>
                <a:latin typeface="Arial"/>
                <a:ea typeface="Arial"/>
                <a:cs typeface="Arial"/>
              </a:defRPr>
            </a:defPPr>
          </a:lstStyle>
          <a:p xmlns:a="http://schemas.openxmlformats.org/drawingml/2006/main">
            <a:pPr algn="l">
              <a:defRPr sz="1350" b="1">
                <a:solidFill>
                  <a:srgbClr val="45A9BE"/>
                </a:solidFill>
                <a:latin typeface="Arial"/>
                <a:ea typeface="Arial"/>
                <a:cs typeface="Arial"/>
              </a:defRPr>
            </a:pPr>
            <a:r>
              <a:rPr sz="1350" b="1">
                <a:solidFill>
                  <a:srgbClr val="45A9BE"/>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FFF802F7-83C9-4CF6-AB98-518EBE446593}"/>
              </a:ext>
            </a:extLst>
          </p:cNvPr>
          <p:cNvSpPr>
            <a:spLocks xmlns:a="http://schemas.openxmlformats.org/drawingml/2006/main" noGrp="1"/>
          </p:cNvSpPr>
          <p:nvPr/>
        </p:nvSpPr>
        <p:spPr>
          <a:xfrm xmlns:a="http://schemas.openxmlformats.org/drawingml/2006/main">
            <a:off x="1066800" y="285750"/>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2550" b="1">
                <a:solidFill>
                  <a:srgbClr val="F4F7FB"/>
                </a:solidFill>
                <a:latin typeface="Arial"/>
                <a:ea typeface="Arial"/>
                <a:cs typeface="Arial"/>
              </a:defRPr>
            </a:defPPr>
          </a:lstStyle>
          <a:p xmlns:a="http://schemas.openxmlformats.org/drawingml/2006/main">
            <a:pPr algn="l">
              <a:defRPr sz="2550" b="1">
                <a:solidFill>
                  <a:srgbClr val="F4F7FB"/>
                </a:solidFill>
                <a:latin typeface="Arial"/>
                <a:ea typeface="Arial"/>
                <a:cs typeface="Arial"/>
              </a:defRPr>
            </a:pPr>
            <a:r>
              <a:rPr sz="2550" b="1">
                <a:solidFill>
                  <a:srgbClr val="F4F7FB"/>
                </a:solidFill>
                <a:latin typeface="Arial"/>
                <a:ea typeface="Arial"/>
                <a:cs typeface="Arial"/>
              </a:rPr>
              <a:t>Pipeline E2E: async trước, AI đọc, policy quyết định</a:t>
            </a:r>
          </a:p>
        </p:txBody>
      </p:sp>
      <p:sp>
        <p:nvSpPr>
          <p:cNvPr id="3" name="">
            <a:extLst xmlns:a="http://schemas.openxmlformats.org/drawingml/2006/main">
              <a:ext uri="{FF2B5EF4-FFF2-40B4-BE49-F238E27FC236}">
                <a16:creationId xmlns:a16="http://schemas.microsoft.com/office/drawing/2014/main" id="{937EFB88-97DD-4961-BF4E-A350DDA4CB08}"/>
              </a:ext>
            </a:extLst>
          </p:cNvPr>
          <p:cNvSpPr>
            <a:spLocks xmlns:a="http://schemas.openxmlformats.org/drawingml/2006/main" noGrp="1"/>
          </p:cNvSpPr>
          <p:nvPr/>
        </p:nvSpPr>
        <p:spPr>
          <a:xfrm xmlns:a="http://schemas.openxmlformats.org/drawingml/2006/main">
            <a:off x="1066800" y="78105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0">
                <a:solidFill>
                  <a:srgbClr val="A6B3C4"/>
                </a:solidFill>
                <a:latin typeface="Arial"/>
                <a:ea typeface="Arial"/>
                <a:cs typeface="Arial"/>
              </a:defRPr>
            </a:defPPr>
          </a:lstStyle>
          <a:p xmlns:a="http://schemas.openxmlformats.org/drawingml/2006/main">
            <a:pPr algn="l">
              <a:defRPr sz="1275" b="0">
                <a:solidFill>
                  <a:srgbClr val="A6B3C4"/>
                </a:solidFill>
                <a:latin typeface="Arial"/>
                <a:ea typeface="Arial"/>
                <a:cs typeface="Arial"/>
              </a:defRPr>
            </a:pPr>
            <a:r>
              <a:rPr sz="1275" b="0">
                <a:solidFill>
                  <a:srgbClr val="A6B3C4"/>
                </a:solidFill>
                <a:latin typeface="Arial"/>
                <a:ea typeface="Arial"/>
                <a:cs typeface="Arial"/>
              </a:rPr>
              <a:t>Chín gate chạy thật; con người chỉ quyết định ở nhánh ngoại lệ.</a:t>
            </a:r>
          </a:p>
        </p:txBody>
      </p:sp>
      <p:sp>
        <p:nvSpPr>
          <p:cNvPr id="4" name="">
            <a:extLst xmlns:a="http://schemas.openxmlformats.org/drawingml/2006/main">
              <a:ext uri="{FF2B5EF4-FFF2-40B4-BE49-F238E27FC236}">
                <a16:creationId xmlns:a16="http://schemas.microsoft.com/office/drawing/2014/main" id="{547D64AE-C36A-4673-9109-F6C278A0D597}"/>
              </a:ext>
            </a:extLst>
          </p:cNvPr>
          <p:cNvSpPr>
            <a:spLocks xmlns:a="http://schemas.openxmlformats.org/drawingml/2006/main" noGrp="1"/>
          </p:cNvSpPr>
          <p:nvPr/>
        </p:nvSpPr>
        <p:spPr>
          <a:xfrm xmlns:a="http://schemas.openxmlformats.org/drawingml/2006/main">
            <a:off x="514350" y="1162050"/>
            <a:ext cx="1114425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5" name="">
            <a:extLst xmlns:a="http://schemas.openxmlformats.org/drawingml/2006/main">
              <a:ext uri="{FF2B5EF4-FFF2-40B4-BE49-F238E27FC236}">
                <a16:creationId xmlns:a16="http://schemas.microsoft.com/office/drawing/2014/main" id="{CABE9F39-EA6A-4F61-AD06-B12692F336ED}"/>
              </a:ext>
            </a:extLst>
          </p:cNvPr>
          <p:cNvSpPr>
            <a:spLocks xmlns:a="http://schemas.openxmlformats.org/drawingml/2006/main" noGrp="1"/>
          </p:cNvSpPr>
          <p:nvPr/>
        </p:nvSpPr>
        <p:spPr>
          <a:xfrm xmlns:a="http://schemas.openxmlformats.org/drawingml/2006/main">
            <a:off x="514350" y="1457325"/>
            <a:ext cx="2543175" cy="1123950"/>
          </a:xfrm>
          <a:prstGeom xmlns:a="http://schemas.openxmlformats.org/drawingml/2006/main" prst="roundRect">
            <a:avLst>
              <a:gd name="adj" fmla="val 5085"/>
            </a:avLst>
          </a:prstGeom>
          <a:solidFill xmlns:a="http://schemas.openxmlformats.org/drawingml/2006/main">
            <a:srgbClr val="112338"/>
          </a:solidFill>
          <a:ln xmlns:a="http://schemas.openxmlformats.org/drawingml/2006/main" w="9525">
            <a:solidFill>
              <a:srgbClr val="31445C"/>
            </a:solidFill>
            <a:prstDash val="solid"/>
          </a:ln>
        </p:spPr>
      </p:sp>
      <p:sp>
        <p:nvSpPr>
          <p:cNvPr id="6" name="">
            <a:extLst xmlns:a="http://schemas.openxmlformats.org/drawingml/2006/main">
              <a:ext uri="{FF2B5EF4-FFF2-40B4-BE49-F238E27FC236}">
                <a16:creationId xmlns:a16="http://schemas.microsoft.com/office/drawing/2014/main" id="{2E94EAB1-8760-4E92-89CD-D6E85DE3FEAF}"/>
              </a:ext>
            </a:extLst>
          </p:cNvPr>
          <p:cNvSpPr>
            <a:spLocks xmlns:a="http://schemas.openxmlformats.org/drawingml/2006/main" noGrp="1"/>
          </p:cNvSpPr>
          <p:nvPr/>
        </p:nvSpPr>
        <p:spPr>
          <a:xfrm xmlns:a="http://schemas.openxmlformats.org/drawingml/2006/main">
            <a:off x="647700" y="1600200"/>
            <a:ext cx="1428750" cy="285750"/>
          </a:xfrm>
          <a:prstGeom xmlns:a="http://schemas.openxmlformats.org/drawingml/2006/main" prst="roundRect">
            <a:avLst>
              <a:gd name="adj" fmla="val 50000"/>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1  INPUT</a:t>
            </a:r>
          </a:p>
        </p:txBody>
      </p:sp>
      <p:sp>
        <p:nvSpPr>
          <p:cNvPr id="7" name="">
            <a:extLst xmlns:a="http://schemas.openxmlformats.org/drawingml/2006/main">
              <a:ext uri="{FF2B5EF4-FFF2-40B4-BE49-F238E27FC236}">
                <a16:creationId xmlns:a16="http://schemas.microsoft.com/office/drawing/2014/main" id="{BE6BD5C9-502F-4F7B-AAEE-D0D32E5CBCD2}"/>
              </a:ext>
            </a:extLst>
          </p:cNvPr>
          <p:cNvSpPr>
            <a:spLocks xmlns:a="http://schemas.openxmlformats.org/drawingml/2006/main" noGrp="1"/>
          </p:cNvSpPr>
          <p:nvPr/>
        </p:nvSpPr>
        <p:spPr>
          <a:xfrm xmlns:a="http://schemas.openxmlformats.org/drawingml/2006/main">
            <a:off x="647700" y="2009775"/>
            <a:ext cx="22764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125" b="0">
                <a:solidFill>
                  <a:srgbClr val="A6B3C4"/>
                </a:solidFill>
                <a:latin typeface="Arial"/>
                <a:ea typeface="Arial"/>
                <a:cs typeface="Arial"/>
              </a:defRPr>
            </a:defPPr>
          </a:lstStyle>
          <a:p xmlns:a="http://schemas.openxmlformats.org/drawingml/2006/main">
            <a:pPr algn="ctr">
              <a:defRPr sz="1125" b="0">
                <a:solidFill>
                  <a:srgbClr val="A6B3C4"/>
                </a:solidFill>
                <a:latin typeface="Arial"/>
                <a:ea typeface="Arial"/>
                <a:cs typeface="Arial"/>
              </a:defRPr>
            </a:pPr>
            <a:r>
              <a:rPr sz="1125" b="0">
                <a:solidFill>
                  <a:srgbClr val="A6B3C4"/>
                </a:solidFill>
                <a:latin typeface="Arial"/>
                <a:ea typeface="Arial"/>
                <a:cs typeface="Arial"/>
              </a:rPr>
              <a:t>JPG/PNG ≤ 5 MB</a:t>
            </a:r>
          </a:p>
          <a:p xmlns:a="http://schemas.openxmlformats.org/drawingml/2006/main">
            <a:pPr algn="ctr">
              <a:defRPr sz="1125" b="0">
                <a:solidFill>
                  <a:srgbClr val="A6B3C4"/>
                </a:solidFill>
                <a:latin typeface="Arial"/>
                <a:ea typeface="Arial"/>
                <a:cs typeface="Arial"/>
              </a:defRPr>
            </a:pPr>
            <a:r>
              <a:rPr sz="1125" b="0">
                <a:solidFill>
                  <a:srgbClr val="A6B3C4"/>
                </a:solidFill>
                <a:latin typeface="Arial"/>
                <a:ea typeface="Arial"/>
                <a:cs typeface="Arial"/>
              </a:rPr>
              <a:t>claim + metadata</a:t>
            </a:r>
          </a:p>
        </p:txBody>
      </p:sp>
      <p:sp>
        <p:nvSpPr>
          <p:cNvPr id="8" name="">
            <a:extLst xmlns:a="http://schemas.openxmlformats.org/drawingml/2006/main">
              <a:ext uri="{FF2B5EF4-FFF2-40B4-BE49-F238E27FC236}">
                <a16:creationId xmlns:a16="http://schemas.microsoft.com/office/drawing/2014/main" id="{B9257354-5F9A-43A9-B844-8C572A8A65D4}"/>
              </a:ext>
            </a:extLst>
          </p:cNvPr>
          <p:cNvSpPr>
            <a:spLocks xmlns:a="http://schemas.openxmlformats.org/drawingml/2006/main" noGrp="1"/>
          </p:cNvSpPr>
          <p:nvPr/>
        </p:nvSpPr>
        <p:spPr>
          <a:xfrm xmlns:a="http://schemas.openxmlformats.org/drawingml/2006/main">
            <a:off x="3086100" y="1847850"/>
            <a:ext cx="190500" cy="295275"/>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9" name="">
            <a:extLst xmlns:a="http://schemas.openxmlformats.org/drawingml/2006/main">
              <a:ext uri="{FF2B5EF4-FFF2-40B4-BE49-F238E27FC236}">
                <a16:creationId xmlns:a16="http://schemas.microsoft.com/office/drawing/2014/main" id="{945897DE-B945-4F4F-B417-435559A47C55}"/>
              </a:ext>
            </a:extLst>
          </p:cNvPr>
          <p:cNvSpPr>
            <a:spLocks xmlns:a="http://schemas.openxmlformats.org/drawingml/2006/main" noGrp="1"/>
          </p:cNvSpPr>
          <p:nvPr/>
        </p:nvSpPr>
        <p:spPr>
          <a:xfrm xmlns:a="http://schemas.openxmlformats.org/drawingml/2006/main">
            <a:off x="3324225" y="1457325"/>
            <a:ext cx="2543175" cy="1123950"/>
          </a:xfrm>
          <a:prstGeom xmlns:a="http://schemas.openxmlformats.org/drawingml/2006/main" prst="roundRect">
            <a:avLst>
              <a:gd name="adj" fmla="val 5085"/>
            </a:avLst>
          </a:prstGeom>
          <a:solidFill xmlns:a="http://schemas.openxmlformats.org/drawingml/2006/main">
            <a:srgbClr val="112338"/>
          </a:solidFill>
          <a:ln xmlns:a="http://schemas.openxmlformats.org/drawingml/2006/main" w="9525">
            <a:solidFill>
              <a:srgbClr val="31445C"/>
            </a:solidFill>
            <a:prstDash val="solid"/>
          </a:ln>
        </p:spPr>
      </p:sp>
      <p:sp>
        <p:nvSpPr>
          <p:cNvPr id="10" name="">
            <a:extLst xmlns:a="http://schemas.openxmlformats.org/drawingml/2006/main">
              <a:ext uri="{FF2B5EF4-FFF2-40B4-BE49-F238E27FC236}">
                <a16:creationId xmlns:a16="http://schemas.microsoft.com/office/drawing/2014/main" id="{9532101F-CA20-43C7-B65A-0D33102224EB}"/>
              </a:ext>
            </a:extLst>
          </p:cNvPr>
          <p:cNvSpPr>
            <a:spLocks xmlns:a="http://schemas.openxmlformats.org/drawingml/2006/main" noGrp="1"/>
          </p:cNvSpPr>
          <p:nvPr/>
        </p:nvSpPr>
        <p:spPr>
          <a:xfrm xmlns:a="http://schemas.openxmlformats.org/drawingml/2006/main">
            <a:off x="3457575" y="1600200"/>
            <a:ext cx="1428750" cy="285750"/>
          </a:xfrm>
          <a:prstGeom xmlns:a="http://schemas.openxmlformats.org/drawingml/2006/main" prst="roundRect">
            <a:avLst>
              <a:gd name="adj" fmla="val 50000"/>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2  INTAKE GATE</a:t>
            </a:r>
          </a:p>
        </p:txBody>
      </p:sp>
      <p:sp>
        <p:nvSpPr>
          <p:cNvPr id="11" name="">
            <a:extLst xmlns:a="http://schemas.openxmlformats.org/drawingml/2006/main">
              <a:ext uri="{FF2B5EF4-FFF2-40B4-BE49-F238E27FC236}">
                <a16:creationId xmlns:a16="http://schemas.microsoft.com/office/drawing/2014/main" id="{8D190790-277D-438F-A360-CCEFCE4614A3}"/>
              </a:ext>
            </a:extLst>
          </p:cNvPr>
          <p:cNvSpPr>
            <a:spLocks xmlns:a="http://schemas.openxmlformats.org/drawingml/2006/main" noGrp="1"/>
          </p:cNvSpPr>
          <p:nvPr/>
        </p:nvSpPr>
        <p:spPr>
          <a:xfrm xmlns:a="http://schemas.openxmlformats.org/drawingml/2006/main">
            <a:off x="3457575" y="2009775"/>
            <a:ext cx="22764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125" b="0">
                <a:solidFill>
                  <a:srgbClr val="A6B3C4"/>
                </a:solidFill>
                <a:latin typeface="Arial"/>
                <a:ea typeface="Arial"/>
                <a:cs typeface="Arial"/>
              </a:defRPr>
            </a:defPPr>
          </a:lstStyle>
          <a:p xmlns:a="http://schemas.openxmlformats.org/drawingml/2006/main">
            <a:pPr algn="ctr">
              <a:defRPr sz="1125" b="0">
                <a:solidFill>
                  <a:srgbClr val="A6B3C4"/>
                </a:solidFill>
                <a:latin typeface="Arial"/>
                <a:ea typeface="Arial"/>
                <a:cs typeface="Arial"/>
              </a:defRPr>
            </a:pPr>
            <a:r>
              <a:rPr sz="1125" b="0">
                <a:solidFill>
                  <a:srgbClr val="A6B3C4"/>
                </a:solidFill>
                <a:latin typeface="Arial"/>
                <a:ea typeface="Arial"/>
                <a:cs typeface="Arial"/>
              </a:rPr>
              <a:t>extension • MIME • magic</a:t>
            </a:r>
          </a:p>
          <a:p xmlns:a="http://schemas.openxmlformats.org/drawingml/2006/main">
            <a:pPr algn="ctr">
              <a:defRPr sz="1125" b="0">
                <a:solidFill>
                  <a:srgbClr val="A6B3C4"/>
                </a:solidFill>
                <a:latin typeface="Arial"/>
                <a:ea typeface="Arial"/>
                <a:cs typeface="Arial"/>
              </a:defRPr>
            </a:pPr>
            <a:r>
              <a:rPr sz="1125" b="0">
                <a:solidFill>
                  <a:srgbClr val="A6B3C4"/>
                </a:solidFill>
                <a:latin typeface="Arial"/>
                <a:ea typeface="Arial"/>
                <a:cs typeface="Arial"/>
              </a:rPr>
              <a:t>private store + SHA-256</a:t>
            </a:r>
          </a:p>
        </p:txBody>
      </p:sp>
      <p:sp>
        <p:nvSpPr>
          <p:cNvPr id="12" name="">
            <a:extLst xmlns:a="http://schemas.openxmlformats.org/drawingml/2006/main">
              <a:ext uri="{FF2B5EF4-FFF2-40B4-BE49-F238E27FC236}">
                <a16:creationId xmlns:a16="http://schemas.microsoft.com/office/drawing/2014/main" id="{E89232BF-824C-43AD-8984-C098CE65412B}"/>
              </a:ext>
            </a:extLst>
          </p:cNvPr>
          <p:cNvSpPr>
            <a:spLocks xmlns:a="http://schemas.openxmlformats.org/drawingml/2006/main" noGrp="1"/>
          </p:cNvSpPr>
          <p:nvPr/>
        </p:nvSpPr>
        <p:spPr>
          <a:xfrm xmlns:a="http://schemas.openxmlformats.org/drawingml/2006/main">
            <a:off x="5895975" y="1847850"/>
            <a:ext cx="190500" cy="295275"/>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13" name="">
            <a:extLst xmlns:a="http://schemas.openxmlformats.org/drawingml/2006/main">
              <a:ext uri="{FF2B5EF4-FFF2-40B4-BE49-F238E27FC236}">
                <a16:creationId xmlns:a16="http://schemas.microsoft.com/office/drawing/2014/main" id="{CBEC1B17-C933-4526-9623-3CA82383F1A7}"/>
              </a:ext>
            </a:extLst>
          </p:cNvPr>
          <p:cNvSpPr>
            <a:spLocks xmlns:a="http://schemas.openxmlformats.org/drawingml/2006/main" noGrp="1"/>
          </p:cNvSpPr>
          <p:nvPr/>
        </p:nvSpPr>
        <p:spPr>
          <a:xfrm xmlns:a="http://schemas.openxmlformats.org/drawingml/2006/main">
            <a:off x="6134100" y="1457325"/>
            <a:ext cx="2543175" cy="1123950"/>
          </a:xfrm>
          <a:prstGeom xmlns:a="http://schemas.openxmlformats.org/drawingml/2006/main" prst="roundRect">
            <a:avLst>
              <a:gd name="adj" fmla="val 5085"/>
            </a:avLst>
          </a:prstGeom>
          <a:solidFill xmlns:a="http://schemas.openxmlformats.org/drawingml/2006/main">
            <a:srgbClr val="112338"/>
          </a:solidFill>
          <a:ln xmlns:a="http://schemas.openxmlformats.org/drawingml/2006/main" w="9525">
            <a:solidFill>
              <a:srgbClr val="31445C"/>
            </a:solidFill>
            <a:prstDash val="solid"/>
          </a:ln>
        </p:spPr>
      </p:sp>
      <p:sp>
        <p:nvSpPr>
          <p:cNvPr id="14" name="">
            <a:extLst xmlns:a="http://schemas.openxmlformats.org/drawingml/2006/main">
              <a:ext uri="{FF2B5EF4-FFF2-40B4-BE49-F238E27FC236}">
                <a16:creationId xmlns:a16="http://schemas.microsoft.com/office/drawing/2014/main" id="{0D37599D-2EDB-4050-9F35-F3B145AC799B}"/>
              </a:ext>
            </a:extLst>
          </p:cNvPr>
          <p:cNvSpPr>
            <a:spLocks xmlns:a="http://schemas.openxmlformats.org/drawingml/2006/main" noGrp="1"/>
          </p:cNvSpPr>
          <p:nvPr/>
        </p:nvSpPr>
        <p:spPr>
          <a:xfrm xmlns:a="http://schemas.openxmlformats.org/drawingml/2006/main">
            <a:off x="6267450" y="1600200"/>
            <a:ext cx="1428750" cy="285750"/>
          </a:xfrm>
          <a:prstGeom xmlns:a="http://schemas.openxmlformats.org/drawingml/2006/main" prst="roundRect">
            <a:avLst>
              <a:gd name="adj" fmla="val 50000"/>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57150" tIns="9525" rIns="57150" bIns="9525" anchor="ctr">
            <a:normAutofit fontScale="82389"/>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3  DURABLE ENQUEUE</a:t>
            </a:r>
          </a:p>
        </p:txBody>
      </p:sp>
      <p:sp>
        <p:nvSpPr>
          <p:cNvPr id="15" name="">
            <a:extLst xmlns:a="http://schemas.openxmlformats.org/drawingml/2006/main">
              <a:ext uri="{FF2B5EF4-FFF2-40B4-BE49-F238E27FC236}">
                <a16:creationId xmlns:a16="http://schemas.microsoft.com/office/drawing/2014/main" id="{0DBD181D-0032-4F15-A82D-A956DCD4A47D}"/>
              </a:ext>
            </a:extLst>
          </p:cNvPr>
          <p:cNvSpPr>
            <a:spLocks xmlns:a="http://schemas.openxmlformats.org/drawingml/2006/main" noGrp="1"/>
          </p:cNvSpPr>
          <p:nvPr/>
        </p:nvSpPr>
        <p:spPr>
          <a:xfrm xmlns:a="http://schemas.openxmlformats.org/drawingml/2006/main">
            <a:off x="6267450" y="2009775"/>
            <a:ext cx="22764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125" b="0">
                <a:solidFill>
                  <a:srgbClr val="A6B3C4"/>
                </a:solidFill>
                <a:latin typeface="Arial"/>
                <a:ea typeface="Arial"/>
                <a:cs typeface="Arial"/>
              </a:defRPr>
            </a:defPPr>
          </a:lstStyle>
          <a:p xmlns:a="http://schemas.openxmlformats.org/drawingml/2006/main">
            <a:pPr algn="ctr">
              <a:defRPr sz="1125" b="0">
                <a:solidFill>
                  <a:srgbClr val="A6B3C4"/>
                </a:solidFill>
                <a:latin typeface="Arial"/>
                <a:ea typeface="Arial"/>
                <a:cs typeface="Arial"/>
              </a:defRPr>
            </a:pPr>
            <a:r>
              <a:rPr sz="1125" b="0">
                <a:solidFill>
                  <a:srgbClr val="A6B3C4"/>
                </a:solidFill>
                <a:latin typeface="Arial"/>
                <a:ea typeface="Arial"/>
                <a:cs typeface="Arial"/>
              </a:rPr>
              <a:t>SQL PENDING</a:t>
            </a:r>
          </a:p>
          <a:p xmlns:a="http://schemas.openxmlformats.org/drawingml/2006/main">
            <a:pPr algn="ctr">
              <a:defRPr sz="1125" b="0">
                <a:solidFill>
                  <a:srgbClr val="A6B3C4"/>
                </a:solidFill>
                <a:latin typeface="Arial"/>
                <a:ea typeface="Arial"/>
                <a:cs typeface="Arial"/>
              </a:defRPr>
            </a:pPr>
            <a:r>
              <a:rPr sz="1125" b="0">
                <a:solidFill>
                  <a:srgbClr val="A6B3C4"/>
                </a:solidFill>
                <a:latin typeface="Arial"/>
                <a:ea typeface="Arial"/>
                <a:cs typeface="Arial"/>
              </a:rPr>
              <a:t>+ audit AI_QUEUED</a:t>
            </a:r>
          </a:p>
        </p:txBody>
      </p:sp>
      <p:sp>
        <p:nvSpPr>
          <p:cNvPr id="16" name="">
            <a:extLst xmlns:a="http://schemas.openxmlformats.org/drawingml/2006/main">
              <a:ext uri="{FF2B5EF4-FFF2-40B4-BE49-F238E27FC236}">
                <a16:creationId xmlns:a16="http://schemas.microsoft.com/office/drawing/2014/main" id="{CEF420BC-2349-4CD6-AC3F-AD198D8F683A}"/>
              </a:ext>
            </a:extLst>
          </p:cNvPr>
          <p:cNvSpPr>
            <a:spLocks xmlns:a="http://schemas.openxmlformats.org/drawingml/2006/main" noGrp="1"/>
          </p:cNvSpPr>
          <p:nvPr/>
        </p:nvSpPr>
        <p:spPr>
          <a:xfrm xmlns:a="http://schemas.openxmlformats.org/drawingml/2006/main">
            <a:off x="8705850" y="1847850"/>
            <a:ext cx="190500" cy="295275"/>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17" name="">
            <a:extLst xmlns:a="http://schemas.openxmlformats.org/drawingml/2006/main">
              <a:ext uri="{FF2B5EF4-FFF2-40B4-BE49-F238E27FC236}">
                <a16:creationId xmlns:a16="http://schemas.microsoft.com/office/drawing/2014/main" id="{4F6AD368-DC66-4C64-B287-79024E4E5067}"/>
              </a:ext>
            </a:extLst>
          </p:cNvPr>
          <p:cNvSpPr>
            <a:spLocks xmlns:a="http://schemas.openxmlformats.org/drawingml/2006/main" noGrp="1"/>
          </p:cNvSpPr>
          <p:nvPr/>
        </p:nvSpPr>
        <p:spPr>
          <a:xfrm xmlns:a="http://schemas.openxmlformats.org/drawingml/2006/main">
            <a:off x="8943975" y="1457325"/>
            <a:ext cx="2543175" cy="1123950"/>
          </a:xfrm>
          <a:prstGeom xmlns:a="http://schemas.openxmlformats.org/drawingml/2006/main" prst="roundRect">
            <a:avLst>
              <a:gd name="adj" fmla="val 5085"/>
            </a:avLst>
          </a:prstGeom>
          <a:solidFill xmlns:a="http://schemas.openxmlformats.org/drawingml/2006/main">
            <a:srgbClr val="112338"/>
          </a:solidFill>
          <a:ln xmlns:a="http://schemas.openxmlformats.org/drawingml/2006/main" w="9525">
            <a:solidFill>
              <a:srgbClr val="31445C"/>
            </a:solidFill>
            <a:prstDash val="solid"/>
          </a:ln>
        </p:spPr>
      </p:sp>
      <p:sp>
        <p:nvSpPr>
          <p:cNvPr id="18" name="">
            <a:extLst xmlns:a="http://schemas.openxmlformats.org/drawingml/2006/main">
              <a:ext uri="{FF2B5EF4-FFF2-40B4-BE49-F238E27FC236}">
                <a16:creationId xmlns:a16="http://schemas.microsoft.com/office/drawing/2014/main" id="{FF3FFDD1-7044-436D-B9E2-2D9916F0B6F2}"/>
              </a:ext>
            </a:extLst>
          </p:cNvPr>
          <p:cNvSpPr>
            <a:spLocks xmlns:a="http://schemas.openxmlformats.org/drawingml/2006/main" noGrp="1"/>
          </p:cNvSpPr>
          <p:nvPr/>
        </p:nvSpPr>
        <p:spPr>
          <a:xfrm xmlns:a="http://schemas.openxmlformats.org/drawingml/2006/main">
            <a:off x="9077325" y="1600200"/>
            <a:ext cx="1428750" cy="285750"/>
          </a:xfrm>
          <a:prstGeom xmlns:a="http://schemas.openxmlformats.org/drawingml/2006/main" prst="roundRect">
            <a:avLst>
              <a:gd name="adj" fmla="val 50000"/>
            </a:avLst>
          </a:prstGeom>
          <a:solidFill xmlns:a="http://schemas.openxmlformats.org/drawingml/2006/main">
            <a:srgbClr val="45A9BE"/>
          </a:solidFill>
          <a:ln xmlns:a="http://schemas.openxmlformats.org/drawingml/2006/main" w="9525">
            <a:solidFill>
              <a:srgbClr val="45A9BE"/>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4  ASYNC UI</a:t>
            </a:r>
          </a:p>
        </p:txBody>
      </p:sp>
      <p:sp>
        <p:nvSpPr>
          <p:cNvPr id="19" name="">
            <a:extLst xmlns:a="http://schemas.openxmlformats.org/drawingml/2006/main">
              <a:ext uri="{FF2B5EF4-FFF2-40B4-BE49-F238E27FC236}">
                <a16:creationId xmlns:a16="http://schemas.microsoft.com/office/drawing/2014/main" id="{E93C3D7E-3947-4353-94D7-96323A38BD01}"/>
              </a:ext>
            </a:extLst>
          </p:cNvPr>
          <p:cNvSpPr>
            <a:spLocks xmlns:a="http://schemas.openxmlformats.org/drawingml/2006/main" noGrp="1"/>
          </p:cNvSpPr>
          <p:nvPr/>
        </p:nvSpPr>
        <p:spPr>
          <a:xfrm xmlns:a="http://schemas.openxmlformats.org/drawingml/2006/main">
            <a:off x="9077325" y="2009775"/>
            <a:ext cx="22764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125" b="0">
                <a:solidFill>
                  <a:srgbClr val="A6B3C4"/>
                </a:solidFill>
                <a:latin typeface="Arial"/>
                <a:ea typeface="Arial"/>
                <a:cs typeface="Arial"/>
              </a:defRPr>
            </a:defPPr>
          </a:lstStyle>
          <a:p xmlns:a="http://schemas.openxmlformats.org/drawingml/2006/main">
            <a:pPr algn="ctr">
              <a:defRPr sz="1125" b="0">
                <a:solidFill>
                  <a:srgbClr val="A6B3C4"/>
                </a:solidFill>
                <a:latin typeface="Arial"/>
                <a:ea typeface="Arial"/>
                <a:cs typeface="Arial"/>
              </a:defRPr>
            </a:pPr>
            <a:r>
              <a:rPr sz="1125" b="0">
                <a:solidFill>
                  <a:srgbClr val="A6B3C4"/>
                </a:solidFill>
                <a:latin typeface="Arial"/>
                <a:ea typeface="Arial"/>
                <a:cs typeface="Arial"/>
              </a:rPr>
              <a:t>HTTP 202 + statusUrl</a:t>
            </a:r>
          </a:p>
          <a:p xmlns:a="http://schemas.openxmlformats.org/drawingml/2006/main">
            <a:pPr algn="ctr">
              <a:defRPr sz="1125" b="0">
                <a:solidFill>
                  <a:srgbClr val="A6B3C4"/>
                </a:solidFill>
                <a:latin typeface="Arial"/>
                <a:ea typeface="Arial"/>
                <a:cs typeface="Arial"/>
              </a:defRPr>
            </a:pPr>
            <a:r>
              <a:rPr sz="1125" b="0">
                <a:solidFill>
                  <a:srgbClr val="A6B3C4"/>
                </a:solidFill>
                <a:latin typeface="Arial"/>
                <a:ea typeface="Arial"/>
                <a:cs typeface="Arial"/>
              </a:rPr>
              <a:t>UI poll • không giữ request</a:t>
            </a:r>
          </a:p>
        </p:txBody>
      </p:sp>
      <p:sp>
        <p:nvSpPr>
          <p:cNvPr id="20" name="">
            <a:extLst xmlns:a="http://schemas.openxmlformats.org/drawingml/2006/main">
              <a:ext uri="{FF2B5EF4-FFF2-40B4-BE49-F238E27FC236}">
                <a16:creationId xmlns:a16="http://schemas.microsoft.com/office/drawing/2014/main" id="{E398583F-AA4D-4CA6-82DF-4665E068526A}"/>
              </a:ext>
            </a:extLst>
          </p:cNvPr>
          <p:cNvSpPr>
            <a:spLocks xmlns:a="http://schemas.openxmlformats.org/drawingml/2006/main" noGrp="1"/>
          </p:cNvSpPr>
          <p:nvPr/>
        </p:nvSpPr>
        <p:spPr>
          <a:xfrm xmlns:a="http://schemas.openxmlformats.org/drawingml/2006/main">
            <a:off x="11115675" y="2619375"/>
            <a:ext cx="266700" cy="295275"/>
          </a:xfrm>
          <a:prstGeom xmlns:a="http://schemas.openxmlformats.org/drawingml/2006/main" prst="downArrow">
            <a:avLst/>
          </a:prstGeom>
          <a:solidFill xmlns:a="http://schemas.openxmlformats.org/drawingml/2006/main">
            <a:srgbClr val="31445C"/>
          </a:solidFill>
          <a:ln xmlns:a="http://schemas.openxmlformats.org/drawingml/2006/main" w="0">
            <a:solidFill>
              <a:srgbClr val="31445C"/>
            </a:solidFill>
          </a:ln>
        </p:spPr>
      </p:sp>
      <p:sp>
        <p:nvSpPr>
          <p:cNvPr id="21" name="">
            <a:extLst xmlns:a="http://schemas.openxmlformats.org/drawingml/2006/main">
              <a:ext uri="{FF2B5EF4-FFF2-40B4-BE49-F238E27FC236}">
                <a16:creationId xmlns:a16="http://schemas.microsoft.com/office/drawing/2014/main" id="{96B2D458-7C9F-4C8E-93E4-19AB458AF780}"/>
              </a:ext>
            </a:extLst>
          </p:cNvPr>
          <p:cNvSpPr>
            <a:spLocks xmlns:a="http://schemas.openxmlformats.org/drawingml/2006/main" noGrp="1"/>
          </p:cNvSpPr>
          <p:nvPr/>
        </p:nvSpPr>
        <p:spPr>
          <a:xfrm xmlns:a="http://schemas.openxmlformats.org/drawingml/2006/main">
            <a:off x="8943975" y="2924175"/>
            <a:ext cx="2543175" cy="1123950"/>
          </a:xfrm>
          <a:prstGeom xmlns:a="http://schemas.openxmlformats.org/drawingml/2006/main" prst="roundRect">
            <a:avLst>
              <a:gd name="adj" fmla="val 5085"/>
            </a:avLst>
          </a:prstGeom>
          <a:solidFill xmlns:a="http://schemas.openxmlformats.org/drawingml/2006/main">
            <a:srgbClr val="112338"/>
          </a:solidFill>
          <a:ln xmlns:a="http://schemas.openxmlformats.org/drawingml/2006/main" w="9525">
            <a:solidFill>
              <a:srgbClr val="31445C"/>
            </a:solidFill>
            <a:prstDash val="solid"/>
          </a:ln>
        </p:spPr>
      </p:sp>
      <p:sp>
        <p:nvSpPr>
          <p:cNvPr id="22" name="">
            <a:extLst xmlns:a="http://schemas.openxmlformats.org/drawingml/2006/main">
              <a:ext uri="{FF2B5EF4-FFF2-40B4-BE49-F238E27FC236}">
                <a16:creationId xmlns:a16="http://schemas.microsoft.com/office/drawing/2014/main" id="{6FA00C1A-C283-46A0-90BF-9FE93A3EDB26}"/>
              </a:ext>
            </a:extLst>
          </p:cNvPr>
          <p:cNvSpPr>
            <a:spLocks xmlns:a="http://schemas.openxmlformats.org/drawingml/2006/main" noGrp="1"/>
          </p:cNvSpPr>
          <p:nvPr/>
        </p:nvSpPr>
        <p:spPr>
          <a:xfrm xmlns:a="http://schemas.openxmlformats.org/drawingml/2006/main">
            <a:off x="9077325" y="3067050"/>
            <a:ext cx="1485900" cy="285750"/>
          </a:xfrm>
          <a:prstGeom xmlns:a="http://schemas.openxmlformats.org/drawingml/2006/main" prst="roundRect">
            <a:avLst>
              <a:gd name="adj" fmla="val 50000"/>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5  WORKER LEASE</a:t>
            </a:r>
          </a:p>
        </p:txBody>
      </p:sp>
      <p:sp>
        <p:nvSpPr>
          <p:cNvPr id="23" name="">
            <a:extLst xmlns:a="http://schemas.openxmlformats.org/drawingml/2006/main">
              <a:ext uri="{FF2B5EF4-FFF2-40B4-BE49-F238E27FC236}">
                <a16:creationId xmlns:a16="http://schemas.microsoft.com/office/drawing/2014/main" id="{1CC036FA-975F-45E5-A81C-73B1D1C40EC6}"/>
              </a:ext>
            </a:extLst>
          </p:cNvPr>
          <p:cNvSpPr>
            <a:spLocks xmlns:a="http://schemas.openxmlformats.org/drawingml/2006/main" noGrp="1"/>
          </p:cNvSpPr>
          <p:nvPr/>
        </p:nvSpPr>
        <p:spPr>
          <a:xfrm xmlns:a="http://schemas.openxmlformats.org/drawingml/2006/main">
            <a:off x="9077325" y="3476625"/>
            <a:ext cx="22764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125" b="0">
                <a:solidFill>
                  <a:srgbClr val="A6B3C4"/>
                </a:solidFill>
                <a:latin typeface="Arial"/>
                <a:ea typeface="Arial"/>
                <a:cs typeface="Arial"/>
              </a:defRPr>
            </a:defPPr>
          </a:lstStyle>
          <a:p xmlns:a="http://schemas.openxmlformats.org/drawingml/2006/main">
            <a:pPr algn="ctr">
              <a:defRPr sz="1125" b="0">
                <a:solidFill>
                  <a:srgbClr val="A6B3C4"/>
                </a:solidFill>
                <a:latin typeface="Arial"/>
                <a:ea typeface="Arial"/>
                <a:cs typeface="Arial"/>
              </a:defRPr>
            </a:pPr>
            <a:r>
              <a:rPr sz="1125" b="0">
                <a:solidFill>
                  <a:srgbClr val="A6B3C4"/>
                </a:solidFill>
                <a:latin typeface="Arial"/>
                <a:ea typeface="Arial"/>
                <a:cs typeface="Arial"/>
              </a:rPr>
              <a:t>claim job • lease 600s</a:t>
            </a:r>
          </a:p>
          <a:p xmlns:a="http://schemas.openxmlformats.org/drawingml/2006/main">
            <a:pPr algn="ctr">
              <a:defRPr sz="1125" b="0">
                <a:solidFill>
                  <a:srgbClr val="A6B3C4"/>
                </a:solidFill>
                <a:latin typeface="Arial"/>
                <a:ea typeface="Arial"/>
                <a:cs typeface="Arial"/>
              </a:defRPr>
            </a:pPr>
            <a:r>
              <a:rPr sz="1125" b="0">
                <a:solidFill>
                  <a:srgbClr val="A6B3C4"/>
                </a:solidFill>
                <a:latin typeface="Arial"/>
                <a:ea typeface="Arial"/>
                <a:cs typeface="Arial"/>
              </a:rPr>
              <a:t>reclaim sau restart</a:t>
            </a:r>
          </a:p>
        </p:txBody>
      </p:sp>
      <p:sp>
        <p:nvSpPr>
          <p:cNvPr id="24" name="">
            <a:extLst xmlns:a="http://schemas.openxmlformats.org/drawingml/2006/main">
              <a:ext uri="{FF2B5EF4-FFF2-40B4-BE49-F238E27FC236}">
                <a16:creationId xmlns:a16="http://schemas.microsoft.com/office/drawing/2014/main" id="{C50AB287-A51B-4837-859C-6DF5C88A2491}"/>
              </a:ext>
            </a:extLst>
          </p:cNvPr>
          <p:cNvSpPr>
            <a:spLocks xmlns:a="http://schemas.openxmlformats.org/drawingml/2006/main" noGrp="1"/>
          </p:cNvSpPr>
          <p:nvPr/>
        </p:nvSpPr>
        <p:spPr>
          <a:xfrm xmlns:a="http://schemas.openxmlformats.org/drawingml/2006/main">
            <a:off x="8724900" y="3314700"/>
            <a:ext cx="190500" cy="295275"/>
          </a:xfrm>
          <a:prstGeom xmlns:a="http://schemas.openxmlformats.org/drawingml/2006/main" prst="leftArrow">
            <a:avLst/>
          </a:prstGeom>
          <a:solidFill xmlns:a="http://schemas.openxmlformats.org/drawingml/2006/main">
            <a:srgbClr val="31445C"/>
          </a:solidFill>
          <a:ln xmlns:a="http://schemas.openxmlformats.org/drawingml/2006/main" w="0">
            <a:solidFill>
              <a:srgbClr val="31445C"/>
            </a:solidFill>
          </a:ln>
        </p:spPr>
      </p:sp>
      <p:sp>
        <p:nvSpPr>
          <p:cNvPr id="25" name="">
            <a:extLst xmlns:a="http://schemas.openxmlformats.org/drawingml/2006/main">
              <a:ext uri="{FF2B5EF4-FFF2-40B4-BE49-F238E27FC236}">
                <a16:creationId xmlns:a16="http://schemas.microsoft.com/office/drawing/2014/main" id="{B60277CA-BD62-46D4-BF4E-14324B3C924B}"/>
              </a:ext>
            </a:extLst>
          </p:cNvPr>
          <p:cNvSpPr>
            <a:spLocks xmlns:a="http://schemas.openxmlformats.org/drawingml/2006/main" noGrp="1"/>
          </p:cNvSpPr>
          <p:nvPr/>
        </p:nvSpPr>
        <p:spPr>
          <a:xfrm xmlns:a="http://schemas.openxmlformats.org/drawingml/2006/main">
            <a:off x="6134100" y="2924175"/>
            <a:ext cx="2543175" cy="1123950"/>
          </a:xfrm>
          <a:prstGeom xmlns:a="http://schemas.openxmlformats.org/drawingml/2006/main" prst="roundRect">
            <a:avLst>
              <a:gd name="adj" fmla="val 5085"/>
            </a:avLst>
          </a:prstGeom>
          <a:solidFill xmlns:a="http://schemas.openxmlformats.org/drawingml/2006/main">
            <a:srgbClr val="112338"/>
          </a:solidFill>
          <a:ln xmlns:a="http://schemas.openxmlformats.org/drawingml/2006/main" w="9525">
            <a:solidFill>
              <a:srgbClr val="31445C"/>
            </a:solidFill>
            <a:prstDash val="solid"/>
          </a:ln>
        </p:spPr>
      </p:sp>
      <p:sp>
        <p:nvSpPr>
          <p:cNvPr id="26" name="">
            <a:extLst xmlns:a="http://schemas.openxmlformats.org/drawingml/2006/main">
              <a:ext uri="{FF2B5EF4-FFF2-40B4-BE49-F238E27FC236}">
                <a16:creationId xmlns:a16="http://schemas.microsoft.com/office/drawing/2014/main" id="{53B7FB3B-0C34-428B-BA93-197589F7BA25}"/>
              </a:ext>
            </a:extLst>
          </p:cNvPr>
          <p:cNvSpPr>
            <a:spLocks xmlns:a="http://schemas.openxmlformats.org/drawingml/2006/main" noGrp="1"/>
          </p:cNvSpPr>
          <p:nvPr/>
        </p:nvSpPr>
        <p:spPr>
          <a:xfrm xmlns:a="http://schemas.openxmlformats.org/drawingml/2006/main">
            <a:off x="6267450" y="3067050"/>
            <a:ext cx="1485900" cy="285750"/>
          </a:xfrm>
          <a:prstGeom xmlns:a="http://schemas.openxmlformats.org/drawingml/2006/main" prst="roundRect">
            <a:avLst>
              <a:gd name="adj" fmla="val 50000"/>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6  AI PERMIT</a:t>
            </a:r>
          </a:p>
        </p:txBody>
      </p:sp>
      <p:sp>
        <p:nvSpPr>
          <p:cNvPr id="27" name="">
            <a:extLst xmlns:a="http://schemas.openxmlformats.org/drawingml/2006/main">
              <a:ext uri="{FF2B5EF4-FFF2-40B4-BE49-F238E27FC236}">
                <a16:creationId xmlns:a16="http://schemas.microsoft.com/office/drawing/2014/main" id="{3E6FA6D8-5FF8-479A-AB50-533874099DF7}"/>
              </a:ext>
            </a:extLst>
          </p:cNvPr>
          <p:cNvSpPr>
            <a:spLocks xmlns:a="http://schemas.openxmlformats.org/drawingml/2006/main" noGrp="1"/>
          </p:cNvSpPr>
          <p:nvPr/>
        </p:nvSpPr>
        <p:spPr>
          <a:xfrm xmlns:a="http://schemas.openxmlformats.org/drawingml/2006/main">
            <a:off x="6267450" y="3476625"/>
            <a:ext cx="22764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125" b="0">
                <a:solidFill>
                  <a:srgbClr val="A6B3C4"/>
                </a:solidFill>
                <a:latin typeface="Arial"/>
                <a:ea typeface="Arial"/>
                <a:cs typeface="Arial"/>
              </a:defRPr>
            </a:defPPr>
          </a:lstStyle>
          <a:p xmlns:a="http://schemas.openxmlformats.org/drawingml/2006/main">
            <a:pPr algn="ctr">
              <a:defRPr sz="1125" b="0">
                <a:solidFill>
                  <a:srgbClr val="A6B3C4"/>
                </a:solidFill>
                <a:latin typeface="Arial"/>
                <a:ea typeface="Arial"/>
                <a:cs typeface="Arial"/>
              </a:defRPr>
            </a:pPr>
            <a:r>
              <a:rPr sz="1125" b="0">
                <a:solidFill>
                  <a:srgbClr val="A6B3C4"/>
                </a:solidFill>
                <a:latin typeface="Arial"/>
                <a:ea typeface="Arial"/>
                <a:cs typeface="Arial"/>
              </a:rPr>
              <a:t>1 AI call đồng thời</a:t>
            </a:r>
          </a:p>
          <a:p xmlns:a="http://schemas.openxmlformats.org/drawingml/2006/main">
            <a:pPr algn="ctr">
              <a:defRPr sz="1125" b="0">
                <a:solidFill>
                  <a:srgbClr val="A6B3C4"/>
                </a:solidFill>
                <a:latin typeface="Arial"/>
                <a:ea typeface="Arial"/>
                <a:cs typeface="Arial"/>
              </a:defRPr>
            </a:pPr>
            <a:r>
              <a:rPr sz="1125" b="0">
                <a:solidFill>
                  <a:srgbClr val="A6B3C4"/>
                </a:solidFill>
                <a:latin typeface="Arial"/>
                <a:ea typeface="Arial"/>
                <a:cs typeface="Arial"/>
              </a:rPr>
              <a:t>OpenRouter → Qwen3.8</a:t>
            </a:r>
          </a:p>
        </p:txBody>
      </p:sp>
      <p:sp>
        <p:nvSpPr>
          <p:cNvPr id="28" name="">
            <a:extLst xmlns:a="http://schemas.openxmlformats.org/drawingml/2006/main">
              <a:ext uri="{FF2B5EF4-FFF2-40B4-BE49-F238E27FC236}">
                <a16:creationId xmlns:a16="http://schemas.microsoft.com/office/drawing/2014/main" id="{50F643B5-4F59-4A06-9944-DAF196CD539D}"/>
              </a:ext>
            </a:extLst>
          </p:cNvPr>
          <p:cNvSpPr>
            <a:spLocks xmlns:a="http://schemas.openxmlformats.org/drawingml/2006/main" noGrp="1"/>
          </p:cNvSpPr>
          <p:nvPr/>
        </p:nvSpPr>
        <p:spPr>
          <a:xfrm xmlns:a="http://schemas.openxmlformats.org/drawingml/2006/main">
            <a:off x="5915025" y="3314700"/>
            <a:ext cx="190500" cy="295275"/>
          </a:xfrm>
          <a:prstGeom xmlns:a="http://schemas.openxmlformats.org/drawingml/2006/main" prst="leftArrow">
            <a:avLst/>
          </a:prstGeom>
          <a:solidFill xmlns:a="http://schemas.openxmlformats.org/drawingml/2006/main">
            <a:srgbClr val="31445C"/>
          </a:solidFill>
          <a:ln xmlns:a="http://schemas.openxmlformats.org/drawingml/2006/main" w="0">
            <a:solidFill>
              <a:srgbClr val="31445C"/>
            </a:solidFill>
          </a:ln>
        </p:spPr>
      </p:sp>
      <p:sp>
        <p:nvSpPr>
          <p:cNvPr id="29" name="">
            <a:extLst xmlns:a="http://schemas.openxmlformats.org/drawingml/2006/main">
              <a:ext uri="{FF2B5EF4-FFF2-40B4-BE49-F238E27FC236}">
                <a16:creationId xmlns:a16="http://schemas.microsoft.com/office/drawing/2014/main" id="{95C9CB23-59EA-4D23-BB03-9A0D6FDABFA0}"/>
              </a:ext>
            </a:extLst>
          </p:cNvPr>
          <p:cNvSpPr>
            <a:spLocks xmlns:a="http://schemas.openxmlformats.org/drawingml/2006/main" noGrp="1"/>
          </p:cNvSpPr>
          <p:nvPr/>
        </p:nvSpPr>
        <p:spPr>
          <a:xfrm xmlns:a="http://schemas.openxmlformats.org/drawingml/2006/main">
            <a:off x="3324225" y="2924175"/>
            <a:ext cx="2543175" cy="1123950"/>
          </a:xfrm>
          <a:prstGeom xmlns:a="http://schemas.openxmlformats.org/drawingml/2006/main" prst="roundRect">
            <a:avLst>
              <a:gd name="adj" fmla="val 5085"/>
            </a:avLst>
          </a:prstGeom>
          <a:solidFill xmlns:a="http://schemas.openxmlformats.org/drawingml/2006/main">
            <a:srgbClr val="112338"/>
          </a:solidFill>
          <a:ln xmlns:a="http://schemas.openxmlformats.org/drawingml/2006/main" w="9525">
            <a:solidFill>
              <a:srgbClr val="31445C"/>
            </a:solidFill>
            <a:prstDash val="solid"/>
          </a:ln>
        </p:spPr>
      </p:sp>
      <p:sp>
        <p:nvSpPr>
          <p:cNvPr id="30" name="">
            <a:extLst xmlns:a="http://schemas.openxmlformats.org/drawingml/2006/main">
              <a:ext uri="{FF2B5EF4-FFF2-40B4-BE49-F238E27FC236}">
                <a16:creationId xmlns:a16="http://schemas.microsoft.com/office/drawing/2014/main" id="{DCA4EC01-359C-46D2-BC2D-032704E0AA0A}"/>
              </a:ext>
            </a:extLst>
          </p:cNvPr>
          <p:cNvSpPr>
            <a:spLocks xmlns:a="http://schemas.openxmlformats.org/drawingml/2006/main" noGrp="1"/>
          </p:cNvSpPr>
          <p:nvPr/>
        </p:nvSpPr>
        <p:spPr>
          <a:xfrm xmlns:a="http://schemas.openxmlformats.org/drawingml/2006/main">
            <a:off x="3457575" y="3067050"/>
            <a:ext cx="1485900" cy="285750"/>
          </a:xfrm>
          <a:prstGeom xmlns:a="http://schemas.openxmlformats.org/drawingml/2006/main" prst="roundRect">
            <a:avLst>
              <a:gd name="adj" fmla="val 50000"/>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57150" tIns="9525" rIns="57150" bIns="9525" anchor="ctr">
            <a:normAutofit fontScale="99739"/>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7  CONTRACT GATE</a:t>
            </a:r>
          </a:p>
        </p:txBody>
      </p:sp>
      <p:sp>
        <p:nvSpPr>
          <p:cNvPr id="31" name="">
            <a:extLst xmlns:a="http://schemas.openxmlformats.org/drawingml/2006/main">
              <a:ext uri="{FF2B5EF4-FFF2-40B4-BE49-F238E27FC236}">
                <a16:creationId xmlns:a16="http://schemas.microsoft.com/office/drawing/2014/main" id="{EA6A8D2A-080A-47DB-92B5-6F889046BD6A}"/>
              </a:ext>
            </a:extLst>
          </p:cNvPr>
          <p:cNvSpPr>
            <a:spLocks xmlns:a="http://schemas.openxmlformats.org/drawingml/2006/main" noGrp="1"/>
          </p:cNvSpPr>
          <p:nvPr/>
        </p:nvSpPr>
        <p:spPr>
          <a:xfrm xmlns:a="http://schemas.openxmlformats.org/drawingml/2006/main">
            <a:off x="3457575" y="3476625"/>
            <a:ext cx="22764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125" b="0">
                <a:solidFill>
                  <a:srgbClr val="A6B3C4"/>
                </a:solidFill>
                <a:latin typeface="Arial"/>
                <a:ea typeface="Arial"/>
                <a:cs typeface="Arial"/>
              </a:defRPr>
            </a:defPPr>
          </a:lstStyle>
          <a:p xmlns:a="http://schemas.openxmlformats.org/drawingml/2006/main">
            <a:pPr algn="ctr">
              <a:defRPr sz="1125" b="0">
                <a:solidFill>
                  <a:srgbClr val="A6B3C4"/>
                </a:solidFill>
                <a:latin typeface="Arial"/>
                <a:ea typeface="Arial"/>
                <a:cs typeface="Arial"/>
              </a:defRPr>
            </a:pPr>
            <a:r>
              <a:rPr sz="1125" b="0">
                <a:solidFill>
                  <a:srgbClr val="A6B3C4"/>
                </a:solidFill>
                <a:latin typeface="Arial"/>
                <a:ea typeface="Arial"/>
                <a:cs typeface="Arial"/>
              </a:rPr>
              <a:t>JSON Schema → DTO</a:t>
            </a:r>
          </a:p>
          <a:p xmlns:a="http://schemas.openxmlformats.org/drawingml/2006/main">
            <a:pPr algn="ctr">
              <a:defRPr sz="1125" b="0">
                <a:solidFill>
                  <a:srgbClr val="A6B3C4"/>
                </a:solidFill>
                <a:latin typeface="Arial"/>
                <a:ea typeface="Arial"/>
                <a:cs typeface="Arial"/>
              </a:defRPr>
            </a:pPr>
            <a:r>
              <a:rPr sz="1125" b="0">
                <a:solidFill>
                  <a:srgbClr val="A6B3C4"/>
                </a:solidFill>
                <a:latin typeface="Arial"/>
                <a:ea typeface="Arial"/>
                <a:cs typeface="Arial"/>
              </a:rPr>
              <a:t>semantic • repair ≤1</a:t>
            </a:r>
          </a:p>
        </p:txBody>
      </p:sp>
      <p:sp>
        <p:nvSpPr>
          <p:cNvPr id="32" name="">
            <a:extLst xmlns:a="http://schemas.openxmlformats.org/drawingml/2006/main">
              <a:ext uri="{FF2B5EF4-FFF2-40B4-BE49-F238E27FC236}">
                <a16:creationId xmlns:a16="http://schemas.microsoft.com/office/drawing/2014/main" id="{0136354E-C329-442B-A9C9-0E222EA3165C}"/>
              </a:ext>
            </a:extLst>
          </p:cNvPr>
          <p:cNvSpPr>
            <a:spLocks xmlns:a="http://schemas.openxmlformats.org/drawingml/2006/main" noGrp="1"/>
          </p:cNvSpPr>
          <p:nvPr/>
        </p:nvSpPr>
        <p:spPr>
          <a:xfrm xmlns:a="http://schemas.openxmlformats.org/drawingml/2006/main">
            <a:off x="3105150" y="3314700"/>
            <a:ext cx="190500" cy="295275"/>
          </a:xfrm>
          <a:prstGeom xmlns:a="http://schemas.openxmlformats.org/drawingml/2006/main" prst="leftArrow">
            <a:avLst/>
          </a:prstGeom>
          <a:solidFill xmlns:a="http://schemas.openxmlformats.org/drawingml/2006/main">
            <a:srgbClr val="31445C"/>
          </a:solidFill>
          <a:ln xmlns:a="http://schemas.openxmlformats.org/drawingml/2006/main" w="0">
            <a:solidFill>
              <a:srgbClr val="31445C"/>
            </a:solidFill>
          </a:ln>
        </p:spPr>
      </p:sp>
      <p:sp>
        <p:nvSpPr>
          <p:cNvPr id="33" name="">
            <a:extLst xmlns:a="http://schemas.openxmlformats.org/drawingml/2006/main">
              <a:ext uri="{FF2B5EF4-FFF2-40B4-BE49-F238E27FC236}">
                <a16:creationId xmlns:a16="http://schemas.microsoft.com/office/drawing/2014/main" id="{B86D9054-393D-40E1-AA2A-7EC6BDDAAF93}"/>
              </a:ext>
            </a:extLst>
          </p:cNvPr>
          <p:cNvSpPr>
            <a:spLocks xmlns:a="http://schemas.openxmlformats.org/drawingml/2006/main" noGrp="1"/>
          </p:cNvSpPr>
          <p:nvPr/>
        </p:nvSpPr>
        <p:spPr>
          <a:xfrm xmlns:a="http://schemas.openxmlformats.org/drawingml/2006/main">
            <a:off x="514350" y="2924175"/>
            <a:ext cx="2543175" cy="1123950"/>
          </a:xfrm>
          <a:prstGeom xmlns:a="http://schemas.openxmlformats.org/drawingml/2006/main" prst="roundRect">
            <a:avLst>
              <a:gd name="adj" fmla="val 5085"/>
            </a:avLst>
          </a:prstGeom>
          <a:solidFill xmlns:a="http://schemas.openxmlformats.org/drawingml/2006/main">
            <a:srgbClr val="112338"/>
          </a:solidFill>
          <a:ln xmlns:a="http://schemas.openxmlformats.org/drawingml/2006/main" w="9525">
            <a:solidFill>
              <a:srgbClr val="31445C"/>
            </a:solidFill>
            <a:prstDash val="solid"/>
          </a:ln>
        </p:spPr>
      </p:sp>
      <p:sp>
        <p:nvSpPr>
          <p:cNvPr id="34" name="">
            <a:extLst xmlns:a="http://schemas.openxmlformats.org/drawingml/2006/main">
              <a:ext uri="{FF2B5EF4-FFF2-40B4-BE49-F238E27FC236}">
                <a16:creationId xmlns:a16="http://schemas.microsoft.com/office/drawing/2014/main" id="{E89D428E-0577-4BD5-8A5B-06501554DF45}"/>
              </a:ext>
            </a:extLst>
          </p:cNvPr>
          <p:cNvSpPr>
            <a:spLocks xmlns:a="http://schemas.openxmlformats.org/drawingml/2006/main" noGrp="1"/>
          </p:cNvSpPr>
          <p:nvPr/>
        </p:nvSpPr>
        <p:spPr>
          <a:xfrm xmlns:a="http://schemas.openxmlformats.org/drawingml/2006/main">
            <a:off x="647700" y="3067050"/>
            <a:ext cx="1485900" cy="285750"/>
          </a:xfrm>
          <a:prstGeom xmlns:a="http://schemas.openxmlformats.org/drawingml/2006/main" prst="roundRect">
            <a:avLst>
              <a:gd name="adj" fmla="val 50000"/>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8  POLICY C#</a:t>
            </a:r>
          </a:p>
        </p:txBody>
      </p:sp>
      <p:sp>
        <p:nvSpPr>
          <p:cNvPr id="35" name="">
            <a:extLst xmlns:a="http://schemas.openxmlformats.org/drawingml/2006/main">
              <a:ext uri="{FF2B5EF4-FFF2-40B4-BE49-F238E27FC236}">
                <a16:creationId xmlns:a16="http://schemas.microsoft.com/office/drawing/2014/main" id="{5AE9FB22-2E7E-439A-89A9-700FF50F15DE}"/>
              </a:ext>
            </a:extLst>
          </p:cNvPr>
          <p:cNvSpPr>
            <a:spLocks xmlns:a="http://schemas.openxmlformats.org/drawingml/2006/main" noGrp="1"/>
          </p:cNvSpPr>
          <p:nvPr/>
        </p:nvSpPr>
        <p:spPr>
          <a:xfrm xmlns:a="http://schemas.openxmlformats.org/drawingml/2006/main">
            <a:off x="647700" y="3476625"/>
            <a:ext cx="22764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125" b="0">
                <a:solidFill>
                  <a:srgbClr val="A6B3C4"/>
                </a:solidFill>
                <a:latin typeface="Arial"/>
                <a:ea typeface="Arial"/>
                <a:cs typeface="Arial"/>
              </a:defRPr>
            </a:defPPr>
          </a:lstStyle>
          <a:p xmlns:a="http://schemas.openxmlformats.org/drawingml/2006/main">
            <a:pPr algn="ctr">
              <a:defRPr sz="1125" b="0">
                <a:solidFill>
                  <a:srgbClr val="A6B3C4"/>
                </a:solidFill>
                <a:latin typeface="Arial"/>
                <a:ea typeface="Arial"/>
                <a:cs typeface="Arial"/>
              </a:defRPr>
            </a:pPr>
            <a:r>
              <a:rPr sz="1125" b="0">
                <a:solidFill>
                  <a:srgbClr val="A6B3C4"/>
                </a:solidFill>
                <a:latin typeface="Arial"/>
                <a:ea typeface="Arial"/>
                <a:cs typeface="Arial"/>
              </a:rPr>
              <a:t>AUTO_APPROVE</a:t>
            </a:r>
          </a:p>
          <a:p xmlns:a="http://schemas.openxmlformats.org/drawingml/2006/main">
            <a:pPr algn="ctr">
              <a:defRPr sz="1125" b="0">
                <a:solidFill>
                  <a:srgbClr val="A6B3C4"/>
                </a:solidFill>
                <a:latin typeface="Arial"/>
                <a:ea typeface="Arial"/>
                <a:cs typeface="Arial"/>
              </a:defRPr>
            </a:pPr>
            <a:r>
              <a:rPr sz="1125" b="0">
                <a:solidFill>
                  <a:srgbClr val="A6B3C4"/>
                </a:solidFill>
                <a:latin typeface="Arial"/>
                <a:ea typeface="Arial"/>
                <a:cs typeface="Arial"/>
              </a:rPr>
              <a:t>hoặc ESCALATE_*</a:t>
            </a:r>
          </a:p>
        </p:txBody>
      </p:sp>
      <p:sp>
        <p:nvSpPr>
          <p:cNvPr id="36" name="">
            <a:extLst xmlns:a="http://schemas.openxmlformats.org/drawingml/2006/main">
              <a:ext uri="{FF2B5EF4-FFF2-40B4-BE49-F238E27FC236}">
                <a16:creationId xmlns:a16="http://schemas.microsoft.com/office/drawing/2014/main" id="{A37438B4-32BF-45E1-BD75-3D8576FFF764}"/>
              </a:ext>
            </a:extLst>
          </p:cNvPr>
          <p:cNvSpPr>
            <a:spLocks xmlns:a="http://schemas.openxmlformats.org/drawingml/2006/main" noGrp="1"/>
          </p:cNvSpPr>
          <p:nvPr/>
        </p:nvSpPr>
        <p:spPr>
          <a:xfrm xmlns:a="http://schemas.openxmlformats.org/drawingml/2006/main">
            <a:off x="1676400" y="4086225"/>
            <a:ext cx="266700" cy="266700"/>
          </a:xfrm>
          <a:prstGeom xmlns:a="http://schemas.openxmlformats.org/drawingml/2006/main" prst="downArrow">
            <a:avLst/>
          </a:prstGeom>
          <a:solidFill xmlns:a="http://schemas.openxmlformats.org/drawingml/2006/main">
            <a:srgbClr val="31445C"/>
          </a:solidFill>
          <a:ln xmlns:a="http://schemas.openxmlformats.org/drawingml/2006/main" w="0">
            <a:solidFill>
              <a:srgbClr val="31445C"/>
            </a:solidFill>
          </a:ln>
        </p:spPr>
      </p:sp>
      <p:sp>
        <p:nvSpPr>
          <p:cNvPr id="37" name="">
            <a:extLst xmlns:a="http://schemas.openxmlformats.org/drawingml/2006/main">
              <a:ext uri="{FF2B5EF4-FFF2-40B4-BE49-F238E27FC236}">
                <a16:creationId xmlns:a16="http://schemas.microsoft.com/office/drawing/2014/main" id="{EB50DD6A-6FD4-418E-AD27-2E0AA11108A6}"/>
              </a:ext>
            </a:extLst>
          </p:cNvPr>
          <p:cNvSpPr>
            <a:spLocks xmlns:a="http://schemas.openxmlformats.org/drawingml/2006/main" noGrp="1"/>
          </p:cNvSpPr>
          <p:nvPr/>
        </p:nvSpPr>
        <p:spPr>
          <a:xfrm xmlns:a="http://schemas.openxmlformats.org/drawingml/2006/main">
            <a:off x="514350" y="4438650"/>
            <a:ext cx="2800350" cy="1314450"/>
          </a:xfrm>
          <a:prstGeom xmlns:a="http://schemas.openxmlformats.org/drawingml/2006/main" prst="roundRect">
            <a:avLst>
              <a:gd name="adj" fmla="val 4348"/>
            </a:avLst>
          </a:prstGeom>
          <a:solidFill xmlns:a="http://schemas.openxmlformats.org/drawingml/2006/main">
            <a:srgbClr val="162A42"/>
          </a:solidFill>
          <a:ln xmlns:a="http://schemas.openxmlformats.org/drawingml/2006/main" w="9525">
            <a:solidFill>
              <a:srgbClr val="31445C"/>
            </a:solidFill>
            <a:prstDash val="solid"/>
          </a:ln>
        </p:spPr>
      </p:sp>
      <p:sp>
        <p:nvSpPr>
          <p:cNvPr id="38" name="">
            <a:extLst xmlns:a="http://schemas.openxmlformats.org/drawingml/2006/main">
              <a:ext uri="{FF2B5EF4-FFF2-40B4-BE49-F238E27FC236}">
                <a16:creationId xmlns:a16="http://schemas.microsoft.com/office/drawing/2014/main" id="{816F2844-623A-452A-8D8D-F999644C086E}"/>
              </a:ext>
            </a:extLst>
          </p:cNvPr>
          <p:cNvSpPr>
            <a:spLocks xmlns:a="http://schemas.openxmlformats.org/drawingml/2006/main" noGrp="1"/>
          </p:cNvSpPr>
          <p:nvPr/>
        </p:nvSpPr>
        <p:spPr>
          <a:xfrm xmlns:a="http://schemas.openxmlformats.org/drawingml/2006/main">
            <a:off x="685800" y="4600575"/>
            <a:ext cx="1428750" cy="285750"/>
          </a:xfrm>
          <a:prstGeom xmlns:a="http://schemas.openxmlformats.org/drawingml/2006/main" prst="roundRect">
            <a:avLst>
              <a:gd name="adj" fmla="val 50000"/>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AUTO_APPROVE</a:t>
            </a:r>
          </a:p>
        </p:txBody>
      </p:sp>
      <p:sp>
        <p:nvSpPr>
          <p:cNvPr id="39" name="">
            <a:extLst xmlns:a="http://schemas.openxmlformats.org/drawingml/2006/main">
              <a:ext uri="{FF2B5EF4-FFF2-40B4-BE49-F238E27FC236}">
                <a16:creationId xmlns:a16="http://schemas.microsoft.com/office/drawing/2014/main" id="{6019D2A7-5555-4203-AE41-42168373A881}"/>
              </a:ext>
            </a:extLst>
          </p:cNvPr>
          <p:cNvSpPr>
            <a:spLocks xmlns:a="http://schemas.openxmlformats.org/drawingml/2006/main" noGrp="1"/>
          </p:cNvSpPr>
          <p:nvPr/>
        </p:nvSpPr>
        <p:spPr>
          <a:xfrm xmlns:a="http://schemas.openxmlformats.org/drawingml/2006/main">
            <a:off x="685800" y="5010150"/>
            <a:ext cx="238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425" b="1">
                <a:solidFill>
                  <a:srgbClr val="F4F7FB"/>
                </a:solidFill>
                <a:latin typeface="Arial"/>
                <a:ea typeface="Arial"/>
                <a:cs typeface="Arial"/>
              </a:defRPr>
            </a:defPPr>
          </a:lstStyle>
          <a:p xmlns:a="http://schemas.openxmlformats.org/drawingml/2006/main">
            <a:pPr algn="l">
              <a:defRPr sz="1425" b="1">
                <a:solidFill>
                  <a:srgbClr val="F4F7FB"/>
                </a:solidFill>
                <a:latin typeface="Arial"/>
                <a:ea typeface="Arial"/>
                <a:cs typeface="Arial"/>
              </a:defRPr>
            </a:pPr>
            <a:r>
              <a:rPr sz="1425" b="1">
                <a:solidFill>
                  <a:srgbClr val="F4F7FB"/>
                </a:solidFill>
                <a:latin typeface="Arial"/>
                <a:ea typeface="Arial"/>
                <a:cs typeface="Arial"/>
              </a:rPr>
              <a:t>Ca rõ ràng</a:t>
            </a:r>
          </a:p>
        </p:txBody>
      </p:sp>
      <p:sp>
        <p:nvSpPr>
          <p:cNvPr id="40" name="">
            <a:extLst xmlns:a="http://schemas.openxmlformats.org/drawingml/2006/main">
              <a:ext uri="{FF2B5EF4-FFF2-40B4-BE49-F238E27FC236}">
                <a16:creationId xmlns:a16="http://schemas.microsoft.com/office/drawing/2014/main" id="{315BF64B-29C9-4246-A094-DEDA43ED107E}"/>
              </a:ext>
            </a:extLst>
          </p:cNvPr>
          <p:cNvSpPr>
            <a:spLocks xmlns:a="http://schemas.openxmlformats.org/drawingml/2006/main" noGrp="1"/>
          </p:cNvSpPr>
          <p:nvPr/>
        </p:nvSpPr>
        <p:spPr>
          <a:xfrm xmlns:a="http://schemas.openxmlformats.org/drawingml/2006/main">
            <a:off x="685800" y="533400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050" b="0">
                <a:solidFill>
                  <a:srgbClr val="A6B3C4"/>
                </a:solidFill>
                <a:latin typeface="Arial"/>
                <a:ea typeface="Arial"/>
                <a:cs typeface="Arial"/>
              </a:defRPr>
            </a:defPPr>
          </a:lstStyle>
          <a:p xmlns:a="http://schemas.openxmlformats.org/drawingml/2006/main">
            <a:pPr algn="l">
              <a:defRPr sz="1050" b="0">
                <a:solidFill>
                  <a:srgbClr val="A6B3C4"/>
                </a:solidFill>
                <a:latin typeface="Arial"/>
                <a:ea typeface="Arial"/>
                <a:cs typeface="Arial"/>
              </a:defRPr>
            </a:pPr>
            <a:r>
              <a:rPr sz="1050" b="0">
                <a:solidFill>
                  <a:srgbClr val="A6B3C4"/>
                </a:solidFill>
                <a:latin typeface="Arial"/>
                <a:ea typeface="Arial"/>
                <a:cs typeface="Arial"/>
              </a:rPr>
              <a:t>ghi lịch sử • không chờ quản lý</a:t>
            </a:r>
          </a:p>
        </p:txBody>
      </p:sp>
      <p:sp>
        <p:nvSpPr>
          <p:cNvPr id="41" name="">
            <a:extLst xmlns:a="http://schemas.openxmlformats.org/drawingml/2006/main">
              <a:ext uri="{FF2B5EF4-FFF2-40B4-BE49-F238E27FC236}">
                <a16:creationId xmlns:a16="http://schemas.microsoft.com/office/drawing/2014/main" id="{7F96ABC5-87C2-4527-A7A6-EE83EF908C11}"/>
              </a:ext>
            </a:extLst>
          </p:cNvPr>
          <p:cNvSpPr>
            <a:spLocks xmlns:a="http://schemas.openxmlformats.org/drawingml/2006/main" noGrp="1"/>
          </p:cNvSpPr>
          <p:nvPr/>
        </p:nvSpPr>
        <p:spPr>
          <a:xfrm xmlns:a="http://schemas.openxmlformats.org/drawingml/2006/main">
            <a:off x="3638550" y="4438650"/>
            <a:ext cx="5429250" cy="1314450"/>
          </a:xfrm>
          <a:prstGeom xmlns:a="http://schemas.openxmlformats.org/drawingml/2006/main" prst="roundRect">
            <a:avLst>
              <a:gd name="adj" fmla="val 4348"/>
            </a:avLst>
          </a:prstGeom>
          <a:solidFill xmlns:a="http://schemas.openxmlformats.org/drawingml/2006/main">
            <a:srgbClr val="162A42"/>
          </a:solidFill>
          <a:ln xmlns:a="http://schemas.openxmlformats.org/drawingml/2006/main" w="9525">
            <a:solidFill>
              <a:srgbClr val="31445C"/>
            </a:solidFill>
            <a:prstDash val="solid"/>
          </a:ln>
        </p:spPr>
      </p:sp>
      <p:sp>
        <p:nvSpPr>
          <p:cNvPr id="42" name="">
            <a:extLst xmlns:a="http://schemas.openxmlformats.org/drawingml/2006/main">
              <a:ext uri="{FF2B5EF4-FFF2-40B4-BE49-F238E27FC236}">
                <a16:creationId xmlns:a16="http://schemas.microsoft.com/office/drawing/2014/main" id="{A0393F60-B026-4ABF-8DCA-DA779A320B6D}"/>
              </a:ext>
            </a:extLst>
          </p:cNvPr>
          <p:cNvSpPr>
            <a:spLocks xmlns:a="http://schemas.openxmlformats.org/drawingml/2006/main" noGrp="1"/>
          </p:cNvSpPr>
          <p:nvPr/>
        </p:nvSpPr>
        <p:spPr>
          <a:xfrm xmlns:a="http://schemas.openxmlformats.org/drawingml/2006/main">
            <a:off x="3810000" y="4600575"/>
            <a:ext cx="1524000" cy="285750"/>
          </a:xfrm>
          <a:prstGeom xmlns:a="http://schemas.openxmlformats.org/drawingml/2006/main" prst="roundRect">
            <a:avLst>
              <a:gd name="adj" fmla="val 50000"/>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9  ESCALATE_*</a:t>
            </a:r>
          </a:p>
        </p:txBody>
      </p:sp>
      <p:sp>
        <p:nvSpPr>
          <p:cNvPr id="43" name="">
            <a:extLst xmlns:a="http://schemas.openxmlformats.org/drawingml/2006/main">
              <a:ext uri="{FF2B5EF4-FFF2-40B4-BE49-F238E27FC236}">
                <a16:creationId xmlns:a16="http://schemas.microsoft.com/office/drawing/2014/main" id="{D571F618-1AF1-40BE-9BB7-03589977E23A}"/>
              </a:ext>
            </a:extLst>
          </p:cNvPr>
          <p:cNvSpPr>
            <a:spLocks xmlns:a="http://schemas.openxmlformats.org/drawingml/2006/main" noGrp="1"/>
          </p:cNvSpPr>
          <p:nvPr/>
        </p:nvSpPr>
        <p:spPr>
          <a:xfrm xmlns:a="http://schemas.openxmlformats.org/drawingml/2006/main">
            <a:off x="3810000" y="50101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350" b="1">
                <a:solidFill>
                  <a:srgbClr val="F4F7FB"/>
                </a:solidFill>
                <a:latin typeface="Arial"/>
                <a:ea typeface="Arial"/>
                <a:cs typeface="Arial"/>
              </a:defRPr>
            </a:defPPr>
          </a:lstStyle>
          <a:p xmlns:a="http://schemas.openxmlformats.org/drawingml/2006/main">
            <a:pPr algn="l">
              <a:defRPr sz="1350" b="1">
                <a:solidFill>
                  <a:srgbClr val="F4F7FB"/>
                </a:solidFill>
                <a:latin typeface="Arial"/>
                <a:ea typeface="Arial"/>
                <a:cs typeface="Arial"/>
              </a:defRPr>
            </a:pPr>
            <a:r>
              <a:rPr sz="1350" b="1">
                <a:solidFill>
                  <a:srgbClr val="F4F7FB"/>
                </a:solidFill>
                <a:latin typeface="Arial"/>
                <a:ea typeface="Arial"/>
                <a:cs typeface="Arial"/>
              </a:rPr>
              <a:t>Điểm người #1: nhân viên chuyển tiếp</a:t>
            </a:r>
          </a:p>
        </p:txBody>
      </p:sp>
      <p:sp>
        <p:nvSpPr>
          <p:cNvPr id="44" name="">
            <a:extLst xmlns:a="http://schemas.openxmlformats.org/drawingml/2006/main">
              <a:ext uri="{FF2B5EF4-FFF2-40B4-BE49-F238E27FC236}">
                <a16:creationId xmlns:a16="http://schemas.microsoft.com/office/drawing/2014/main" id="{352011FB-F1C2-42DB-82B1-30532799598F}"/>
              </a:ext>
            </a:extLst>
          </p:cNvPr>
          <p:cNvSpPr>
            <a:spLocks xmlns:a="http://schemas.openxmlformats.org/drawingml/2006/main" noGrp="1"/>
          </p:cNvSpPr>
          <p:nvPr/>
        </p:nvSpPr>
        <p:spPr>
          <a:xfrm xmlns:a="http://schemas.openxmlformats.org/drawingml/2006/main">
            <a:off x="3810000" y="53149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350" b="1">
                <a:solidFill>
                  <a:srgbClr val="F4F7FB"/>
                </a:solidFill>
                <a:latin typeface="Arial"/>
                <a:ea typeface="Arial"/>
                <a:cs typeface="Arial"/>
              </a:defRPr>
            </a:defPPr>
          </a:lstStyle>
          <a:p xmlns:a="http://schemas.openxmlformats.org/drawingml/2006/main">
            <a:pPr algn="l">
              <a:defRPr sz="1350" b="1">
                <a:solidFill>
                  <a:srgbClr val="F4F7FB"/>
                </a:solidFill>
                <a:latin typeface="Arial"/>
                <a:ea typeface="Arial"/>
                <a:cs typeface="Arial"/>
              </a:defRPr>
            </a:pPr>
            <a:r>
              <a:rPr sz="1350" b="1">
                <a:solidFill>
                  <a:srgbClr val="F4F7FB"/>
                </a:solidFill>
                <a:latin typeface="Arial"/>
                <a:ea typeface="Arial"/>
                <a:cs typeface="Arial"/>
              </a:rPr>
              <a:t>Điểm người #2: quản lý YES / NO</a:t>
            </a:r>
          </a:p>
        </p:txBody>
      </p:sp>
      <p:sp>
        <p:nvSpPr>
          <p:cNvPr id="45" name="">
            <a:extLst xmlns:a="http://schemas.openxmlformats.org/drawingml/2006/main">
              <a:ext uri="{FF2B5EF4-FFF2-40B4-BE49-F238E27FC236}">
                <a16:creationId xmlns:a16="http://schemas.microsoft.com/office/drawing/2014/main" id="{75FEBE69-9D29-4626-BD16-3E0391BEF3DD}"/>
              </a:ext>
            </a:extLst>
          </p:cNvPr>
          <p:cNvSpPr>
            <a:spLocks xmlns:a="http://schemas.openxmlformats.org/drawingml/2006/main" noGrp="1"/>
          </p:cNvSpPr>
          <p:nvPr/>
        </p:nvSpPr>
        <p:spPr>
          <a:xfrm xmlns:a="http://schemas.openxmlformats.org/drawingml/2006/main">
            <a:off x="9391650" y="4438650"/>
            <a:ext cx="2266950" cy="1314450"/>
          </a:xfrm>
          <a:prstGeom xmlns:a="http://schemas.openxmlformats.org/drawingml/2006/main" prst="roundRect">
            <a:avLst>
              <a:gd name="adj" fmla="val 4348"/>
            </a:avLst>
          </a:prstGeom>
          <a:solidFill xmlns:a="http://schemas.openxmlformats.org/drawingml/2006/main">
            <a:srgbClr val="162A42"/>
          </a:solidFill>
          <a:ln xmlns:a="http://schemas.openxmlformats.org/drawingml/2006/main" w="9525">
            <a:solidFill>
              <a:srgbClr val="31445C"/>
            </a:solidFill>
            <a:prstDash val="solid"/>
          </a:ln>
        </p:spPr>
      </p:sp>
      <p:sp>
        <p:nvSpPr>
          <p:cNvPr id="46" name="">
            <a:extLst xmlns:a="http://schemas.openxmlformats.org/drawingml/2006/main">
              <a:ext uri="{FF2B5EF4-FFF2-40B4-BE49-F238E27FC236}">
                <a16:creationId xmlns:a16="http://schemas.microsoft.com/office/drawing/2014/main" id="{AF0D5BFD-06AB-4869-9D58-31FE81A86195}"/>
              </a:ext>
            </a:extLst>
          </p:cNvPr>
          <p:cNvSpPr>
            <a:spLocks xmlns:a="http://schemas.openxmlformats.org/drawingml/2006/main" noGrp="1"/>
          </p:cNvSpPr>
          <p:nvPr/>
        </p:nvSpPr>
        <p:spPr>
          <a:xfrm xmlns:a="http://schemas.openxmlformats.org/drawingml/2006/main">
            <a:off x="9563100" y="4600575"/>
            <a:ext cx="1428750" cy="285750"/>
          </a:xfrm>
          <a:prstGeom xmlns:a="http://schemas.openxmlformats.org/drawingml/2006/main" prst="roundRect">
            <a:avLst>
              <a:gd name="adj" fmla="val 50000"/>
            </a:avLst>
          </a:prstGeom>
          <a:solidFill xmlns:a="http://schemas.openxmlformats.org/drawingml/2006/main">
            <a:srgbClr val="45A9BE"/>
          </a:solidFill>
          <a:ln xmlns:a="http://schemas.openxmlformats.org/drawingml/2006/main" w="9525">
            <a:solidFill>
              <a:srgbClr val="45A9BE"/>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AUDIT / UNDO</a:t>
            </a:r>
          </a:p>
        </p:txBody>
      </p:sp>
      <p:sp>
        <p:nvSpPr>
          <p:cNvPr id="47" name="">
            <a:extLst xmlns:a="http://schemas.openxmlformats.org/drawingml/2006/main">
              <a:ext uri="{FF2B5EF4-FFF2-40B4-BE49-F238E27FC236}">
                <a16:creationId xmlns:a16="http://schemas.microsoft.com/office/drawing/2014/main" id="{C306EE8A-B679-4B92-BB3B-E6087ED62254}"/>
              </a:ext>
            </a:extLst>
          </p:cNvPr>
          <p:cNvSpPr>
            <a:spLocks xmlns:a="http://schemas.openxmlformats.org/drawingml/2006/main" noGrp="1"/>
          </p:cNvSpPr>
          <p:nvPr/>
        </p:nvSpPr>
        <p:spPr>
          <a:xfrm xmlns:a="http://schemas.openxmlformats.org/drawingml/2006/main">
            <a:off x="9563100" y="5010150"/>
            <a:ext cx="1924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ctr">
              <a:defRPr sz="1275" b="1">
                <a:solidFill>
                  <a:srgbClr val="F4F7FB"/>
                </a:solidFill>
                <a:latin typeface="Arial"/>
                <a:ea typeface="Arial"/>
                <a:cs typeface="Arial"/>
              </a:defRPr>
            </a:defPPr>
          </a:lstStyle>
          <a:p xmlns:a="http://schemas.openxmlformats.org/drawingml/2006/main">
            <a:pPr algn="ctr">
              <a:defRPr sz="1275" b="1">
                <a:solidFill>
                  <a:srgbClr val="F4F7FB"/>
                </a:solidFill>
                <a:latin typeface="Arial"/>
                <a:ea typeface="Arial"/>
                <a:cs typeface="Arial"/>
              </a:defRPr>
            </a:pPr>
            <a:r>
              <a:rPr sz="1275" b="1">
                <a:solidFill>
                  <a:srgbClr val="F4F7FB"/>
                </a:solidFill>
                <a:latin typeface="Arial"/>
                <a:ea typeface="Arial"/>
                <a:cs typeface="Arial"/>
              </a:rPr>
              <a:t>Append-only timeline</a:t>
            </a:r>
          </a:p>
        </p:txBody>
      </p:sp>
      <p:sp>
        <p:nvSpPr>
          <p:cNvPr id="48" name="">
            <a:extLst xmlns:a="http://schemas.openxmlformats.org/drawingml/2006/main">
              <a:ext uri="{FF2B5EF4-FFF2-40B4-BE49-F238E27FC236}">
                <a16:creationId xmlns:a16="http://schemas.microsoft.com/office/drawing/2014/main" id="{24B11A3F-35E1-4BEC-863C-719AEB84D41F}"/>
              </a:ext>
            </a:extLst>
          </p:cNvPr>
          <p:cNvSpPr>
            <a:spLocks xmlns:a="http://schemas.openxmlformats.org/drawingml/2006/main" noGrp="1"/>
          </p:cNvSpPr>
          <p:nvPr/>
        </p:nvSpPr>
        <p:spPr>
          <a:xfrm xmlns:a="http://schemas.openxmlformats.org/drawingml/2006/main">
            <a:off x="9563100" y="5334000"/>
            <a:ext cx="1924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ctr">
              <a:defRPr sz="1050" b="0">
                <a:solidFill>
                  <a:srgbClr val="A6B3C4"/>
                </a:solidFill>
                <a:latin typeface="Arial"/>
                <a:ea typeface="Arial"/>
                <a:cs typeface="Arial"/>
              </a:defRPr>
            </a:defPPr>
          </a:lstStyle>
          <a:p xmlns:a="http://schemas.openxmlformats.org/drawingml/2006/main">
            <a:pPr algn="ctr">
              <a:defRPr sz="1050" b="0">
                <a:solidFill>
                  <a:srgbClr val="A6B3C4"/>
                </a:solidFill>
                <a:latin typeface="Arial"/>
                <a:ea typeface="Arial"/>
                <a:cs typeface="Arial"/>
              </a:defRPr>
            </a:pPr>
            <a:r>
              <a:rPr sz="1050" b="0">
                <a:solidFill>
                  <a:srgbClr val="A6B3C4"/>
                </a:solidFill>
                <a:latin typeface="Arial"/>
                <a:ea typeface="Arial"/>
                <a:cs typeface="Arial"/>
              </a:rPr>
              <a:t>Undo = event mới</a:t>
            </a:r>
          </a:p>
        </p:txBody>
      </p:sp>
      <p:sp>
        <p:nvSpPr>
          <p:cNvPr id="49" name="">
            <a:extLst xmlns:a="http://schemas.openxmlformats.org/drawingml/2006/main">
              <a:ext uri="{FF2B5EF4-FFF2-40B4-BE49-F238E27FC236}">
                <a16:creationId xmlns:a16="http://schemas.microsoft.com/office/drawing/2014/main" id="{0B26439B-520D-4DC6-B839-5D4621E23BAA}"/>
              </a:ext>
            </a:extLst>
          </p:cNvPr>
          <p:cNvSpPr>
            <a:spLocks xmlns:a="http://schemas.openxmlformats.org/drawingml/2006/main" noGrp="1"/>
          </p:cNvSpPr>
          <p:nvPr/>
        </p:nvSpPr>
        <p:spPr>
          <a:xfrm xmlns:a="http://schemas.openxmlformats.org/drawingml/2006/main">
            <a:off x="3343275" y="4914900"/>
            <a:ext cx="238125" cy="333375"/>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50" name="">
            <a:extLst xmlns:a="http://schemas.openxmlformats.org/drawingml/2006/main">
              <a:ext uri="{FF2B5EF4-FFF2-40B4-BE49-F238E27FC236}">
                <a16:creationId xmlns:a16="http://schemas.microsoft.com/office/drawing/2014/main" id="{96C49598-3BC5-48ED-9F08-A79B6716BCDE}"/>
              </a:ext>
            </a:extLst>
          </p:cNvPr>
          <p:cNvSpPr>
            <a:spLocks xmlns:a="http://schemas.openxmlformats.org/drawingml/2006/main" noGrp="1"/>
          </p:cNvSpPr>
          <p:nvPr/>
        </p:nvSpPr>
        <p:spPr>
          <a:xfrm xmlns:a="http://schemas.openxmlformats.org/drawingml/2006/main">
            <a:off x="9105900" y="4914900"/>
            <a:ext cx="238125" cy="333375"/>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51" name="">
            <a:extLst xmlns:a="http://schemas.openxmlformats.org/drawingml/2006/main">
              <a:ext uri="{FF2B5EF4-FFF2-40B4-BE49-F238E27FC236}">
                <a16:creationId xmlns:a16="http://schemas.microsoft.com/office/drawing/2014/main" id="{8B485174-57DF-4BE5-91C2-752B53202F71}"/>
              </a:ext>
            </a:extLst>
          </p:cNvPr>
          <p:cNvSpPr>
            <a:spLocks xmlns:a="http://schemas.openxmlformats.org/drawingml/2006/main" noGrp="1"/>
          </p:cNvSpPr>
          <p:nvPr/>
        </p:nvSpPr>
        <p:spPr>
          <a:xfrm xmlns:a="http://schemas.openxmlformats.org/drawingml/2006/main">
            <a:off x="514350" y="6534150"/>
            <a:ext cx="904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900" b="0">
                <a:solidFill>
                  <a:srgbClr val="A6B3C4"/>
                </a:solidFill>
                <a:latin typeface="Arial"/>
                <a:ea typeface="Arial"/>
                <a:cs typeface="Arial"/>
              </a:defRPr>
            </a:defPPr>
          </a:lstStyle>
          <a:p xmlns:a="http://schemas.openxmlformats.org/drawingml/2006/main">
            <a:pPr algn="l">
              <a:defRPr sz="900" b="0">
                <a:solidFill>
                  <a:srgbClr val="A6B3C4"/>
                </a:solidFill>
                <a:latin typeface="Arial"/>
                <a:ea typeface="Arial"/>
                <a:cs typeface="Arial"/>
              </a:defRPr>
            </a:pPr>
            <a:r>
              <a:rPr sz="900" b="0">
                <a:solidFill>
                  <a:srgbClr val="A6B3C4"/>
                </a:solidFill>
                <a:latin typeface="Arial"/>
                <a:ea typeface="Arial"/>
                <a:cs typeface="Arial"/>
              </a:rPr>
              <a:t>AURA • Track VNG • 15/10/2026</a:t>
            </a:r>
          </a:p>
        </p:txBody>
      </p:sp>
      <p:sp>
        <p:nvSpPr>
          <p:cNvPr id="52" name="">
            <a:extLst xmlns:a="http://schemas.openxmlformats.org/drawingml/2006/main">
              <a:ext uri="{FF2B5EF4-FFF2-40B4-BE49-F238E27FC236}">
                <a16:creationId xmlns:a16="http://schemas.microsoft.com/office/drawing/2014/main" id="{E52A994C-52C2-4FA9-A070-A7EB76E6031E}"/>
              </a:ext>
            </a:extLst>
          </p:cNvPr>
          <p:cNvSpPr>
            <a:spLocks xmlns:a="http://schemas.openxmlformats.org/drawingml/2006/main" noGrp="1"/>
          </p:cNvSpPr>
          <p:nvPr/>
        </p:nvSpPr>
        <p:spPr>
          <a:xfrm xmlns:a="http://schemas.openxmlformats.org/drawingml/2006/main">
            <a:off x="11144250" y="6515100"/>
            <a:ext cx="514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r">
              <a:defRPr sz="975" b="1">
                <a:solidFill>
                  <a:srgbClr val="A6B3C4"/>
                </a:solidFill>
                <a:latin typeface="Arial"/>
                <a:ea typeface="Arial"/>
                <a:cs typeface="Arial"/>
              </a:defRPr>
            </a:defPPr>
          </a:lstStyle>
          <a:p xmlns:a="http://schemas.openxmlformats.org/drawingml/2006/main">
            <a:pPr algn="r">
              <a:defRPr sz="975" b="1">
                <a:solidFill>
                  <a:srgbClr val="A6B3C4"/>
                </a:solidFill>
                <a:latin typeface="Arial"/>
                <a:ea typeface="Arial"/>
                <a:cs typeface="Arial"/>
              </a:defRPr>
            </a:pPr>
            <a:r>
              <a:rPr sz="975" b="1">
                <a:solidFill>
                  <a:srgbClr val="A6B3C4"/>
                </a:solidFill>
                <a:latin typeface="Arial"/>
                <a:ea typeface="Arial"/>
                <a:cs typeface="Arial"/>
              </a:rPr>
              <a:t>2</a:t>
            </a:r>
          </a:p>
        </p:txBody>
      </p:sp>
    </p:spTree>
    <p:extLst>
      <p:ext uri="{BB962C8B-B14F-4D97-AF65-F5344CB8AC3E}">
        <p14:creationId xmlns:p14="http://schemas.microsoft.com/office/powerpoint/2010/main" val="1633379112"/>
      </p:ext>
    </p:extLst>
  </p:cSld>
</p:sld>
</file>

<file path=ppt/slides/slide3.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2A9D71C3-629E-43EF-9084-C60BE917944C}"/>
              </a:ext>
            </a:extLst>
          </p:cNvPr>
          <p:cNvSpPr>
            <a:spLocks xmlns:a="http://schemas.openxmlformats.org/drawingml/2006/main" noGrp="1"/>
          </p:cNvSpPr>
          <p:nvPr/>
        </p:nvSpPr>
        <p:spPr>
          <a:xfrm xmlns:a="http://schemas.openxmlformats.org/drawingml/2006/main">
            <a:off x="476250" y="361950"/>
            <a:ext cx="64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350" b="1">
                <a:solidFill>
                  <a:srgbClr val="45A9BE"/>
                </a:solidFill>
                <a:latin typeface="Arial"/>
                <a:ea typeface="Arial"/>
                <a:cs typeface="Arial"/>
              </a:defRPr>
            </a:defPPr>
          </a:lstStyle>
          <a:p xmlns:a="http://schemas.openxmlformats.org/drawingml/2006/main">
            <a:pPr algn="l">
              <a:defRPr sz="1350" b="1">
                <a:solidFill>
                  <a:srgbClr val="45A9BE"/>
                </a:solidFill>
                <a:latin typeface="Arial"/>
                <a:ea typeface="Arial"/>
                <a:cs typeface="Arial"/>
              </a:defRPr>
            </a:pPr>
            <a:r>
              <a:rPr sz="1350" b="1">
                <a:solidFill>
                  <a:srgbClr val="45A9BE"/>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457E3404-8825-406C-AF66-2F9F8B8ABB89}"/>
              </a:ext>
            </a:extLst>
          </p:cNvPr>
          <p:cNvSpPr>
            <a:spLocks xmlns:a="http://schemas.openxmlformats.org/drawingml/2006/main" noGrp="1"/>
          </p:cNvSpPr>
          <p:nvPr/>
        </p:nvSpPr>
        <p:spPr>
          <a:xfrm xmlns:a="http://schemas.openxmlformats.org/drawingml/2006/main">
            <a:off x="1066800" y="285750"/>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2550" b="1">
                <a:solidFill>
                  <a:srgbClr val="F4F7FB"/>
                </a:solidFill>
                <a:latin typeface="Arial"/>
                <a:ea typeface="Arial"/>
                <a:cs typeface="Arial"/>
              </a:defRPr>
            </a:defPPr>
          </a:lstStyle>
          <a:p xmlns:a="http://schemas.openxmlformats.org/drawingml/2006/main">
            <a:pPr algn="l">
              <a:defRPr sz="2550" b="1">
                <a:solidFill>
                  <a:srgbClr val="F4F7FB"/>
                </a:solidFill>
                <a:latin typeface="Arial"/>
                <a:ea typeface="Arial"/>
                <a:cs typeface="Arial"/>
              </a:defRPr>
            </a:pPr>
            <a:r>
              <a:rPr sz="2550" b="1">
                <a:solidFill>
                  <a:srgbClr val="F4F7FB"/>
                </a:solidFill>
                <a:latin typeface="Arial"/>
                <a:ea typeface="Arial"/>
                <a:cs typeface="Arial"/>
              </a:rPr>
              <a:t>Đối chiếu trước–sau: khẳng định nào đã có bằng chứng?</a:t>
            </a:r>
          </a:p>
        </p:txBody>
      </p:sp>
      <p:sp>
        <p:nvSpPr>
          <p:cNvPr id="3" name="">
            <a:extLst xmlns:a="http://schemas.openxmlformats.org/drawingml/2006/main">
              <a:ext uri="{FF2B5EF4-FFF2-40B4-BE49-F238E27FC236}">
                <a16:creationId xmlns:a16="http://schemas.microsoft.com/office/drawing/2014/main" id="{47F4F896-B935-48FF-89ED-A34315540055}"/>
              </a:ext>
            </a:extLst>
          </p:cNvPr>
          <p:cNvSpPr>
            <a:spLocks xmlns:a="http://schemas.openxmlformats.org/drawingml/2006/main" noGrp="1"/>
          </p:cNvSpPr>
          <p:nvPr/>
        </p:nvSpPr>
        <p:spPr>
          <a:xfrm xmlns:a="http://schemas.openxmlformats.org/drawingml/2006/main">
            <a:off x="1066800" y="78105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0">
                <a:solidFill>
                  <a:srgbClr val="A6B3C4"/>
                </a:solidFill>
                <a:latin typeface="Arial"/>
                <a:ea typeface="Arial"/>
                <a:cs typeface="Arial"/>
              </a:defRPr>
            </a:defPPr>
          </a:lstStyle>
          <a:p xmlns:a="http://schemas.openxmlformats.org/drawingml/2006/main">
            <a:pPr algn="l">
              <a:defRPr sz="1275" b="0">
                <a:solidFill>
                  <a:srgbClr val="A6B3C4"/>
                </a:solidFill>
                <a:latin typeface="Arial"/>
                <a:ea typeface="Arial"/>
                <a:cs typeface="Arial"/>
              </a:defRPr>
            </a:pPr>
            <a:r>
              <a:rPr sz="1275" b="0">
                <a:solidFill>
                  <a:srgbClr val="A6B3C4"/>
                </a:solidFill>
                <a:latin typeface="Arial"/>
                <a:ea typeface="Arial"/>
                <a:cs typeface="Arial"/>
              </a:rPr>
              <a:t>Không suy ROI từ fixture; dùng cùng nhiệm vụ, cùng người và cùng tiêu chí.</a:t>
            </a:r>
          </a:p>
        </p:txBody>
      </p:sp>
      <p:sp>
        <p:nvSpPr>
          <p:cNvPr id="4" name="">
            <a:extLst xmlns:a="http://schemas.openxmlformats.org/drawingml/2006/main">
              <a:ext uri="{FF2B5EF4-FFF2-40B4-BE49-F238E27FC236}">
                <a16:creationId xmlns:a16="http://schemas.microsoft.com/office/drawing/2014/main" id="{474B3E33-412E-4DEF-A552-41EAF79AB52D}"/>
              </a:ext>
            </a:extLst>
          </p:cNvPr>
          <p:cNvSpPr>
            <a:spLocks xmlns:a="http://schemas.openxmlformats.org/drawingml/2006/main" noGrp="1"/>
          </p:cNvSpPr>
          <p:nvPr/>
        </p:nvSpPr>
        <p:spPr>
          <a:xfrm xmlns:a="http://schemas.openxmlformats.org/drawingml/2006/main">
            <a:off x="514350" y="1162050"/>
            <a:ext cx="1114425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5" name="">
            <a:extLst xmlns:a="http://schemas.openxmlformats.org/drawingml/2006/main">
              <a:ext uri="{FF2B5EF4-FFF2-40B4-BE49-F238E27FC236}">
                <a16:creationId xmlns:a16="http://schemas.microsoft.com/office/drawing/2014/main" id="{7E42A3E5-6380-45F4-8195-5EA3A7B98D0A}"/>
              </a:ext>
            </a:extLst>
          </p:cNvPr>
          <p:cNvSpPr>
            <a:spLocks xmlns:a="http://schemas.openxmlformats.org/drawingml/2006/main" noGrp="1"/>
          </p:cNvSpPr>
          <p:nvPr/>
        </p:nvSpPr>
        <p:spPr>
          <a:xfrm xmlns:a="http://schemas.openxmlformats.org/drawingml/2006/main">
            <a:off x="514350" y="1504950"/>
            <a:ext cx="3371850" cy="2114550"/>
          </a:xfrm>
          <a:prstGeom xmlns:a="http://schemas.openxmlformats.org/drawingml/2006/main" prst="roundRect">
            <a:avLst>
              <a:gd name="adj" fmla="val 2703"/>
            </a:avLst>
          </a:prstGeom>
          <a:solidFill xmlns:a="http://schemas.openxmlformats.org/drawingml/2006/main">
            <a:srgbClr val="162A42"/>
          </a:solidFill>
          <a:ln xmlns:a="http://schemas.openxmlformats.org/drawingml/2006/main" w="9525">
            <a:solidFill>
              <a:srgbClr val="31445C"/>
            </a:solidFill>
            <a:prstDash val="solid"/>
          </a:ln>
        </p:spPr>
      </p:sp>
      <p:sp>
        <p:nvSpPr>
          <p:cNvPr id="6" name="">
            <a:extLst xmlns:a="http://schemas.openxmlformats.org/drawingml/2006/main">
              <a:ext uri="{FF2B5EF4-FFF2-40B4-BE49-F238E27FC236}">
                <a16:creationId xmlns:a16="http://schemas.microsoft.com/office/drawing/2014/main" id="{830EE074-AFA4-45FA-AAA0-2FE2081AB515}"/>
              </a:ext>
            </a:extLst>
          </p:cNvPr>
          <p:cNvSpPr>
            <a:spLocks xmlns:a="http://schemas.openxmlformats.org/drawingml/2006/main" noGrp="1"/>
          </p:cNvSpPr>
          <p:nvPr/>
        </p:nvSpPr>
        <p:spPr>
          <a:xfrm xmlns:a="http://schemas.openxmlformats.org/drawingml/2006/main">
            <a:off x="704850" y="1695450"/>
            <a:ext cx="1504950" cy="285750"/>
          </a:xfrm>
          <a:prstGeom xmlns:a="http://schemas.openxmlformats.org/drawingml/2006/main" prst="roundRect">
            <a:avLst>
              <a:gd name="adj" fmla="val 50000"/>
            </a:avLst>
          </a:prstGeom>
          <a:solidFill xmlns:a="http://schemas.openxmlformats.org/drawingml/2006/main">
            <a:srgbClr val="31445C"/>
          </a:solidFill>
          <a:ln xmlns:a="http://schemas.openxmlformats.org/drawingml/2006/main" w="9525">
            <a:solidFill>
              <a:srgbClr val="31445C"/>
            </a:solidFill>
            <a:prstDash val="solid"/>
          </a:ln>
        </p:spPr>
        <p:txBody>
          <a:bodyPr xmlns:a="http://schemas.openxmlformats.org/drawingml/2006/main" lIns="57150" tIns="9525" rIns="57150" bIns="9525" anchor="ctr">
            <a:normAutofit fontScale="92254"/>
          </a:bodyPr>
          <a:lstStyle xmlns:a="http://schemas.openxmlformats.org/drawingml/2006/main">
            <a:defPPr algn="ctr">
              <a:defRPr sz="1050" b="1">
                <a:solidFill>
                  <a:srgbClr val="F4F7FB"/>
                </a:solidFill>
                <a:latin typeface="Arial"/>
                <a:ea typeface="Arial"/>
                <a:cs typeface="Arial"/>
              </a:defRPr>
            </a:defPPr>
          </a:lstStyle>
          <a:p xmlns:a="http://schemas.openxmlformats.org/drawingml/2006/main">
            <a:pPr algn="ctr">
              <a:defRPr sz="1050" b="1">
                <a:solidFill>
                  <a:srgbClr val="F4F7FB"/>
                </a:solidFill>
                <a:latin typeface="Arial"/>
                <a:ea typeface="Arial"/>
                <a:cs typeface="Arial"/>
              </a:defRPr>
            </a:pPr>
            <a:r>
              <a:rPr sz="1050" b="1">
                <a:solidFill>
                  <a:srgbClr val="F4F7FB"/>
                </a:solidFill>
                <a:latin typeface="Arial"/>
                <a:ea typeface="Arial"/>
                <a:cs typeface="Arial"/>
              </a:rPr>
              <a:t>TRƯỚC — THỦ CÔNG</a:t>
            </a:r>
          </a:p>
        </p:txBody>
      </p:sp>
      <p:sp>
        <p:nvSpPr>
          <p:cNvPr id="7" name="">
            <a:extLst xmlns:a="http://schemas.openxmlformats.org/drawingml/2006/main">
              <a:ext uri="{FF2B5EF4-FFF2-40B4-BE49-F238E27FC236}">
                <a16:creationId xmlns:a16="http://schemas.microsoft.com/office/drawing/2014/main" id="{C69CB738-DD16-4174-B54F-6C5BAB7FA912}"/>
              </a:ext>
            </a:extLst>
          </p:cNvPr>
          <p:cNvSpPr>
            <a:spLocks xmlns:a="http://schemas.openxmlformats.org/drawingml/2006/main" noGrp="1"/>
          </p:cNvSpPr>
          <p:nvPr/>
        </p:nvSpPr>
        <p:spPr>
          <a:xfrm xmlns:a="http://schemas.openxmlformats.org/drawingml/2006/main">
            <a:off x="704850" y="2152650"/>
            <a:ext cx="2971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650" b="1">
                <a:solidFill>
                  <a:srgbClr val="F4F7FB"/>
                </a:solidFill>
                <a:latin typeface="Arial"/>
                <a:ea typeface="Arial"/>
                <a:cs typeface="Arial"/>
              </a:defRPr>
            </a:defPPr>
          </a:lstStyle>
          <a:p xmlns:a="http://schemas.openxmlformats.org/drawingml/2006/main">
            <a:pPr algn="l">
              <a:defRPr sz="1650" b="1">
                <a:solidFill>
                  <a:srgbClr val="F4F7FB"/>
                </a:solidFill>
                <a:latin typeface="Arial"/>
                <a:ea typeface="Arial"/>
                <a:cs typeface="Arial"/>
              </a:defRPr>
            </a:pPr>
            <a:r>
              <a:rPr sz="1650" b="1">
                <a:solidFill>
                  <a:srgbClr val="F4F7FB"/>
                </a:solidFill>
                <a:latin typeface="Arial"/>
                <a:ea typeface="Arial"/>
                <a:cs typeface="Arial"/>
              </a:rPr>
              <a:t>Sẽ đo trên 3 người dùng</a:t>
            </a:r>
          </a:p>
        </p:txBody>
      </p:sp>
      <p:sp>
        <p:nvSpPr>
          <p:cNvPr id="8" name="">
            <a:extLst xmlns:a="http://schemas.openxmlformats.org/drawingml/2006/main">
              <a:ext uri="{FF2B5EF4-FFF2-40B4-BE49-F238E27FC236}">
                <a16:creationId xmlns:a16="http://schemas.microsoft.com/office/drawing/2014/main" id="{2F86E0F1-25ED-471B-B7F4-5BE0A15D5EAF}"/>
              </a:ext>
            </a:extLst>
          </p:cNvPr>
          <p:cNvSpPr>
            <a:spLocks xmlns:a="http://schemas.openxmlformats.org/drawingml/2006/main" noGrp="1"/>
          </p:cNvSpPr>
          <p:nvPr/>
        </p:nvSpPr>
        <p:spPr>
          <a:xfrm xmlns:a="http://schemas.openxmlformats.org/drawingml/2006/main">
            <a:off x="704850" y="2543175"/>
            <a:ext cx="2971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0">
                <a:solidFill>
                  <a:srgbClr val="A6B3C4"/>
                </a:solidFill>
                <a:latin typeface="Arial"/>
                <a:ea typeface="Arial"/>
                <a:cs typeface="Arial"/>
              </a:defRPr>
            </a:defPPr>
          </a:lstStyle>
          <a:p xmlns:a="http://schemas.openxmlformats.org/drawingml/2006/main">
            <a:pPr algn="l">
              <a:defRPr sz="1200" b="0">
                <a:solidFill>
                  <a:srgbClr val="A6B3C4"/>
                </a:solidFill>
                <a:latin typeface="Arial"/>
                <a:ea typeface="Arial"/>
                <a:cs typeface="Arial"/>
              </a:defRPr>
            </a:pPr>
            <a:r>
              <a:rPr sz="1200" b="0">
                <a:solidFill>
                  <a:srgbClr val="A6B3C4"/>
                </a:solidFill>
                <a:latin typeface="Arial"/>
                <a:ea typeface="Arial"/>
                <a:cs typeface="Arial"/>
              </a:rPr>
              <a:t>Cùng 3 nhiệm vụ:</a:t>
            </a:r>
          </a:p>
          <a:p xmlns:a="http://schemas.openxmlformats.org/drawingml/2006/main">
            <a:pPr algn="l">
              <a:defRPr sz="1200" b="0">
                <a:solidFill>
                  <a:srgbClr val="A6B3C4"/>
                </a:solidFill>
                <a:latin typeface="Arial"/>
                <a:ea typeface="Arial"/>
                <a:cs typeface="Arial"/>
              </a:defRPr>
            </a:pPr>
            <a:r>
              <a:rPr sz="1200" b="0">
                <a:solidFill>
                  <a:srgbClr val="A6B3C4"/>
                </a:solidFill>
                <a:latin typeface="Arial"/>
                <a:ea typeface="Arial"/>
                <a:cs typeface="Arial"/>
              </a:rPr>
              <a:t>• gửi hồ sơ</a:t>
            </a:r>
          </a:p>
          <a:p xmlns:a="http://schemas.openxmlformats.org/drawingml/2006/main">
            <a:pPr algn="l">
              <a:defRPr sz="1200" b="0">
                <a:solidFill>
                  <a:srgbClr val="A6B3C4"/>
                </a:solidFill>
                <a:latin typeface="Arial"/>
                <a:ea typeface="Arial"/>
                <a:cs typeface="Arial"/>
              </a:defRPr>
            </a:pPr>
            <a:r>
              <a:rPr sz="1200" b="0">
                <a:solidFill>
                  <a:srgbClr val="A6B3C4"/>
                </a:solidFill>
                <a:latin typeface="Arial"/>
                <a:ea typeface="Arial"/>
                <a:cs typeface="Arial"/>
              </a:rPr>
              <a:t>• xử lý ngoại lệ</a:t>
            </a:r>
          </a:p>
          <a:p xmlns:a="http://schemas.openxmlformats.org/drawingml/2006/main">
            <a:pPr algn="l">
              <a:defRPr sz="1200" b="0">
                <a:solidFill>
                  <a:srgbClr val="A6B3C4"/>
                </a:solidFill>
                <a:latin typeface="Arial"/>
                <a:ea typeface="Arial"/>
                <a:cs typeface="Arial"/>
              </a:defRPr>
            </a:pPr>
            <a:r>
              <a:rPr sz="1200" b="0">
                <a:solidFill>
                  <a:srgbClr val="A6B3C4"/>
                </a:solidFill>
                <a:latin typeface="Arial"/>
                <a:ea typeface="Arial"/>
                <a:cs typeface="Arial"/>
              </a:rPr>
              <a:t>• kiểm tra / hoàn tác</a:t>
            </a:r>
          </a:p>
        </p:txBody>
      </p:sp>
      <p:sp>
        <p:nvSpPr>
          <p:cNvPr id="9" name="">
            <a:extLst xmlns:a="http://schemas.openxmlformats.org/drawingml/2006/main">
              <a:ext uri="{FF2B5EF4-FFF2-40B4-BE49-F238E27FC236}">
                <a16:creationId xmlns:a16="http://schemas.microsoft.com/office/drawing/2014/main" id="{8922555F-FF6B-44CC-9493-83F05A991CCF}"/>
              </a:ext>
            </a:extLst>
          </p:cNvPr>
          <p:cNvSpPr>
            <a:spLocks xmlns:a="http://schemas.openxmlformats.org/drawingml/2006/main" noGrp="1"/>
          </p:cNvSpPr>
          <p:nvPr/>
        </p:nvSpPr>
        <p:spPr>
          <a:xfrm xmlns:a="http://schemas.openxmlformats.org/drawingml/2006/main">
            <a:off x="4143375" y="1504950"/>
            <a:ext cx="3524250" cy="2114550"/>
          </a:xfrm>
          <a:prstGeom xmlns:a="http://schemas.openxmlformats.org/drawingml/2006/main" prst="roundRect">
            <a:avLst>
              <a:gd name="adj" fmla="val 2703"/>
            </a:avLst>
          </a:prstGeom>
          <a:solidFill xmlns:a="http://schemas.openxmlformats.org/drawingml/2006/main">
            <a:srgbClr val="162A42"/>
          </a:solidFill>
          <a:ln xmlns:a="http://schemas.openxmlformats.org/drawingml/2006/main" w="9525">
            <a:solidFill>
              <a:srgbClr val="31445C"/>
            </a:solidFill>
            <a:prstDash val="solid"/>
          </a:ln>
        </p:spPr>
      </p:sp>
      <p:sp>
        <p:nvSpPr>
          <p:cNvPr id="10" name="">
            <a:extLst xmlns:a="http://schemas.openxmlformats.org/drawingml/2006/main">
              <a:ext uri="{FF2B5EF4-FFF2-40B4-BE49-F238E27FC236}">
                <a16:creationId xmlns:a16="http://schemas.microsoft.com/office/drawing/2014/main" id="{A0CD7EB2-1965-438A-8C03-A6E37EA591E2}"/>
              </a:ext>
            </a:extLst>
          </p:cNvPr>
          <p:cNvSpPr>
            <a:spLocks xmlns:a="http://schemas.openxmlformats.org/drawingml/2006/main" noGrp="1"/>
          </p:cNvSpPr>
          <p:nvPr/>
        </p:nvSpPr>
        <p:spPr>
          <a:xfrm xmlns:a="http://schemas.openxmlformats.org/drawingml/2006/main">
            <a:off x="4333875" y="1695450"/>
            <a:ext cx="1219200" cy="285750"/>
          </a:xfrm>
          <a:prstGeom xmlns:a="http://schemas.openxmlformats.org/drawingml/2006/main" prst="roundRect">
            <a:avLst>
              <a:gd name="adj" fmla="val 50000"/>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SAU — AURA</a:t>
            </a:r>
          </a:p>
        </p:txBody>
      </p:sp>
      <p:sp>
        <p:nvSpPr>
          <p:cNvPr id="11" name="">
            <a:extLst xmlns:a="http://schemas.openxmlformats.org/drawingml/2006/main">
              <a:ext uri="{FF2B5EF4-FFF2-40B4-BE49-F238E27FC236}">
                <a16:creationId xmlns:a16="http://schemas.microsoft.com/office/drawing/2014/main" id="{81984FCF-201E-462D-AFB2-DDC5CBCB783F}"/>
              </a:ext>
            </a:extLst>
          </p:cNvPr>
          <p:cNvSpPr>
            <a:spLocks xmlns:a="http://schemas.openxmlformats.org/drawingml/2006/main" noGrp="1"/>
          </p:cNvSpPr>
          <p:nvPr/>
        </p:nvSpPr>
        <p:spPr>
          <a:xfrm xmlns:a="http://schemas.openxmlformats.org/drawingml/2006/main">
            <a:off x="4333875" y="2152650"/>
            <a:ext cx="3124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650" b="1">
                <a:solidFill>
                  <a:srgbClr val="F4F7FB"/>
                </a:solidFill>
                <a:latin typeface="Arial"/>
                <a:ea typeface="Arial"/>
                <a:cs typeface="Arial"/>
              </a:defRPr>
            </a:defPPr>
          </a:lstStyle>
          <a:p xmlns:a="http://schemas.openxmlformats.org/drawingml/2006/main">
            <a:pPr algn="l">
              <a:defRPr sz="1650" b="1">
                <a:solidFill>
                  <a:srgbClr val="F4F7FB"/>
                </a:solidFill>
                <a:latin typeface="Arial"/>
                <a:ea typeface="Arial"/>
                <a:cs typeface="Arial"/>
              </a:defRPr>
            </a:pPr>
            <a:r>
              <a:rPr sz="1650" b="1">
                <a:solidFill>
                  <a:srgbClr val="F4F7FB"/>
                </a:solidFill>
                <a:latin typeface="Arial"/>
                <a:ea typeface="Arial"/>
                <a:cs typeface="Arial"/>
              </a:rPr>
              <a:t>Nguồn đo có truy vết</a:t>
            </a:r>
          </a:p>
        </p:txBody>
      </p:sp>
      <p:sp>
        <p:nvSpPr>
          <p:cNvPr id="12" name="">
            <a:extLst xmlns:a="http://schemas.openxmlformats.org/drawingml/2006/main">
              <a:ext uri="{FF2B5EF4-FFF2-40B4-BE49-F238E27FC236}">
                <a16:creationId xmlns:a16="http://schemas.microsoft.com/office/drawing/2014/main" id="{FD0BDE2B-C0B7-4F21-81B4-5E99A1D809C9}"/>
              </a:ext>
            </a:extLst>
          </p:cNvPr>
          <p:cNvSpPr>
            <a:spLocks xmlns:a="http://schemas.openxmlformats.org/drawingml/2006/main" noGrp="1"/>
          </p:cNvSpPr>
          <p:nvPr/>
        </p:nvSpPr>
        <p:spPr>
          <a:xfrm xmlns:a="http://schemas.openxmlformats.org/drawingml/2006/main">
            <a:off x="4333875" y="2543175"/>
            <a:ext cx="31242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0">
                <a:solidFill>
                  <a:srgbClr val="A6B3C4"/>
                </a:solidFill>
                <a:latin typeface="Arial"/>
                <a:ea typeface="Arial"/>
                <a:cs typeface="Arial"/>
              </a:defRPr>
            </a:defPPr>
          </a:lstStyle>
          <a:p xmlns:a="http://schemas.openxmlformats.org/drawingml/2006/main">
            <a:pPr algn="l">
              <a:defRPr sz="1200" b="0">
                <a:solidFill>
                  <a:srgbClr val="A6B3C4"/>
                </a:solidFill>
                <a:latin typeface="Arial"/>
                <a:ea typeface="Arial"/>
                <a:cs typeface="Arial"/>
              </a:defRPr>
            </a:pPr>
            <a:r>
              <a:rPr sz="1200" b="0">
                <a:solidFill>
                  <a:srgbClr val="A6B3C4"/>
                </a:solidFill>
                <a:latin typeface="Arial"/>
                <a:ea typeface="Arial"/>
                <a:cs typeface="Arial"/>
              </a:rPr>
              <a:t>HTTP 202 / status timestamps</a:t>
            </a:r>
          </a:p>
          <a:p xmlns:a="http://schemas.openxmlformats.org/drawingml/2006/main">
            <a:pPr algn="l">
              <a:defRPr sz="1200" b="0">
                <a:solidFill>
                  <a:srgbClr val="A6B3C4"/>
                </a:solidFill>
                <a:latin typeface="Arial"/>
                <a:ea typeface="Arial"/>
                <a:cs typeface="Arial"/>
              </a:defRPr>
            </a:pPr>
            <a:r>
              <a:rPr sz="1200" b="0">
                <a:solidFill>
                  <a:srgbClr val="A6B3C4"/>
                </a:solidFill>
                <a:latin typeface="Arial"/>
                <a:ea typeface="Arial"/>
                <a:cs typeface="Arial"/>
              </a:rPr>
              <a:t>route terminal + Audit / Undo</a:t>
            </a:r>
          </a:p>
          <a:p xmlns:a="http://schemas.openxmlformats.org/drawingml/2006/main">
            <a:pPr algn="l">
              <a:defRPr sz="1200" b="0">
                <a:solidFill>
                  <a:srgbClr val="A6B3C4"/>
                </a:solidFill>
                <a:latin typeface="Arial"/>
                <a:ea typeface="Arial"/>
                <a:cs typeface="Arial"/>
              </a:defRPr>
            </a:pPr>
            <a:r>
              <a:rPr sz="1200" b="0">
                <a:solidFill>
                  <a:srgbClr val="A6B3C4"/>
                </a:solidFill>
                <a:latin typeface="Arial"/>
                <a:ea typeface="Arial"/>
                <a:cs typeface="Arial"/>
              </a:rPr>
              <a:t>8/10 prospective • 0 missed</a:t>
            </a:r>
          </a:p>
          <a:p xmlns:a="http://schemas.openxmlformats.org/drawingml/2006/main">
            <a:pPr algn="l">
              <a:defRPr sz="1200" b="0">
                <a:solidFill>
                  <a:srgbClr val="A6B3C4"/>
                </a:solidFill>
                <a:latin typeface="Arial"/>
                <a:ea typeface="Arial"/>
                <a:cs typeface="Arial"/>
              </a:defRPr>
            </a:pPr>
            <a:r>
              <a:rPr sz="1200" b="0">
                <a:solidFill>
                  <a:srgbClr val="A6B3C4"/>
                </a:solidFill>
                <a:latin typeface="Arial"/>
                <a:ea typeface="Arial"/>
                <a:cs typeface="Arial"/>
              </a:rPr>
              <a:t>2 over-escalation fail-safe</a:t>
            </a:r>
          </a:p>
        </p:txBody>
      </p:sp>
      <p:sp>
        <p:nvSpPr>
          <p:cNvPr id="13" name="">
            <a:extLst xmlns:a="http://schemas.openxmlformats.org/drawingml/2006/main">
              <a:ext uri="{FF2B5EF4-FFF2-40B4-BE49-F238E27FC236}">
                <a16:creationId xmlns:a16="http://schemas.microsoft.com/office/drawing/2014/main" id="{B5337C7A-3D97-431E-9738-406121DC87CB}"/>
              </a:ext>
            </a:extLst>
          </p:cNvPr>
          <p:cNvSpPr>
            <a:spLocks xmlns:a="http://schemas.openxmlformats.org/drawingml/2006/main" noGrp="1"/>
          </p:cNvSpPr>
          <p:nvPr/>
        </p:nvSpPr>
        <p:spPr>
          <a:xfrm xmlns:a="http://schemas.openxmlformats.org/drawingml/2006/main">
            <a:off x="7924800" y="1504950"/>
            <a:ext cx="3733800" cy="2114550"/>
          </a:xfrm>
          <a:prstGeom xmlns:a="http://schemas.openxmlformats.org/drawingml/2006/main" prst="roundRect">
            <a:avLst>
              <a:gd name="adj" fmla="val 2703"/>
            </a:avLst>
          </a:prstGeom>
          <a:solidFill xmlns:a="http://schemas.openxmlformats.org/drawingml/2006/main">
            <a:srgbClr val="162A42"/>
          </a:solidFill>
          <a:ln xmlns:a="http://schemas.openxmlformats.org/drawingml/2006/main" w="9525">
            <a:solidFill>
              <a:srgbClr val="31445C"/>
            </a:solidFill>
            <a:prstDash val="solid"/>
          </a:ln>
        </p:spPr>
      </p:sp>
      <p:sp>
        <p:nvSpPr>
          <p:cNvPr id="14" name="">
            <a:extLst xmlns:a="http://schemas.openxmlformats.org/drawingml/2006/main">
              <a:ext uri="{FF2B5EF4-FFF2-40B4-BE49-F238E27FC236}">
                <a16:creationId xmlns:a16="http://schemas.microsoft.com/office/drawing/2014/main" id="{FC5CE1FB-E39B-47A8-A918-E67E31FA68D3}"/>
              </a:ext>
            </a:extLst>
          </p:cNvPr>
          <p:cNvSpPr>
            <a:spLocks xmlns:a="http://schemas.openxmlformats.org/drawingml/2006/main" noGrp="1"/>
          </p:cNvSpPr>
          <p:nvPr/>
        </p:nvSpPr>
        <p:spPr>
          <a:xfrm xmlns:a="http://schemas.openxmlformats.org/drawingml/2006/main">
            <a:off x="8115300" y="1695450"/>
            <a:ext cx="1047750" cy="285750"/>
          </a:xfrm>
          <a:prstGeom xmlns:a="http://schemas.openxmlformats.org/drawingml/2006/main" prst="roundRect">
            <a:avLst>
              <a:gd name="adj" fmla="val 50000"/>
            </a:avLst>
          </a:prstGeom>
          <a:solidFill xmlns:a="http://schemas.openxmlformats.org/drawingml/2006/main">
            <a:srgbClr val="45A9BE"/>
          </a:solidFill>
          <a:ln xmlns:a="http://schemas.openxmlformats.org/drawingml/2006/main" w="9525">
            <a:solidFill>
              <a:srgbClr val="45A9BE"/>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KHUNG ĐO</a:t>
            </a:r>
          </a:p>
        </p:txBody>
      </p:sp>
      <p:sp>
        <p:nvSpPr>
          <p:cNvPr id="15" name="">
            <a:extLst xmlns:a="http://schemas.openxmlformats.org/drawingml/2006/main">
              <a:ext uri="{FF2B5EF4-FFF2-40B4-BE49-F238E27FC236}">
                <a16:creationId xmlns:a16="http://schemas.microsoft.com/office/drawing/2014/main" id="{856C3ADB-3349-4464-A9DD-E07D0012588A}"/>
              </a:ext>
            </a:extLst>
          </p:cNvPr>
          <p:cNvSpPr>
            <a:spLocks xmlns:a="http://schemas.openxmlformats.org/drawingml/2006/main" noGrp="1"/>
          </p:cNvSpPr>
          <p:nvPr/>
        </p:nvSpPr>
        <p:spPr>
          <a:xfrm xmlns:a="http://schemas.openxmlformats.org/drawingml/2006/main">
            <a:off x="8115300" y="2143125"/>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575" b="1">
                <a:solidFill>
                  <a:srgbClr val="F4F7FB"/>
                </a:solidFill>
                <a:latin typeface="Arial"/>
                <a:ea typeface="Arial"/>
                <a:cs typeface="Arial"/>
              </a:defRPr>
            </a:defPPr>
          </a:lstStyle>
          <a:p xmlns:a="http://schemas.openxmlformats.org/drawingml/2006/main">
            <a:pPr algn="ctr">
              <a:defRPr sz="1575" b="1">
                <a:solidFill>
                  <a:srgbClr val="F4F7FB"/>
                </a:solidFill>
                <a:latin typeface="Arial"/>
                <a:ea typeface="Arial"/>
                <a:cs typeface="Arial"/>
              </a:defRPr>
            </a:pPr>
            <a:r>
              <a:rPr sz="1575" b="1">
                <a:solidFill>
                  <a:srgbClr val="F4F7FB"/>
                </a:solidFill>
                <a:latin typeface="Arial"/>
                <a:ea typeface="Arial"/>
                <a:cs typeface="Arial"/>
              </a:rPr>
              <a:t>U_AURA = &lt;ΔT, ΔH, E_missed,</a:t>
            </a:r>
          </a:p>
          <a:p xmlns:a="http://schemas.openxmlformats.org/drawingml/2006/main">
            <a:pPr algn="ctr">
              <a:defRPr sz="1575" b="1">
                <a:solidFill>
                  <a:srgbClr val="F4F7FB"/>
                </a:solidFill>
                <a:latin typeface="Arial"/>
                <a:ea typeface="Arial"/>
                <a:cs typeface="Arial"/>
              </a:defRPr>
            </a:pPr>
            <a:r>
              <a:rPr sz="1575" b="1">
                <a:solidFill>
                  <a:srgbClr val="F4F7FB"/>
                </a:solidFill>
                <a:latin typeface="Arial"/>
                <a:ea typeface="Arial"/>
                <a:cs typeface="Arial"/>
              </a:rPr>
              <a:t>E_over, A_trace&gt;</a:t>
            </a:r>
          </a:p>
        </p:txBody>
      </p:sp>
      <p:sp>
        <p:nvSpPr>
          <p:cNvPr id="16" name="">
            <a:extLst xmlns:a="http://schemas.openxmlformats.org/drawingml/2006/main">
              <a:ext uri="{FF2B5EF4-FFF2-40B4-BE49-F238E27FC236}">
                <a16:creationId xmlns:a16="http://schemas.microsoft.com/office/drawing/2014/main" id="{54F6EAF8-9807-4889-92F3-9A894FBAD490}"/>
              </a:ext>
            </a:extLst>
          </p:cNvPr>
          <p:cNvSpPr>
            <a:spLocks xmlns:a="http://schemas.openxmlformats.org/drawingml/2006/main" noGrp="1"/>
          </p:cNvSpPr>
          <p:nvPr/>
        </p:nvSpPr>
        <p:spPr>
          <a:xfrm xmlns:a="http://schemas.openxmlformats.org/drawingml/2006/main">
            <a:off x="8115300" y="2847975"/>
            <a:ext cx="333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ctr">
              <a:defRPr sz="1050" b="0">
                <a:solidFill>
                  <a:srgbClr val="A6B3C4"/>
                </a:solidFill>
                <a:latin typeface="Arial"/>
                <a:ea typeface="Arial"/>
                <a:cs typeface="Arial"/>
              </a:defRPr>
            </a:defPPr>
          </a:lstStyle>
          <a:p xmlns:a="http://schemas.openxmlformats.org/drawingml/2006/main">
            <a:pPr algn="ctr">
              <a:defRPr sz="1050" b="0">
                <a:solidFill>
                  <a:srgbClr val="A6B3C4"/>
                </a:solidFill>
                <a:latin typeface="Arial"/>
                <a:ea typeface="Arial"/>
                <a:cs typeface="Arial"/>
              </a:defRPr>
            </a:pPr>
            <a:r>
              <a:rPr sz="1050" b="0">
                <a:solidFill>
                  <a:srgbClr val="A6B3C4"/>
                </a:solidFill>
                <a:latin typeface="Arial"/>
                <a:ea typeface="Arial"/>
                <a:cs typeface="Arial"/>
              </a:rPr>
              <a:t>ΔT: thời gian route • ΔH: số lần chạm</a:t>
            </a:r>
          </a:p>
          <a:p xmlns:a="http://schemas.openxmlformats.org/drawingml/2006/main">
            <a:pPr algn="ctr">
              <a:defRPr sz="1050" b="0">
                <a:solidFill>
                  <a:srgbClr val="A6B3C4"/>
                </a:solidFill>
                <a:latin typeface="Arial"/>
                <a:ea typeface="Arial"/>
                <a:cs typeface="Arial"/>
              </a:defRPr>
            </a:pPr>
            <a:r>
              <a:rPr sz="1050" b="0">
                <a:solidFill>
                  <a:srgbClr val="A6B3C4"/>
                </a:solidFill>
                <a:latin typeface="Arial"/>
                <a:ea typeface="Arial"/>
                <a:cs typeface="Arial"/>
              </a:rPr>
              <a:t>E: lỗi quyết định • A: đủ dấu vết</a:t>
            </a:r>
          </a:p>
        </p:txBody>
      </p:sp>
      <p:sp>
        <p:nvSpPr>
          <p:cNvPr id="17" name="">
            <a:extLst xmlns:a="http://schemas.openxmlformats.org/drawingml/2006/main">
              <a:ext uri="{FF2B5EF4-FFF2-40B4-BE49-F238E27FC236}">
                <a16:creationId xmlns:a16="http://schemas.microsoft.com/office/drawing/2014/main" id="{A8D5E884-43BD-4BD4-A809-7690176D3F7E}"/>
              </a:ext>
            </a:extLst>
          </p:cNvPr>
          <p:cNvSpPr>
            <a:spLocks xmlns:a="http://schemas.openxmlformats.org/drawingml/2006/main" noGrp="1"/>
          </p:cNvSpPr>
          <p:nvPr/>
        </p:nvSpPr>
        <p:spPr>
          <a:xfrm xmlns:a="http://schemas.openxmlformats.org/drawingml/2006/main">
            <a:off x="514350" y="396240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500" b="1">
                <a:solidFill>
                  <a:srgbClr val="F4F7FB"/>
                </a:solidFill>
                <a:latin typeface="Arial"/>
                <a:ea typeface="Arial"/>
                <a:cs typeface="Arial"/>
              </a:defRPr>
            </a:defPPr>
          </a:lstStyle>
          <a:p xmlns:a="http://schemas.openxmlformats.org/drawingml/2006/main">
            <a:pPr algn="l">
              <a:defRPr sz="1500" b="1">
                <a:solidFill>
                  <a:srgbClr val="F4F7FB"/>
                </a:solidFill>
                <a:latin typeface="Arial"/>
                <a:ea typeface="Arial"/>
                <a:cs typeface="Arial"/>
              </a:defRPr>
            </a:pPr>
            <a:r>
              <a:rPr sz="1500" b="1">
                <a:solidFill>
                  <a:srgbClr val="F4F7FB"/>
                </a:solidFill>
                <a:latin typeface="Arial"/>
                <a:ea typeface="Arial"/>
                <a:cs typeface="Arial"/>
              </a:rPr>
              <a:t>Mốc kỹ thuật đã đo</a:t>
            </a:r>
          </a:p>
        </p:txBody>
      </p:sp>
      <p:sp>
        <p:nvSpPr>
          <p:cNvPr id="18" name="">
            <a:extLst xmlns:a="http://schemas.openxmlformats.org/drawingml/2006/main">
              <a:ext uri="{FF2B5EF4-FFF2-40B4-BE49-F238E27FC236}">
                <a16:creationId xmlns:a16="http://schemas.microsoft.com/office/drawing/2014/main" id="{2D3533D3-0D0A-4C13-AD0D-2099F70044B4}"/>
              </a:ext>
            </a:extLst>
          </p:cNvPr>
          <p:cNvSpPr>
            <a:spLocks xmlns:a="http://schemas.openxmlformats.org/drawingml/2006/main" noGrp="1"/>
          </p:cNvSpPr>
          <p:nvPr/>
        </p:nvSpPr>
        <p:spPr>
          <a:xfrm xmlns:a="http://schemas.openxmlformats.org/drawingml/2006/main">
            <a:off x="514350" y="4362450"/>
            <a:ext cx="1562100" cy="1162050"/>
          </a:xfrm>
          <a:prstGeom xmlns:a="http://schemas.openxmlformats.org/drawingml/2006/main" prst="roundRect">
            <a:avLst>
              <a:gd name="adj" fmla="val 4918"/>
            </a:avLst>
          </a:prstGeom>
          <a:solidFill xmlns:a="http://schemas.openxmlformats.org/drawingml/2006/main">
            <a:srgbClr val="162A42"/>
          </a:solidFill>
          <a:ln xmlns:a="http://schemas.openxmlformats.org/drawingml/2006/main" w="9525">
            <a:solidFill>
              <a:srgbClr val="31445C"/>
            </a:solidFill>
            <a:prstDash val="solid"/>
          </a:ln>
        </p:spPr>
      </p:sp>
      <p:sp>
        <p:nvSpPr>
          <p:cNvPr id="19" name="">
            <a:extLst xmlns:a="http://schemas.openxmlformats.org/drawingml/2006/main">
              <a:ext uri="{FF2B5EF4-FFF2-40B4-BE49-F238E27FC236}">
                <a16:creationId xmlns:a16="http://schemas.microsoft.com/office/drawing/2014/main" id="{3A56795B-6EC3-49DE-8CFA-9012741672D8}"/>
              </a:ext>
            </a:extLst>
          </p:cNvPr>
          <p:cNvSpPr>
            <a:spLocks xmlns:a="http://schemas.openxmlformats.org/drawingml/2006/main" noGrp="1"/>
          </p:cNvSpPr>
          <p:nvPr/>
        </p:nvSpPr>
        <p:spPr>
          <a:xfrm xmlns:a="http://schemas.openxmlformats.org/drawingml/2006/main">
            <a:off x="628650" y="4543425"/>
            <a:ext cx="133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ctr">
              <a:defRPr sz="2250" b="1">
                <a:solidFill>
                  <a:srgbClr val="5F8FD8"/>
                </a:solidFill>
                <a:latin typeface="Arial"/>
                <a:ea typeface="Arial"/>
                <a:cs typeface="Arial"/>
              </a:defRPr>
            </a:defPPr>
          </a:lstStyle>
          <a:p xmlns:a="http://schemas.openxmlformats.org/drawingml/2006/main">
            <a:pPr algn="ctr">
              <a:defRPr sz="2250" b="1">
                <a:solidFill>
                  <a:srgbClr val="5F8FD8"/>
                </a:solidFill>
                <a:latin typeface="Arial"/>
                <a:ea typeface="Arial"/>
                <a:cs typeface="Arial"/>
              </a:defRPr>
            </a:pPr>
            <a:r>
              <a:rPr sz="2250" b="1">
                <a:solidFill>
                  <a:srgbClr val="5F8FD8"/>
                </a:solidFill>
                <a:latin typeface="Arial"/>
                <a:ea typeface="Arial"/>
                <a:cs typeface="Arial"/>
              </a:rPr>
              <a:t>163/163</a:t>
            </a:r>
          </a:p>
        </p:txBody>
      </p:sp>
      <p:sp>
        <p:nvSpPr>
          <p:cNvPr id="20" name="">
            <a:extLst xmlns:a="http://schemas.openxmlformats.org/drawingml/2006/main">
              <a:ext uri="{FF2B5EF4-FFF2-40B4-BE49-F238E27FC236}">
                <a16:creationId xmlns:a16="http://schemas.microsoft.com/office/drawing/2014/main" id="{3A00EC5C-4F2E-4E00-8A34-294775692A83}"/>
              </a:ext>
            </a:extLst>
          </p:cNvPr>
          <p:cNvSpPr>
            <a:spLocks xmlns:a="http://schemas.openxmlformats.org/drawingml/2006/main" noGrp="1"/>
          </p:cNvSpPr>
          <p:nvPr/>
        </p:nvSpPr>
        <p:spPr>
          <a:xfrm xmlns:a="http://schemas.openxmlformats.org/drawingml/2006/main">
            <a:off x="609600" y="5010150"/>
            <a:ext cx="137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050" b="1">
                <a:solidFill>
                  <a:srgbClr val="A6B3C4"/>
                </a:solidFill>
                <a:latin typeface="Arial"/>
                <a:ea typeface="Arial"/>
                <a:cs typeface="Arial"/>
              </a:defRPr>
            </a:defPPr>
          </a:lstStyle>
          <a:p xmlns:a="http://schemas.openxmlformats.org/drawingml/2006/main">
            <a:pPr algn="ctr">
              <a:defRPr sz="1050" b="1">
                <a:solidFill>
                  <a:srgbClr val="A6B3C4"/>
                </a:solidFill>
                <a:latin typeface="Arial"/>
                <a:ea typeface="Arial"/>
                <a:cs typeface="Arial"/>
              </a:defRPr>
            </a:pPr>
            <a:r>
              <a:rPr sz="1050" b="1">
                <a:solidFill>
                  <a:srgbClr val="A6B3C4"/>
                </a:solidFill>
                <a:latin typeface="Arial"/>
                <a:ea typeface="Arial"/>
                <a:cs typeface="Arial"/>
              </a:rPr>
              <a:t>test offline</a:t>
            </a:r>
          </a:p>
        </p:txBody>
      </p:sp>
      <p:sp>
        <p:nvSpPr>
          <p:cNvPr id="21" name="">
            <a:extLst xmlns:a="http://schemas.openxmlformats.org/drawingml/2006/main">
              <a:ext uri="{FF2B5EF4-FFF2-40B4-BE49-F238E27FC236}">
                <a16:creationId xmlns:a16="http://schemas.microsoft.com/office/drawing/2014/main" id="{620A6D6C-9363-4B8A-8C51-87015B608A4A}"/>
              </a:ext>
            </a:extLst>
          </p:cNvPr>
          <p:cNvSpPr>
            <a:spLocks xmlns:a="http://schemas.openxmlformats.org/drawingml/2006/main" noGrp="1"/>
          </p:cNvSpPr>
          <p:nvPr/>
        </p:nvSpPr>
        <p:spPr>
          <a:xfrm xmlns:a="http://schemas.openxmlformats.org/drawingml/2006/main">
            <a:off x="2276475" y="4362450"/>
            <a:ext cx="1562100" cy="1162050"/>
          </a:xfrm>
          <a:prstGeom xmlns:a="http://schemas.openxmlformats.org/drawingml/2006/main" prst="roundRect">
            <a:avLst>
              <a:gd name="adj" fmla="val 4918"/>
            </a:avLst>
          </a:prstGeom>
          <a:solidFill xmlns:a="http://schemas.openxmlformats.org/drawingml/2006/main">
            <a:srgbClr val="162A42"/>
          </a:solidFill>
          <a:ln xmlns:a="http://schemas.openxmlformats.org/drawingml/2006/main" w="9525">
            <a:solidFill>
              <a:srgbClr val="31445C"/>
            </a:solidFill>
            <a:prstDash val="solid"/>
          </a:ln>
        </p:spPr>
      </p:sp>
      <p:sp>
        <p:nvSpPr>
          <p:cNvPr id="22" name="">
            <a:extLst xmlns:a="http://schemas.openxmlformats.org/drawingml/2006/main">
              <a:ext uri="{FF2B5EF4-FFF2-40B4-BE49-F238E27FC236}">
                <a16:creationId xmlns:a16="http://schemas.microsoft.com/office/drawing/2014/main" id="{1FC68CE2-2B25-4CB3-8FCB-B51EC31F1D0D}"/>
              </a:ext>
            </a:extLst>
          </p:cNvPr>
          <p:cNvSpPr>
            <a:spLocks xmlns:a="http://schemas.openxmlformats.org/drawingml/2006/main" noGrp="1"/>
          </p:cNvSpPr>
          <p:nvPr/>
        </p:nvSpPr>
        <p:spPr>
          <a:xfrm xmlns:a="http://schemas.openxmlformats.org/drawingml/2006/main">
            <a:off x="2390775" y="4543425"/>
            <a:ext cx="133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ctr">
              <a:defRPr sz="2250" b="1">
                <a:solidFill>
                  <a:srgbClr val="4FAF91"/>
                </a:solidFill>
                <a:latin typeface="Arial"/>
                <a:ea typeface="Arial"/>
                <a:cs typeface="Arial"/>
              </a:defRPr>
            </a:defPPr>
          </a:lstStyle>
          <a:p xmlns:a="http://schemas.openxmlformats.org/drawingml/2006/main">
            <a:pPr algn="ctr">
              <a:defRPr sz="2250" b="1">
                <a:solidFill>
                  <a:srgbClr val="4FAF91"/>
                </a:solidFill>
                <a:latin typeface="Arial"/>
                <a:ea typeface="Arial"/>
                <a:cs typeface="Arial"/>
              </a:defRPr>
            </a:pPr>
            <a:r>
              <a:rPr sz="2250" b="1">
                <a:solidFill>
                  <a:srgbClr val="4FAF91"/>
                </a:solidFill>
                <a:latin typeface="Arial"/>
                <a:ea typeface="Arial"/>
                <a:cs typeface="Arial"/>
              </a:rPr>
              <a:t>8/10</a:t>
            </a:r>
          </a:p>
        </p:txBody>
      </p:sp>
      <p:sp>
        <p:nvSpPr>
          <p:cNvPr id="23" name="">
            <a:extLst xmlns:a="http://schemas.openxmlformats.org/drawingml/2006/main">
              <a:ext uri="{FF2B5EF4-FFF2-40B4-BE49-F238E27FC236}">
                <a16:creationId xmlns:a16="http://schemas.microsoft.com/office/drawing/2014/main" id="{A9D81854-A686-4968-8675-3E3BF5AEB634}"/>
              </a:ext>
            </a:extLst>
          </p:cNvPr>
          <p:cNvSpPr>
            <a:spLocks xmlns:a="http://schemas.openxmlformats.org/drawingml/2006/main" noGrp="1"/>
          </p:cNvSpPr>
          <p:nvPr/>
        </p:nvSpPr>
        <p:spPr>
          <a:xfrm xmlns:a="http://schemas.openxmlformats.org/drawingml/2006/main">
            <a:off x="2371725" y="5010150"/>
            <a:ext cx="137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050" b="1">
                <a:solidFill>
                  <a:srgbClr val="A6B3C4"/>
                </a:solidFill>
                <a:latin typeface="Arial"/>
                <a:ea typeface="Arial"/>
                <a:cs typeface="Arial"/>
              </a:defRPr>
            </a:defPPr>
          </a:lstStyle>
          <a:p xmlns:a="http://schemas.openxmlformats.org/drawingml/2006/main">
            <a:pPr algn="ctr">
              <a:defRPr sz="1050" b="1">
                <a:solidFill>
                  <a:srgbClr val="A6B3C4"/>
                </a:solidFill>
                <a:latin typeface="Arial"/>
                <a:ea typeface="Arial"/>
                <a:cs typeface="Arial"/>
              </a:defRPr>
            </a:pPr>
            <a:r>
              <a:rPr sz="1050" b="1">
                <a:solidFill>
                  <a:srgbClr val="A6B3C4"/>
                </a:solidFill>
                <a:latin typeface="Arial"/>
                <a:ea typeface="Arial"/>
                <a:cs typeface="Arial"/>
              </a:rPr>
              <a:t>0 missed • 2 over</a:t>
            </a:r>
          </a:p>
        </p:txBody>
      </p:sp>
      <p:sp>
        <p:nvSpPr>
          <p:cNvPr id="24" name="">
            <a:extLst xmlns:a="http://schemas.openxmlformats.org/drawingml/2006/main">
              <a:ext uri="{FF2B5EF4-FFF2-40B4-BE49-F238E27FC236}">
                <a16:creationId xmlns:a16="http://schemas.microsoft.com/office/drawing/2014/main" id="{00994940-8C4F-43AE-98C9-8D8275D8B388}"/>
              </a:ext>
            </a:extLst>
          </p:cNvPr>
          <p:cNvSpPr>
            <a:spLocks xmlns:a="http://schemas.openxmlformats.org/drawingml/2006/main" noGrp="1"/>
          </p:cNvSpPr>
          <p:nvPr/>
        </p:nvSpPr>
        <p:spPr>
          <a:xfrm xmlns:a="http://schemas.openxmlformats.org/drawingml/2006/main">
            <a:off x="4038600" y="4362450"/>
            <a:ext cx="1562100" cy="1162050"/>
          </a:xfrm>
          <a:prstGeom xmlns:a="http://schemas.openxmlformats.org/drawingml/2006/main" prst="roundRect">
            <a:avLst>
              <a:gd name="adj" fmla="val 4918"/>
            </a:avLst>
          </a:prstGeom>
          <a:solidFill xmlns:a="http://schemas.openxmlformats.org/drawingml/2006/main">
            <a:srgbClr val="162A42"/>
          </a:solidFill>
          <a:ln xmlns:a="http://schemas.openxmlformats.org/drawingml/2006/main" w="9525">
            <a:solidFill>
              <a:srgbClr val="31445C"/>
            </a:solidFill>
            <a:prstDash val="solid"/>
          </a:ln>
        </p:spPr>
      </p:sp>
      <p:sp>
        <p:nvSpPr>
          <p:cNvPr id="25" name="">
            <a:extLst xmlns:a="http://schemas.openxmlformats.org/drawingml/2006/main">
              <a:ext uri="{FF2B5EF4-FFF2-40B4-BE49-F238E27FC236}">
                <a16:creationId xmlns:a16="http://schemas.microsoft.com/office/drawing/2014/main" id="{285A4E9C-B8F2-41E4-8E1A-C717486B16D6}"/>
              </a:ext>
            </a:extLst>
          </p:cNvPr>
          <p:cNvSpPr>
            <a:spLocks xmlns:a="http://schemas.openxmlformats.org/drawingml/2006/main" noGrp="1"/>
          </p:cNvSpPr>
          <p:nvPr/>
        </p:nvSpPr>
        <p:spPr>
          <a:xfrm xmlns:a="http://schemas.openxmlformats.org/drawingml/2006/main">
            <a:off x="4152900" y="4543425"/>
            <a:ext cx="133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ctr">
              <a:defRPr sz="2250" b="1">
                <a:solidFill>
                  <a:srgbClr val="5F8FD8"/>
                </a:solidFill>
                <a:latin typeface="Arial"/>
                <a:ea typeface="Arial"/>
                <a:cs typeface="Arial"/>
              </a:defRPr>
            </a:defPPr>
          </a:lstStyle>
          <a:p xmlns:a="http://schemas.openxmlformats.org/drawingml/2006/main">
            <a:pPr algn="ctr">
              <a:defRPr sz="2250" b="1">
                <a:solidFill>
                  <a:srgbClr val="5F8FD8"/>
                </a:solidFill>
                <a:latin typeface="Arial"/>
                <a:ea typeface="Arial"/>
                <a:cs typeface="Arial"/>
              </a:defRPr>
            </a:pPr>
            <a:r>
              <a:rPr sz="2250" b="1">
                <a:solidFill>
                  <a:srgbClr val="5F8FD8"/>
                </a:solidFill>
                <a:latin typeface="Arial"/>
                <a:ea typeface="Arial"/>
                <a:cs typeface="Arial"/>
              </a:rPr>
              <a:t>5/5</a:t>
            </a:r>
          </a:p>
        </p:txBody>
      </p:sp>
      <p:sp>
        <p:nvSpPr>
          <p:cNvPr id="26" name="">
            <a:extLst xmlns:a="http://schemas.openxmlformats.org/drawingml/2006/main">
              <a:ext uri="{FF2B5EF4-FFF2-40B4-BE49-F238E27FC236}">
                <a16:creationId xmlns:a16="http://schemas.microsoft.com/office/drawing/2014/main" id="{781D2BB2-8D23-4289-95EF-07CC5117B096}"/>
              </a:ext>
            </a:extLst>
          </p:cNvPr>
          <p:cNvSpPr>
            <a:spLocks xmlns:a="http://schemas.openxmlformats.org/drawingml/2006/main" noGrp="1"/>
          </p:cNvSpPr>
          <p:nvPr/>
        </p:nvSpPr>
        <p:spPr>
          <a:xfrm xmlns:a="http://schemas.openxmlformats.org/drawingml/2006/main">
            <a:off x="4133850" y="5010150"/>
            <a:ext cx="137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defPPr algn="ctr">
              <a:defRPr sz="1050" b="1">
                <a:solidFill>
                  <a:srgbClr val="A6B3C4"/>
                </a:solidFill>
                <a:latin typeface="Arial"/>
                <a:ea typeface="Arial"/>
                <a:cs typeface="Arial"/>
              </a:defRPr>
            </a:defPPr>
          </a:lstStyle>
          <a:p xmlns:a="http://schemas.openxmlformats.org/drawingml/2006/main">
            <a:pPr algn="ctr">
              <a:defRPr sz="1050" b="1">
                <a:solidFill>
                  <a:srgbClr val="A6B3C4"/>
                </a:solidFill>
                <a:latin typeface="Arial"/>
                <a:ea typeface="Arial"/>
                <a:cs typeface="Arial"/>
              </a:defRPr>
            </a:pPr>
            <a:r>
              <a:rPr sz="1050" b="1">
                <a:solidFill>
                  <a:srgbClr val="A6B3C4"/>
                </a:solidFill>
                <a:latin typeface="Arial"/>
                <a:ea typeface="Arial"/>
                <a:cs typeface="Arial"/>
              </a:rPr>
              <a:t>Verify 65.004s</a:t>
            </a:r>
          </a:p>
        </p:txBody>
      </p:sp>
      <p:sp>
        <p:nvSpPr>
          <p:cNvPr id="27" name="">
            <a:extLst xmlns:a="http://schemas.openxmlformats.org/drawingml/2006/main">
              <a:ext uri="{FF2B5EF4-FFF2-40B4-BE49-F238E27FC236}">
                <a16:creationId xmlns:a16="http://schemas.microsoft.com/office/drawing/2014/main" id="{3B188825-46DA-4FE3-9BA3-96D7F30E76D9}"/>
              </a:ext>
            </a:extLst>
          </p:cNvPr>
          <p:cNvSpPr>
            <a:spLocks xmlns:a="http://schemas.openxmlformats.org/drawingml/2006/main" noGrp="1"/>
          </p:cNvSpPr>
          <p:nvPr/>
        </p:nvSpPr>
        <p:spPr>
          <a:xfrm xmlns:a="http://schemas.openxmlformats.org/drawingml/2006/main">
            <a:off x="6048375" y="3962400"/>
            <a:ext cx="5610225" cy="1562100"/>
          </a:xfrm>
          <a:prstGeom xmlns:a="http://schemas.openxmlformats.org/drawingml/2006/main" prst="roundRect">
            <a:avLst>
              <a:gd name="adj" fmla="val 3659"/>
            </a:avLst>
          </a:prstGeom>
          <a:solidFill xmlns:a="http://schemas.openxmlformats.org/drawingml/2006/main">
            <a:srgbClr val="162A42"/>
          </a:solidFill>
          <a:ln xmlns:a="http://schemas.openxmlformats.org/drawingml/2006/main" w="9525">
            <a:solidFill>
              <a:srgbClr val="31445C"/>
            </a:solidFill>
            <a:prstDash val="solid"/>
          </a:ln>
        </p:spPr>
      </p:sp>
      <p:sp>
        <p:nvSpPr>
          <p:cNvPr id="28" name="">
            <a:extLst xmlns:a="http://schemas.openxmlformats.org/drawingml/2006/main">
              <a:ext uri="{FF2B5EF4-FFF2-40B4-BE49-F238E27FC236}">
                <a16:creationId xmlns:a16="http://schemas.microsoft.com/office/drawing/2014/main" id="{688906C6-A29D-4295-BEB8-42B11B4E04CD}"/>
              </a:ext>
            </a:extLst>
          </p:cNvPr>
          <p:cNvSpPr>
            <a:spLocks xmlns:a="http://schemas.openxmlformats.org/drawingml/2006/main" noGrp="1"/>
          </p:cNvSpPr>
          <p:nvPr/>
        </p:nvSpPr>
        <p:spPr>
          <a:xfrm xmlns:a="http://schemas.openxmlformats.org/drawingml/2006/main">
            <a:off x="6267450" y="4181475"/>
            <a:ext cx="5048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500" b="1">
                <a:solidFill>
                  <a:srgbClr val="F4F7FB"/>
                </a:solidFill>
                <a:latin typeface="Arial"/>
                <a:ea typeface="Arial"/>
                <a:cs typeface="Arial"/>
              </a:defRPr>
            </a:defPPr>
          </a:lstStyle>
          <a:p xmlns:a="http://schemas.openxmlformats.org/drawingml/2006/main">
            <a:pPr algn="l">
              <a:defRPr sz="1500" b="1">
                <a:solidFill>
                  <a:srgbClr val="F4F7FB"/>
                </a:solidFill>
                <a:latin typeface="Arial"/>
                <a:ea typeface="Arial"/>
                <a:cs typeface="Arial"/>
              </a:defRPr>
            </a:pPr>
            <a:r>
              <a:rPr sz="1500" b="1">
                <a:solidFill>
                  <a:srgbClr val="F4F7FB"/>
                </a:solidFill>
                <a:latin typeface="Arial"/>
                <a:ea typeface="Arial"/>
                <a:cs typeface="Arial"/>
              </a:rPr>
              <a:t>Phương pháp paired — gate còn mở</a:t>
            </a:r>
          </a:p>
        </p:txBody>
      </p:sp>
      <p:sp>
        <p:nvSpPr>
          <p:cNvPr id="29" name="">
            <a:extLst xmlns:a="http://schemas.openxmlformats.org/drawingml/2006/main">
              <a:ext uri="{FF2B5EF4-FFF2-40B4-BE49-F238E27FC236}">
                <a16:creationId xmlns:a16="http://schemas.microsoft.com/office/drawing/2014/main" id="{310B189E-A11E-4C53-9DE3-FA1FAB2F7300}"/>
              </a:ext>
            </a:extLst>
          </p:cNvPr>
          <p:cNvSpPr>
            <a:spLocks xmlns:a="http://schemas.openxmlformats.org/drawingml/2006/main" noGrp="1"/>
          </p:cNvSpPr>
          <p:nvPr/>
        </p:nvSpPr>
        <p:spPr>
          <a:xfrm xmlns:a="http://schemas.openxmlformats.org/drawingml/2006/main">
            <a:off x="6267450" y="4581525"/>
            <a:ext cx="49720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0">
                <a:solidFill>
                  <a:srgbClr val="A6B3C4"/>
                </a:solidFill>
                <a:latin typeface="Arial"/>
                <a:ea typeface="Arial"/>
                <a:cs typeface="Arial"/>
              </a:defRPr>
            </a:defPPr>
          </a:lstStyle>
          <a:p xmlns:a="http://schemas.openxmlformats.org/drawingml/2006/main">
            <a:pPr algn="l">
              <a:defRPr sz="1200" b="0">
                <a:solidFill>
                  <a:srgbClr val="A6B3C4"/>
                </a:solidFill>
                <a:latin typeface="Arial"/>
                <a:ea typeface="Arial"/>
                <a:cs typeface="Arial"/>
              </a:defRPr>
            </a:pPr>
            <a:r>
              <a:rPr sz="1200" b="0">
                <a:solidFill>
                  <a:srgbClr val="A6B3C4"/>
                </a:solidFill>
                <a:latin typeface="Arial"/>
                <a:ea typeface="Arial"/>
                <a:cs typeface="Arial"/>
              </a:rPr>
              <a:t>1. Cùng người, cùng task</a:t>
            </a:r>
          </a:p>
          <a:p xmlns:a="http://schemas.openxmlformats.org/drawingml/2006/main">
            <a:pPr algn="l">
              <a:defRPr sz="1200" b="0">
                <a:solidFill>
                  <a:srgbClr val="A6B3C4"/>
                </a:solidFill>
                <a:latin typeface="Arial"/>
                <a:ea typeface="Arial"/>
                <a:cs typeface="Arial"/>
              </a:defRPr>
            </a:pPr>
            <a:r>
              <a:rPr sz="1200" b="0">
                <a:solidFill>
                  <a:srgbClr val="A6B3C4"/>
                </a:solidFill>
                <a:latin typeface="Arial"/>
                <a:ea typeface="Arial"/>
                <a:cs typeface="Arial"/>
              </a:rPr>
              <a:t>2. Ghi timestamp + số lần chạm</a:t>
            </a:r>
          </a:p>
          <a:p xmlns:a="http://schemas.openxmlformats.org/drawingml/2006/main">
            <a:pPr algn="l">
              <a:defRPr sz="1200" b="0">
                <a:solidFill>
                  <a:srgbClr val="A6B3C4"/>
                </a:solidFill>
                <a:latin typeface="Arial"/>
                <a:ea typeface="Arial"/>
                <a:cs typeface="Arial"/>
              </a:defRPr>
            </a:pPr>
            <a:r>
              <a:rPr sz="1200" b="0">
                <a:solidFill>
                  <a:srgbClr val="A6B3C4"/>
                </a:solidFill>
                <a:latin typeface="Arial"/>
                <a:ea typeface="Arial"/>
                <a:cs typeface="Arial"/>
              </a:rPr>
              <a:t>3. So median trước/sau</a:t>
            </a:r>
          </a:p>
          <a:p xmlns:a="http://schemas.openxmlformats.org/drawingml/2006/main">
            <a:pPr algn="l">
              <a:defRPr sz="1200" b="0">
                <a:solidFill>
                  <a:srgbClr val="A6B3C4"/>
                </a:solidFill>
                <a:latin typeface="Arial"/>
                <a:ea typeface="Arial"/>
                <a:cs typeface="Arial"/>
              </a:defRPr>
            </a:pPr>
            <a:r>
              <a:rPr sz="1200" b="0">
                <a:solidFill>
                  <a:srgbClr val="A6B3C4"/>
                </a:solidFill>
                <a:latin typeface="Arial"/>
                <a:ea typeface="Arial"/>
                <a:cs typeface="Arial"/>
              </a:rPr>
              <a:t>4. Giữ cả feedback tiêu cực</a:t>
            </a:r>
          </a:p>
        </p:txBody>
      </p:sp>
      <p:sp>
        <p:nvSpPr>
          <p:cNvPr id="30" name="">
            <a:extLst xmlns:a="http://schemas.openxmlformats.org/drawingml/2006/main">
              <a:ext uri="{FF2B5EF4-FFF2-40B4-BE49-F238E27FC236}">
                <a16:creationId xmlns:a16="http://schemas.microsoft.com/office/drawing/2014/main" id="{58AB81CF-550E-410A-AA69-314559D91941}"/>
              </a:ext>
            </a:extLst>
          </p:cNvPr>
          <p:cNvSpPr>
            <a:spLocks xmlns:a="http://schemas.openxmlformats.org/drawingml/2006/main" noGrp="1"/>
          </p:cNvSpPr>
          <p:nvPr/>
        </p:nvSpPr>
        <p:spPr>
          <a:xfrm xmlns:a="http://schemas.openxmlformats.org/drawingml/2006/main">
            <a:off x="514350" y="5772150"/>
            <a:ext cx="11144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ctr">
              <a:defRPr sz="1125" b="1">
                <a:solidFill>
                  <a:srgbClr val="C59A4A"/>
                </a:solidFill>
                <a:latin typeface="Arial"/>
                <a:ea typeface="Arial"/>
                <a:cs typeface="Arial"/>
              </a:defRPr>
            </a:defPPr>
          </a:lstStyle>
          <a:p xmlns:a="http://schemas.openxmlformats.org/drawingml/2006/main">
            <a:pPr algn="ctr">
              <a:defRPr sz="1125" b="1">
                <a:solidFill>
                  <a:srgbClr val="C59A4A"/>
                </a:solidFill>
                <a:latin typeface="Arial"/>
                <a:ea typeface="Arial"/>
                <a:cs typeface="Arial"/>
              </a:defRPr>
            </a:pPr>
            <a:r>
              <a:rPr sz="1125" b="1">
                <a:solidFill>
                  <a:srgbClr val="C59A4A"/>
                </a:solidFill>
                <a:latin typeface="Arial"/>
                <a:ea typeface="Arial"/>
                <a:cs typeface="Arial"/>
              </a:rPr>
              <a:t>Phản hồi 3 người dùng dự kiến nhận 16/10; ΔT/ΔH hiện là PENDING, không phải kết quả.</a:t>
            </a:r>
          </a:p>
        </p:txBody>
      </p:sp>
      <p:sp>
        <p:nvSpPr>
          <p:cNvPr id="31" name="">
            <a:extLst xmlns:a="http://schemas.openxmlformats.org/drawingml/2006/main">
              <a:ext uri="{FF2B5EF4-FFF2-40B4-BE49-F238E27FC236}">
                <a16:creationId xmlns:a16="http://schemas.microsoft.com/office/drawing/2014/main" id="{637A2F3F-6198-44C9-8E71-F7E3F50C93A4}"/>
              </a:ext>
            </a:extLst>
          </p:cNvPr>
          <p:cNvSpPr>
            <a:spLocks xmlns:a="http://schemas.openxmlformats.org/drawingml/2006/main" noGrp="1"/>
          </p:cNvSpPr>
          <p:nvPr/>
        </p:nvSpPr>
        <p:spPr>
          <a:xfrm xmlns:a="http://schemas.openxmlformats.org/drawingml/2006/main">
            <a:off x="514350" y="6534150"/>
            <a:ext cx="904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900" b="0">
                <a:solidFill>
                  <a:srgbClr val="A6B3C4"/>
                </a:solidFill>
                <a:latin typeface="Arial"/>
                <a:ea typeface="Arial"/>
                <a:cs typeface="Arial"/>
              </a:defRPr>
            </a:defPPr>
          </a:lstStyle>
          <a:p xmlns:a="http://schemas.openxmlformats.org/drawingml/2006/main">
            <a:pPr algn="l">
              <a:defRPr sz="900" b="0">
                <a:solidFill>
                  <a:srgbClr val="A6B3C4"/>
                </a:solidFill>
                <a:latin typeface="Arial"/>
                <a:ea typeface="Arial"/>
                <a:cs typeface="Arial"/>
              </a:defRPr>
            </a:pPr>
            <a:r>
              <a:rPr sz="900" b="0">
                <a:solidFill>
                  <a:srgbClr val="A6B3C4"/>
                </a:solidFill>
                <a:latin typeface="Arial"/>
                <a:ea typeface="Arial"/>
                <a:cs typeface="Arial"/>
              </a:rPr>
              <a:t>AURA • Track VNG • 15/10/2026</a:t>
            </a:r>
          </a:p>
        </p:txBody>
      </p:sp>
      <p:sp>
        <p:nvSpPr>
          <p:cNvPr id="32" name="">
            <a:extLst xmlns:a="http://schemas.openxmlformats.org/drawingml/2006/main">
              <a:ext uri="{FF2B5EF4-FFF2-40B4-BE49-F238E27FC236}">
                <a16:creationId xmlns:a16="http://schemas.microsoft.com/office/drawing/2014/main" id="{E44D69AA-02DE-4A14-AB28-B60334270C80}"/>
              </a:ext>
            </a:extLst>
          </p:cNvPr>
          <p:cNvSpPr>
            <a:spLocks xmlns:a="http://schemas.openxmlformats.org/drawingml/2006/main" noGrp="1"/>
          </p:cNvSpPr>
          <p:nvPr/>
        </p:nvSpPr>
        <p:spPr>
          <a:xfrm xmlns:a="http://schemas.openxmlformats.org/drawingml/2006/main">
            <a:off x="11144250" y="6515100"/>
            <a:ext cx="514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r">
              <a:defRPr sz="975" b="1">
                <a:solidFill>
                  <a:srgbClr val="A6B3C4"/>
                </a:solidFill>
                <a:latin typeface="Arial"/>
                <a:ea typeface="Arial"/>
                <a:cs typeface="Arial"/>
              </a:defRPr>
            </a:defPPr>
          </a:lstStyle>
          <a:p xmlns:a="http://schemas.openxmlformats.org/drawingml/2006/main">
            <a:pPr algn="r">
              <a:defRPr sz="975" b="1">
                <a:solidFill>
                  <a:srgbClr val="A6B3C4"/>
                </a:solidFill>
                <a:latin typeface="Arial"/>
                <a:ea typeface="Arial"/>
                <a:cs typeface="Arial"/>
              </a:defRPr>
            </a:pPr>
            <a:r>
              <a:rPr sz="975" b="1">
                <a:solidFill>
                  <a:srgbClr val="A6B3C4"/>
                </a:solidFill>
                <a:latin typeface="Arial"/>
                <a:ea typeface="Arial"/>
                <a:cs typeface="Arial"/>
              </a:rPr>
              <a:t>3</a:t>
            </a:r>
          </a:p>
        </p:txBody>
      </p:sp>
    </p:spTree>
    <p:extLst>
      <p:ext uri="{BB962C8B-B14F-4D97-AF65-F5344CB8AC3E}">
        <p14:creationId xmlns:p14="http://schemas.microsoft.com/office/powerpoint/2010/main" val="230193333"/>
      </p:ext>
    </p:extLst>
  </p:cSld>
</p:sld>
</file>

<file path=ppt/slides/slide4.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A8438AB5-B4C2-46DF-89EF-10B31B1F2000}"/>
              </a:ext>
            </a:extLst>
          </p:cNvPr>
          <p:cNvSpPr>
            <a:spLocks xmlns:a="http://schemas.openxmlformats.org/drawingml/2006/main" noGrp="1"/>
          </p:cNvSpPr>
          <p:nvPr/>
        </p:nvSpPr>
        <p:spPr>
          <a:xfrm xmlns:a="http://schemas.openxmlformats.org/drawingml/2006/main">
            <a:off x="476250" y="361950"/>
            <a:ext cx="64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350" b="1">
                <a:solidFill>
                  <a:srgbClr val="45A9BE"/>
                </a:solidFill>
                <a:latin typeface="Arial"/>
                <a:ea typeface="Arial"/>
                <a:cs typeface="Arial"/>
              </a:defRPr>
            </a:defPPr>
          </a:lstStyle>
          <a:p xmlns:a="http://schemas.openxmlformats.org/drawingml/2006/main">
            <a:pPr algn="l">
              <a:defRPr sz="1350" b="1">
                <a:solidFill>
                  <a:srgbClr val="45A9BE"/>
                </a:solidFill>
                <a:latin typeface="Arial"/>
                <a:ea typeface="Arial"/>
                <a:cs typeface="Arial"/>
              </a:defRPr>
            </a:pPr>
            <a:r>
              <a:rPr sz="1350" b="1">
                <a:solidFill>
                  <a:srgbClr val="45A9BE"/>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2D9F56ED-D3B8-4DB1-9228-3907782C1459}"/>
              </a:ext>
            </a:extLst>
          </p:cNvPr>
          <p:cNvSpPr>
            <a:spLocks xmlns:a="http://schemas.openxmlformats.org/drawingml/2006/main" noGrp="1"/>
          </p:cNvSpPr>
          <p:nvPr/>
        </p:nvSpPr>
        <p:spPr>
          <a:xfrm xmlns:a="http://schemas.openxmlformats.org/drawingml/2006/main">
            <a:off x="1066800" y="285750"/>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2550" b="1">
                <a:solidFill>
                  <a:srgbClr val="F4F7FB"/>
                </a:solidFill>
                <a:latin typeface="Arial"/>
                <a:ea typeface="Arial"/>
                <a:cs typeface="Arial"/>
              </a:defRPr>
            </a:defPPr>
          </a:lstStyle>
          <a:p xmlns:a="http://schemas.openxmlformats.org/drawingml/2006/main">
            <a:pPr algn="l">
              <a:defRPr sz="2550" b="1">
                <a:solidFill>
                  <a:srgbClr val="F4F7FB"/>
                </a:solidFill>
                <a:latin typeface="Arial"/>
                <a:ea typeface="Arial"/>
                <a:cs typeface="Arial"/>
              </a:defRPr>
            </a:pPr>
            <a:r>
              <a:rPr sz="2550" b="1">
                <a:solidFill>
                  <a:srgbClr val="F4F7FB"/>
                </a:solidFill>
                <a:latin typeface="Arial"/>
                <a:ea typeface="Arial"/>
                <a:cs typeface="Arial"/>
              </a:rPr>
              <a:t>Kiến trúc triển khai: model thay được, policy đứng yên</a:t>
            </a:r>
          </a:p>
        </p:txBody>
      </p:sp>
      <p:sp>
        <p:nvSpPr>
          <p:cNvPr id="3" name="">
            <a:extLst xmlns:a="http://schemas.openxmlformats.org/drawingml/2006/main">
              <a:ext uri="{FF2B5EF4-FFF2-40B4-BE49-F238E27FC236}">
                <a16:creationId xmlns:a16="http://schemas.microsoft.com/office/drawing/2014/main" id="{21F10350-CB09-4CAA-8AF5-071331C0C072}"/>
              </a:ext>
            </a:extLst>
          </p:cNvPr>
          <p:cNvSpPr>
            <a:spLocks xmlns:a="http://schemas.openxmlformats.org/drawingml/2006/main" noGrp="1"/>
          </p:cNvSpPr>
          <p:nvPr/>
        </p:nvSpPr>
        <p:spPr>
          <a:xfrm xmlns:a="http://schemas.openxmlformats.org/drawingml/2006/main">
            <a:off x="1066800" y="78105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0">
                <a:solidFill>
                  <a:srgbClr val="A6B3C4"/>
                </a:solidFill>
                <a:latin typeface="Arial"/>
                <a:ea typeface="Arial"/>
                <a:cs typeface="Arial"/>
              </a:defRPr>
            </a:defPPr>
          </a:lstStyle>
          <a:p xmlns:a="http://schemas.openxmlformats.org/drawingml/2006/main">
            <a:pPr algn="l">
              <a:defRPr sz="1275" b="0">
                <a:solidFill>
                  <a:srgbClr val="A6B3C4"/>
                </a:solidFill>
                <a:latin typeface="Arial"/>
                <a:ea typeface="Arial"/>
                <a:cs typeface="Arial"/>
              </a:defRPr>
            </a:pPr>
            <a:r>
              <a:rPr sz="1275" b="0">
                <a:solidFill>
                  <a:srgbClr val="A6B3C4"/>
                </a:solidFill>
                <a:latin typeface="Arial"/>
                <a:ea typeface="Arial"/>
                <a:cs typeface="Arial"/>
              </a:rPr>
              <a:t>ASP.NET Core + SQL chạy thật; fixture/runner được phân định rõ là mô phỏng.</a:t>
            </a:r>
          </a:p>
        </p:txBody>
      </p:sp>
      <p:sp>
        <p:nvSpPr>
          <p:cNvPr id="4" name="">
            <a:extLst xmlns:a="http://schemas.openxmlformats.org/drawingml/2006/main">
              <a:ext uri="{FF2B5EF4-FFF2-40B4-BE49-F238E27FC236}">
                <a16:creationId xmlns:a16="http://schemas.microsoft.com/office/drawing/2014/main" id="{C285FD0A-1C73-4E0E-9769-ED768D2C364C}"/>
              </a:ext>
            </a:extLst>
          </p:cNvPr>
          <p:cNvSpPr>
            <a:spLocks xmlns:a="http://schemas.openxmlformats.org/drawingml/2006/main" noGrp="1"/>
          </p:cNvSpPr>
          <p:nvPr/>
        </p:nvSpPr>
        <p:spPr>
          <a:xfrm xmlns:a="http://schemas.openxmlformats.org/drawingml/2006/main">
            <a:off x="514350" y="1162050"/>
            <a:ext cx="1114425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5" name="">
            <a:extLst xmlns:a="http://schemas.openxmlformats.org/drawingml/2006/main">
              <a:ext uri="{FF2B5EF4-FFF2-40B4-BE49-F238E27FC236}">
                <a16:creationId xmlns:a16="http://schemas.microsoft.com/office/drawing/2014/main" id="{6C0A2D38-06A8-43E5-A0E0-A860FF4E3888}"/>
              </a:ext>
            </a:extLst>
          </p:cNvPr>
          <p:cNvSpPr>
            <a:spLocks xmlns:a="http://schemas.openxmlformats.org/drawingml/2006/main" noGrp="1"/>
          </p:cNvSpPr>
          <p:nvPr/>
        </p:nvSpPr>
        <p:spPr>
          <a:xfrm xmlns:a="http://schemas.openxmlformats.org/drawingml/2006/main">
            <a:off x="514350" y="1466850"/>
            <a:ext cx="7239000" cy="495300"/>
          </a:xfrm>
          <a:prstGeom xmlns:a="http://schemas.openxmlformats.org/drawingml/2006/main" prst="roundRect">
            <a:avLst>
              <a:gd name="adj" fmla="val 11538"/>
            </a:avLst>
          </a:prstGeom>
          <a:solidFill xmlns:a="http://schemas.openxmlformats.org/drawingml/2006/main">
            <a:srgbClr val="112338"/>
          </a:solidFill>
          <a:ln xmlns:a="http://schemas.openxmlformats.org/drawingml/2006/main" w="9525">
            <a:solidFill>
              <a:srgbClr val="31445C"/>
            </a:solidFill>
            <a:prstDash val="solid"/>
          </a:ln>
        </p:spPr>
      </p:sp>
      <p:sp>
        <p:nvSpPr>
          <p:cNvPr id="6" name="">
            <a:extLst xmlns:a="http://schemas.openxmlformats.org/drawingml/2006/main">
              <a:ext uri="{FF2B5EF4-FFF2-40B4-BE49-F238E27FC236}">
                <a16:creationId xmlns:a16="http://schemas.microsoft.com/office/drawing/2014/main" id="{37EE74DF-FDB8-4DE6-B57B-25F65644C64F}"/>
              </a:ext>
            </a:extLst>
          </p:cNvPr>
          <p:cNvSpPr>
            <a:spLocks xmlns:a="http://schemas.openxmlformats.org/drawingml/2006/main" noGrp="1"/>
          </p:cNvSpPr>
          <p:nvPr/>
        </p:nvSpPr>
        <p:spPr>
          <a:xfrm xmlns:a="http://schemas.openxmlformats.org/drawingml/2006/main">
            <a:off x="647700" y="1571625"/>
            <a:ext cx="1390650" cy="285750"/>
          </a:xfrm>
          <a:prstGeom xmlns:a="http://schemas.openxmlformats.org/drawingml/2006/main" prst="roundRect">
            <a:avLst>
              <a:gd name="adj" fmla="val 50000"/>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GIAO DIỆN</a:t>
            </a:r>
          </a:p>
        </p:txBody>
      </p:sp>
      <p:sp>
        <p:nvSpPr>
          <p:cNvPr id="7" name="">
            <a:extLst xmlns:a="http://schemas.openxmlformats.org/drawingml/2006/main">
              <a:ext uri="{FF2B5EF4-FFF2-40B4-BE49-F238E27FC236}">
                <a16:creationId xmlns:a16="http://schemas.microsoft.com/office/drawing/2014/main" id="{C6663645-3B3E-4596-8C00-987402B986FB}"/>
              </a:ext>
            </a:extLst>
          </p:cNvPr>
          <p:cNvSpPr>
            <a:spLocks xmlns:a="http://schemas.openxmlformats.org/drawingml/2006/main" noGrp="1"/>
          </p:cNvSpPr>
          <p:nvPr/>
        </p:nvSpPr>
        <p:spPr>
          <a:xfrm xmlns:a="http://schemas.openxmlformats.org/drawingml/2006/main">
            <a:off x="2209800" y="1590675"/>
            <a:ext cx="5372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1">
                <a:solidFill>
                  <a:srgbClr val="F4F7FB"/>
                </a:solidFill>
                <a:latin typeface="Arial"/>
                <a:ea typeface="Arial"/>
                <a:cs typeface="Arial"/>
              </a:defRPr>
            </a:defPPr>
          </a:lstStyle>
          <a:p xmlns:a="http://schemas.openxmlformats.org/drawingml/2006/main">
            <a:pPr algn="l">
              <a:defRPr sz="1200" b="1">
                <a:solidFill>
                  <a:srgbClr val="F4F7FB"/>
                </a:solidFill>
                <a:latin typeface="Arial"/>
                <a:ea typeface="Arial"/>
                <a:cs typeface="Arial"/>
              </a:defRPr>
            </a:pPr>
            <a:r>
              <a:rPr sz="1200" b="1">
                <a:solidFill>
                  <a:srgbClr val="F4F7FB"/>
                </a:solidFill>
                <a:latin typeface="Arial"/>
                <a:ea typeface="Arial"/>
                <a:cs typeface="Arial"/>
              </a:rPr>
              <a:t>Razor MVC • HTTP 202 • status polling</a:t>
            </a:r>
          </a:p>
        </p:txBody>
      </p:sp>
      <p:sp>
        <p:nvSpPr>
          <p:cNvPr id="8" name="">
            <a:extLst xmlns:a="http://schemas.openxmlformats.org/drawingml/2006/main">
              <a:ext uri="{FF2B5EF4-FFF2-40B4-BE49-F238E27FC236}">
                <a16:creationId xmlns:a16="http://schemas.microsoft.com/office/drawing/2014/main" id="{C88CC7F2-8AE2-49B3-89EC-AAC1F07A7564}"/>
              </a:ext>
            </a:extLst>
          </p:cNvPr>
          <p:cNvSpPr>
            <a:spLocks xmlns:a="http://schemas.openxmlformats.org/drawingml/2006/main" noGrp="1"/>
          </p:cNvSpPr>
          <p:nvPr/>
        </p:nvSpPr>
        <p:spPr>
          <a:xfrm xmlns:a="http://schemas.openxmlformats.org/drawingml/2006/main">
            <a:off x="4133850" y="1962150"/>
            <a:ext cx="0" cy="133350"/>
          </a:xfrm>
          <a:prstGeom xmlns:a="http://schemas.openxmlformats.org/drawingml/2006/main" prst="line">
            <a:avLst/>
          </a:prstGeom>
          <a:noFill xmlns:a="http://schemas.openxmlformats.org/drawingml/2006/main"/>
          <a:ln xmlns:a="http://schemas.openxmlformats.org/drawingml/2006/main" w="19050">
            <a:solidFill>
              <a:srgbClr val="31445C"/>
            </a:solidFill>
            <a:prstDash val="solid"/>
          </a:ln>
        </p:spPr>
      </p:sp>
      <p:sp>
        <p:nvSpPr>
          <p:cNvPr id="9" name="">
            <a:extLst xmlns:a="http://schemas.openxmlformats.org/drawingml/2006/main">
              <a:ext uri="{FF2B5EF4-FFF2-40B4-BE49-F238E27FC236}">
                <a16:creationId xmlns:a16="http://schemas.microsoft.com/office/drawing/2014/main" id="{D97A5A05-632B-4488-958C-6A7952E45F07}"/>
              </a:ext>
            </a:extLst>
          </p:cNvPr>
          <p:cNvSpPr>
            <a:spLocks xmlns:a="http://schemas.openxmlformats.org/drawingml/2006/main" noGrp="1"/>
          </p:cNvSpPr>
          <p:nvPr/>
        </p:nvSpPr>
        <p:spPr>
          <a:xfrm xmlns:a="http://schemas.openxmlformats.org/drawingml/2006/main">
            <a:off x="514350" y="2095500"/>
            <a:ext cx="7239000" cy="495300"/>
          </a:xfrm>
          <a:prstGeom xmlns:a="http://schemas.openxmlformats.org/drawingml/2006/main" prst="roundRect">
            <a:avLst>
              <a:gd name="adj" fmla="val 11538"/>
            </a:avLst>
          </a:prstGeom>
          <a:solidFill xmlns:a="http://schemas.openxmlformats.org/drawingml/2006/main">
            <a:srgbClr val="112338"/>
          </a:solidFill>
          <a:ln xmlns:a="http://schemas.openxmlformats.org/drawingml/2006/main" w="9525">
            <a:solidFill>
              <a:srgbClr val="31445C"/>
            </a:solidFill>
            <a:prstDash val="solid"/>
          </a:ln>
        </p:spPr>
      </p:sp>
      <p:sp>
        <p:nvSpPr>
          <p:cNvPr id="10" name="">
            <a:extLst xmlns:a="http://schemas.openxmlformats.org/drawingml/2006/main">
              <a:ext uri="{FF2B5EF4-FFF2-40B4-BE49-F238E27FC236}">
                <a16:creationId xmlns:a16="http://schemas.microsoft.com/office/drawing/2014/main" id="{5E488E3C-CB65-47D7-BBC0-3C8B9E14ED7A}"/>
              </a:ext>
            </a:extLst>
          </p:cNvPr>
          <p:cNvSpPr>
            <a:spLocks xmlns:a="http://schemas.openxmlformats.org/drawingml/2006/main" noGrp="1"/>
          </p:cNvSpPr>
          <p:nvPr/>
        </p:nvSpPr>
        <p:spPr>
          <a:xfrm xmlns:a="http://schemas.openxmlformats.org/drawingml/2006/main">
            <a:off x="647700" y="2200275"/>
            <a:ext cx="1390650" cy="285750"/>
          </a:xfrm>
          <a:prstGeom xmlns:a="http://schemas.openxmlformats.org/drawingml/2006/main" prst="roundRect">
            <a:avLst>
              <a:gd name="adj" fmla="val 50000"/>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QUEUE / WORKER</a:t>
            </a:r>
          </a:p>
        </p:txBody>
      </p:sp>
      <p:sp>
        <p:nvSpPr>
          <p:cNvPr id="11" name="">
            <a:extLst xmlns:a="http://schemas.openxmlformats.org/drawingml/2006/main">
              <a:ext uri="{FF2B5EF4-FFF2-40B4-BE49-F238E27FC236}">
                <a16:creationId xmlns:a16="http://schemas.microsoft.com/office/drawing/2014/main" id="{81A559C6-1E65-4A2B-8222-B352F097CC41}"/>
              </a:ext>
            </a:extLst>
          </p:cNvPr>
          <p:cNvSpPr>
            <a:spLocks xmlns:a="http://schemas.openxmlformats.org/drawingml/2006/main" noGrp="1"/>
          </p:cNvSpPr>
          <p:nvPr/>
        </p:nvSpPr>
        <p:spPr>
          <a:xfrm xmlns:a="http://schemas.openxmlformats.org/drawingml/2006/main">
            <a:off x="2209800" y="2219325"/>
            <a:ext cx="5372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1">
                <a:solidFill>
                  <a:srgbClr val="F4F7FB"/>
                </a:solidFill>
                <a:latin typeface="Arial"/>
                <a:ea typeface="Arial"/>
                <a:cs typeface="Arial"/>
              </a:defRPr>
            </a:defPPr>
          </a:lstStyle>
          <a:p xmlns:a="http://schemas.openxmlformats.org/drawingml/2006/main">
            <a:pPr algn="l">
              <a:defRPr sz="1200" b="1">
                <a:solidFill>
                  <a:srgbClr val="F4F7FB"/>
                </a:solidFill>
                <a:latin typeface="Arial"/>
                <a:ea typeface="Arial"/>
                <a:cs typeface="Arial"/>
              </a:defRPr>
            </a:pPr>
            <a:r>
              <a:rPr sz="1200" b="1">
                <a:solidFill>
                  <a:srgbClr val="F4F7FB"/>
                </a:solidFill>
                <a:latin typeface="Arial"/>
                <a:ea typeface="Arial"/>
                <a:cs typeface="Arial"/>
              </a:rPr>
              <a:t>SQL job • lease 600s • retry / circuit state</a:t>
            </a:r>
          </a:p>
        </p:txBody>
      </p:sp>
      <p:sp>
        <p:nvSpPr>
          <p:cNvPr id="12" name="">
            <a:extLst xmlns:a="http://schemas.openxmlformats.org/drawingml/2006/main">
              <a:ext uri="{FF2B5EF4-FFF2-40B4-BE49-F238E27FC236}">
                <a16:creationId xmlns:a16="http://schemas.microsoft.com/office/drawing/2014/main" id="{9D0D69BA-0EF4-4AF7-B543-E1DA8B570F88}"/>
              </a:ext>
            </a:extLst>
          </p:cNvPr>
          <p:cNvSpPr>
            <a:spLocks xmlns:a="http://schemas.openxmlformats.org/drawingml/2006/main" noGrp="1"/>
          </p:cNvSpPr>
          <p:nvPr/>
        </p:nvSpPr>
        <p:spPr>
          <a:xfrm xmlns:a="http://schemas.openxmlformats.org/drawingml/2006/main">
            <a:off x="4133850" y="2590800"/>
            <a:ext cx="0" cy="133350"/>
          </a:xfrm>
          <a:prstGeom xmlns:a="http://schemas.openxmlformats.org/drawingml/2006/main" prst="line">
            <a:avLst/>
          </a:prstGeom>
          <a:noFill xmlns:a="http://schemas.openxmlformats.org/drawingml/2006/main"/>
          <a:ln xmlns:a="http://schemas.openxmlformats.org/drawingml/2006/main" w="19050">
            <a:solidFill>
              <a:srgbClr val="31445C"/>
            </a:solidFill>
            <a:prstDash val="solid"/>
          </a:ln>
        </p:spPr>
      </p:sp>
      <p:sp>
        <p:nvSpPr>
          <p:cNvPr id="13" name="">
            <a:extLst xmlns:a="http://schemas.openxmlformats.org/drawingml/2006/main">
              <a:ext uri="{FF2B5EF4-FFF2-40B4-BE49-F238E27FC236}">
                <a16:creationId xmlns:a16="http://schemas.microsoft.com/office/drawing/2014/main" id="{B24CDEF1-039D-4644-9711-2E43FD02D24A}"/>
              </a:ext>
            </a:extLst>
          </p:cNvPr>
          <p:cNvSpPr>
            <a:spLocks xmlns:a="http://schemas.openxmlformats.org/drawingml/2006/main" noGrp="1"/>
          </p:cNvSpPr>
          <p:nvPr/>
        </p:nvSpPr>
        <p:spPr>
          <a:xfrm xmlns:a="http://schemas.openxmlformats.org/drawingml/2006/main">
            <a:off x="514350" y="2724150"/>
            <a:ext cx="7239000" cy="495300"/>
          </a:xfrm>
          <a:prstGeom xmlns:a="http://schemas.openxmlformats.org/drawingml/2006/main" prst="roundRect">
            <a:avLst>
              <a:gd name="adj" fmla="val 11538"/>
            </a:avLst>
          </a:prstGeom>
          <a:solidFill xmlns:a="http://schemas.openxmlformats.org/drawingml/2006/main">
            <a:srgbClr val="112338"/>
          </a:solidFill>
          <a:ln xmlns:a="http://schemas.openxmlformats.org/drawingml/2006/main" w="9525">
            <a:solidFill>
              <a:srgbClr val="31445C"/>
            </a:solidFill>
            <a:prstDash val="solid"/>
          </a:ln>
        </p:spPr>
      </p:sp>
      <p:sp>
        <p:nvSpPr>
          <p:cNvPr id="14" name="">
            <a:extLst xmlns:a="http://schemas.openxmlformats.org/drawingml/2006/main">
              <a:ext uri="{FF2B5EF4-FFF2-40B4-BE49-F238E27FC236}">
                <a16:creationId xmlns:a16="http://schemas.microsoft.com/office/drawing/2014/main" id="{FC535E8E-79C1-435F-A6F7-975D88DD3ADC}"/>
              </a:ext>
            </a:extLst>
          </p:cNvPr>
          <p:cNvSpPr>
            <a:spLocks xmlns:a="http://schemas.openxmlformats.org/drawingml/2006/main" noGrp="1"/>
          </p:cNvSpPr>
          <p:nvPr/>
        </p:nvSpPr>
        <p:spPr>
          <a:xfrm xmlns:a="http://schemas.openxmlformats.org/drawingml/2006/main">
            <a:off x="647700" y="2828925"/>
            <a:ext cx="1390650" cy="285750"/>
          </a:xfrm>
          <a:prstGeom xmlns:a="http://schemas.openxmlformats.org/drawingml/2006/main" prst="roundRect">
            <a:avLst>
              <a:gd name="adj" fmla="val 50000"/>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AI ADAPTER</a:t>
            </a:r>
          </a:p>
        </p:txBody>
      </p:sp>
      <p:sp>
        <p:nvSpPr>
          <p:cNvPr id="15" name="">
            <a:extLst xmlns:a="http://schemas.openxmlformats.org/drawingml/2006/main">
              <a:ext uri="{FF2B5EF4-FFF2-40B4-BE49-F238E27FC236}">
                <a16:creationId xmlns:a16="http://schemas.microsoft.com/office/drawing/2014/main" id="{C9C26391-6015-41A8-BC35-1646E0AC11DC}"/>
              </a:ext>
            </a:extLst>
          </p:cNvPr>
          <p:cNvSpPr>
            <a:spLocks xmlns:a="http://schemas.openxmlformats.org/drawingml/2006/main" noGrp="1"/>
          </p:cNvSpPr>
          <p:nvPr/>
        </p:nvSpPr>
        <p:spPr>
          <a:xfrm xmlns:a="http://schemas.openxmlformats.org/drawingml/2006/main">
            <a:off x="2209800" y="2847975"/>
            <a:ext cx="5372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1">
                <a:solidFill>
                  <a:srgbClr val="F4F7FB"/>
                </a:solidFill>
                <a:latin typeface="Arial"/>
                <a:ea typeface="Arial"/>
                <a:cs typeface="Arial"/>
              </a:defRPr>
            </a:defPPr>
          </a:lstStyle>
          <a:p xmlns:a="http://schemas.openxmlformats.org/drawingml/2006/main">
            <a:pPr algn="l">
              <a:defRPr sz="1200" b="1">
                <a:solidFill>
                  <a:srgbClr val="F4F7FB"/>
                </a:solidFill>
                <a:latin typeface="Arial"/>
                <a:ea typeface="Arial"/>
                <a:cs typeface="Arial"/>
              </a:defRPr>
            </a:pPr>
            <a:r>
              <a:rPr sz="1200" b="1">
                <a:solidFill>
                  <a:srgbClr val="F4F7FB"/>
                </a:solidFill>
                <a:latin typeface="Arial"/>
                <a:ea typeface="Arial"/>
                <a:cs typeface="Arial"/>
              </a:rPr>
              <a:t>permit 1 → OpenRouter → Qwen3.8 Flash / Alibaba</a:t>
            </a:r>
          </a:p>
        </p:txBody>
      </p:sp>
      <p:sp>
        <p:nvSpPr>
          <p:cNvPr id="16" name="">
            <a:extLst xmlns:a="http://schemas.openxmlformats.org/drawingml/2006/main">
              <a:ext uri="{FF2B5EF4-FFF2-40B4-BE49-F238E27FC236}">
                <a16:creationId xmlns:a16="http://schemas.microsoft.com/office/drawing/2014/main" id="{AB9790C8-FF4C-41E5-88F1-BDDA40FFD89F}"/>
              </a:ext>
            </a:extLst>
          </p:cNvPr>
          <p:cNvSpPr>
            <a:spLocks xmlns:a="http://schemas.openxmlformats.org/drawingml/2006/main" noGrp="1"/>
          </p:cNvSpPr>
          <p:nvPr/>
        </p:nvSpPr>
        <p:spPr>
          <a:xfrm xmlns:a="http://schemas.openxmlformats.org/drawingml/2006/main">
            <a:off x="4133850" y="3219450"/>
            <a:ext cx="0" cy="133350"/>
          </a:xfrm>
          <a:prstGeom xmlns:a="http://schemas.openxmlformats.org/drawingml/2006/main" prst="line">
            <a:avLst/>
          </a:prstGeom>
          <a:noFill xmlns:a="http://schemas.openxmlformats.org/drawingml/2006/main"/>
          <a:ln xmlns:a="http://schemas.openxmlformats.org/drawingml/2006/main" w="19050">
            <a:solidFill>
              <a:srgbClr val="31445C"/>
            </a:solidFill>
            <a:prstDash val="solid"/>
          </a:ln>
        </p:spPr>
      </p:sp>
      <p:sp>
        <p:nvSpPr>
          <p:cNvPr id="17" name="">
            <a:extLst xmlns:a="http://schemas.openxmlformats.org/drawingml/2006/main">
              <a:ext uri="{FF2B5EF4-FFF2-40B4-BE49-F238E27FC236}">
                <a16:creationId xmlns:a16="http://schemas.microsoft.com/office/drawing/2014/main" id="{A421448E-259D-42EB-95BB-83F497A9A85C}"/>
              </a:ext>
            </a:extLst>
          </p:cNvPr>
          <p:cNvSpPr>
            <a:spLocks xmlns:a="http://schemas.openxmlformats.org/drawingml/2006/main" noGrp="1"/>
          </p:cNvSpPr>
          <p:nvPr/>
        </p:nvSpPr>
        <p:spPr>
          <a:xfrm xmlns:a="http://schemas.openxmlformats.org/drawingml/2006/main">
            <a:off x="514350" y="3352800"/>
            <a:ext cx="7239000" cy="495300"/>
          </a:xfrm>
          <a:prstGeom xmlns:a="http://schemas.openxmlformats.org/drawingml/2006/main" prst="roundRect">
            <a:avLst>
              <a:gd name="adj" fmla="val 11538"/>
            </a:avLst>
          </a:prstGeom>
          <a:solidFill xmlns:a="http://schemas.openxmlformats.org/drawingml/2006/main">
            <a:srgbClr val="112338"/>
          </a:solidFill>
          <a:ln xmlns:a="http://schemas.openxmlformats.org/drawingml/2006/main" w="9525">
            <a:solidFill>
              <a:srgbClr val="31445C"/>
            </a:solidFill>
            <a:prstDash val="solid"/>
          </a:ln>
        </p:spPr>
      </p:sp>
      <p:sp>
        <p:nvSpPr>
          <p:cNvPr id="18" name="">
            <a:extLst xmlns:a="http://schemas.openxmlformats.org/drawingml/2006/main">
              <a:ext uri="{FF2B5EF4-FFF2-40B4-BE49-F238E27FC236}">
                <a16:creationId xmlns:a16="http://schemas.microsoft.com/office/drawing/2014/main" id="{048C1C1D-7A5C-47A7-B5ED-49F36B227E49}"/>
              </a:ext>
            </a:extLst>
          </p:cNvPr>
          <p:cNvSpPr>
            <a:spLocks xmlns:a="http://schemas.openxmlformats.org/drawingml/2006/main" noGrp="1"/>
          </p:cNvSpPr>
          <p:nvPr/>
        </p:nvSpPr>
        <p:spPr>
          <a:xfrm xmlns:a="http://schemas.openxmlformats.org/drawingml/2006/main">
            <a:off x="647700" y="3457575"/>
            <a:ext cx="1390650" cy="285750"/>
          </a:xfrm>
          <a:prstGeom xmlns:a="http://schemas.openxmlformats.org/drawingml/2006/main" prst="roundRect">
            <a:avLst>
              <a:gd name="adj" fmla="val 50000"/>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CONTRACT</a:t>
            </a:r>
          </a:p>
        </p:txBody>
      </p:sp>
      <p:sp>
        <p:nvSpPr>
          <p:cNvPr id="19" name="">
            <a:extLst xmlns:a="http://schemas.openxmlformats.org/drawingml/2006/main">
              <a:ext uri="{FF2B5EF4-FFF2-40B4-BE49-F238E27FC236}">
                <a16:creationId xmlns:a16="http://schemas.microsoft.com/office/drawing/2014/main" id="{842E3FDE-0107-437E-AA9E-854C2AE540B4}"/>
              </a:ext>
            </a:extLst>
          </p:cNvPr>
          <p:cNvSpPr>
            <a:spLocks xmlns:a="http://schemas.openxmlformats.org/drawingml/2006/main" noGrp="1"/>
          </p:cNvSpPr>
          <p:nvPr/>
        </p:nvSpPr>
        <p:spPr>
          <a:xfrm xmlns:a="http://schemas.openxmlformats.org/drawingml/2006/main">
            <a:off x="2209800" y="3476625"/>
            <a:ext cx="5372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1">
                <a:solidFill>
                  <a:srgbClr val="F4F7FB"/>
                </a:solidFill>
                <a:latin typeface="Arial"/>
                <a:ea typeface="Arial"/>
                <a:cs typeface="Arial"/>
              </a:defRPr>
            </a:defPPr>
          </a:lstStyle>
          <a:p xmlns:a="http://schemas.openxmlformats.org/drawingml/2006/main">
            <a:pPr algn="l">
              <a:defRPr sz="1200" b="1">
                <a:solidFill>
                  <a:srgbClr val="F4F7FB"/>
                </a:solidFill>
                <a:latin typeface="Arial"/>
                <a:ea typeface="Arial"/>
                <a:cs typeface="Arial"/>
              </a:defRPr>
            </a:pPr>
            <a:r>
              <a:rPr sz="1200" b="1">
                <a:solidFill>
                  <a:srgbClr val="F4F7FB"/>
                </a:solidFill>
                <a:latin typeface="Arial"/>
                <a:ea typeface="Arial"/>
                <a:cs typeface="Arial"/>
              </a:rPr>
              <a:t>JSON Schema → ReceiptExtractionDto → semantic → repair ≤1</a:t>
            </a:r>
          </a:p>
        </p:txBody>
      </p:sp>
      <p:sp>
        <p:nvSpPr>
          <p:cNvPr id="20" name="">
            <a:extLst xmlns:a="http://schemas.openxmlformats.org/drawingml/2006/main">
              <a:ext uri="{FF2B5EF4-FFF2-40B4-BE49-F238E27FC236}">
                <a16:creationId xmlns:a16="http://schemas.microsoft.com/office/drawing/2014/main" id="{4FD46560-DF55-4EB8-B248-790D85AE1C3C}"/>
              </a:ext>
            </a:extLst>
          </p:cNvPr>
          <p:cNvSpPr>
            <a:spLocks xmlns:a="http://schemas.openxmlformats.org/drawingml/2006/main" noGrp="1"/>
          </p:cNvSpPr>
          <p:nvPr/>
        </p:nvSpPr>
        <p:spPr>
          <a:xfrm xmlns:a="http://schemas.openxmlformats.org/drawingml/2006/main">
            <a:off x="4133850" y="3848100"/>
            <a:ext cx="0" cy="133350"/>
          </a:xfrm>
          <a:prstGeom xmlns:a="http://schemas.openxmlformats.org/drawingml/2006/main" prst="line">
            <a:avLst/>
          </a:prstGeom>
          <a:noFill xmlns:a="http://schemas.openxmlformats.org/drawingml/2006/main"/>
          <a:ln xmlns:a="http://schemas.openxmlformats.org/drawingml/2006/main" w="19050">
            <a:solidFill>
              <a:srgbClr val="31445C"/>
            </a:solidFill>
            <a:prstDash val="solid"/>
          </a:ln>
        </p:spPr>
      </p:sp>
      <p:sp>
        <p:nvSpPr>
          <p:cNvPr id="21" name="">
            <a:extLst xmlns:a="http://schemas.openxmlformats.org/drawingml/2006/main">
              <a:ext uri="{FF2B5EF4-FFF2-40B4-BE49-F238E27FC236}">
                <a16:creationId xmlns:a16="http://schemas.microsoft.com/office/drawing/2014/main" id="{BBA61AD6-7CE0-41ED-BAE5-DBA5088AE6FC}"/>
              </a:ext>
            </a:extLst>
          </p:cNvPr>
          <p:cNvSpPr>
            <a:spLocks xmlns:a="http://schemas.openxmlformats.org/drawingml/2006/main" noGrp="1"/>
          </p:cNvSpPr>
          <p:nvPr/>
        </p:nvSpPr>
        <p:spPr>
          <a:xfrm xmlns:a="http://schemas.openxmlformats.org/drawingml/2006/main">
            <a:off x="514350" y="3981450"/>
            <a:ext cx="7239000" cy="495300"/>
          </a:xfrm>
          <a:prstGeom xmlns:a="http://schemas.openxmlformats.org/drawingml/2006/main" prst="roundRect">
            <a:avLst>
              <a:gd name="adj" fmla="val 11538"/>
            </a:avLst>
          </a:prstGeom>
          <a:solidFill xmlns:a="http://schemas.openxmlformats.org/drawingml/2006/main">
            <a:srgbClr val="112338"/>
          </a:solidFill>
          <a:ln xmlns:a="http://schemas.openxmlformats.org/drawingml/2006/main" w="9525">
            <a:solidFill>
              <a:srgbClr val="31445C"/>
            </a:solidFill>
            <a:prstDash val="solid"/>
          </a:ln>
        </p:spPr>
      </p:sp>
      <p:sp>
        <p:nvSpPr>
          <p:cNvPr id="22" name="">
            <a:extLst xmlns:a="http://schemas.openxmlformats.org/drawingml/2006/main">
              <a:ext uri="{FF2B5EF4-FFF2-40B4-BE49-F238E27FC236}">
                <a16:creationId xmlns:a16="http://schemas.microsoft.com/office/drawing/2014/main" id="{680CFB0E-3BA4-449A-BADB-7C8D0630C520}"/>
              </a:ext>
            </a:extLst>
          </p:cNvPr>
          <p:cNvSpPr>
            <a:spLocks xmlns:a="http://schemas.openxmlformats.org/drawingml/2006/main" noGrp="1"/>
          </p:cNvSpPr>
          <p:nvPr/>
        </p:nvSpPr>
        <p:spPr>
          <a:xfrm xmlns:a="http://schemas.openxmlformats.org/drawingml/2006/main">
            <a:off x="647700" y="4086225"/>
            <a:ext cx="1390650" cy="285750"/>
          </a:xfrm>
          <a:prstGeom xmlns:a="http://schemas.openxmlformats.org/drawingml/2006/main" prst="roundRect">
            <a:avLst>
              <a:gd name="adj" fmla="val 50000"/>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DECISION</a:t>
            </a:r>
          </a:p>
        </p:txBody>
      </p:sp>
      <p:sp>
        <p:nvSpPr>
          <p:cNvPr id="23" name="">
            <a:extLst xmlns:a="http://schemas.openxmlformats.org/drawingml/2006/main">
              <a:ext uri="{FF2B5EF4-FFF2-40B4-BE49-F238E27FC236}">
                <a16:creationId xmlns:a16="http://schemas.microsoft.com/office/drawing/2014/main" id="{9F87ECC0-9C74-4E07-9EB6-256CFA35D169}"/>
              </a:ext>
            </a:extLst>
          </p:cNvPr>
          <p:cNvSpPr>
            <a:spLocks xmlns:a="http://schemas.openxmlformats.org/drawingml/2006/main" noGrp="1"/>
          </p:cNvSpPr>
          <p:nvPr/>
        </p:nvSpPr>
        <p:spPr>
          <a:xfrm xmlns:a="http://schemas.openxmlformats.org/drawingml/2006/main">
            <a:off x="2209800" y="4105275"/>
            <a:ext cx="5372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1">
                <a:solidFill>
                  <a:srgbClr val="F4F7FB"/>
                </a:solidFill>
                <a:latin typeface="Arial"/>
                <a:ea typeface="Arial"/>
                <a:cs typeface="Arial"/>
              </a:defRPr>
            </a:defPPr>
          </a:lstStyle>
          <a:p xmlns:a="http://schemas.openxmlformats.org/drawingml/2006/main">
            <a:pPr algn="l">
              <a:defRPr sz="1200" b="1">
                <a:solidFill>
                  <a:srgbClr val="F4F7FB"/>
                </a:solidFill>
                <a:latin typeface="Arial"/>
                <a:ea typeface="Arial"/>
                <a:cs typeface="Arial"/>
              </a:defRPr>
            </a:pPr>
            <a:r>
              <a:rPr sz="1200" b="1">
                <a:solidFill>
                  <a:srgbClr val="F4F7FB"/>
                </a:solidFill>
                <a:latin typeface="Arial"/>
                <a:ea typeface="Arial"/>
                <a:cs typeface="Arial"/>
              </a:rPr>
              <a:t>PolicyDecisionEngine C# → AUTO / ESCALATE → human review</a:t>
            </a:r>
          </a:p>
        </p:txBody>
      </p:sp>
      <p:sp>
        <p:nvSpPr>
          <p:cNvPr id="24" name="">
            <a:extLst xmlns:a="http://schemas.openxmlformats.org/drawingml/2006/main">
              <a:ext uri="{FF2B5EF4-FFF2-40B4-BE49-F238E27FC236}">
                <a16:creationId xmlns:a16="http://schemas.microsoft.com/office/drawing/2014/main" id="{858E1583-7FD3-45E3-BF3B-9BDA0F4EBCCB}"/>
              </a:ext>
            </a:extLst>
          </p:cNvPr>
          <p:cNvSpPr>
            <a:spLocks xmlns:a="http://schemas.openxmlformats.org/drawingml/2006/main" noGrp="1"/>
          </p:cNvSpPr>
          <p:nvPr/>
        </p:nvSpPr>
        <p:spPr>
          <a:xfrm xmlns:a="http://schemas.openxmlformats.org/drawingml/2006/main">
            <a:off x="4133850" y="4476750"/>
            <a:ext cx="0" cy="133350"/>
          </a:xfrm>
          <a:prstGeom xmlns:a="http://schemas.openxmlformats.org/drawingml/2006/main" prst="line">
            <a:avLst/>
          </a:prstGeom>
          <a:noFill xmlns:a="http://schemas.openxmlformats.org/drawingml/2006/main"/>
          <a:ln xmlns:a="http://schemas.openxmlformats.org/drawingml/2006/main" w="19050">
            <a:solidFill>
              <a:srgbClr val="31445C"/>
            </a:solidFill>
            <a:prstDash val="solid"/>
          </a:ln>
        </p:spPr>
      </p:sp>
      <p:sp>
        <p:nvSpPr>
          <p:cNvPr id="25" name="">
            <a:extLst xmlns:a="http://schemas.openxmlformats.org/drawingml/2006/main">
              <a:ext uri="{FF2B5EF4-FFF2-40B4-BE49-F238E27FC236}">
                <a16:creationId xmlns:a16="http://schemas.microsoft.com/office/drawing/2014/main" id="{228EA5E7-E051-4A79-8ED1-6D288571F771}"/>
              </a:ext>
            </a:extLst>
          </p:cNvPr>
          <p:cNvSpPr>
            <a:spLocks xmlns:a="http://schemas.openxmlformats.org/drawingml/2006/main" noGrp="1"/>
          </p:cNvSpPr>
          <p:nvPr/>
        </p:nvSpPr>
        <p:spPr>
          <a:xfrm xmlns:a="http://schemas.openxmlformats.org/drawingml/2006/main">
            <a:off x="514350" y="4610100"/>
            <a:ext cx="7239000" cy="495300"/>
          </a:xfrm>
          <a:prstGeom xmlns:a="http://schemas.openxmlformats.org/drawingml/2006/main" prst="roundRect">
            <a:avLst>
              <a:gd name="adj" fmla="val 11538"/>
            </a:avLst>
          </a:prstGeom>
          <a:solidFill xmlns:a="http://schemas.openxmlformats.org/drawingml/2006/main">
            <a:srgbClr val="112338"/>
          </a:solidFill>
          <a:ln xmlns:a="http://schemas.openxmlformats.org/drawingml/2006/main" w="9525">
            <a:solidFill>
              <a:srgbClr val="31445C"/>
            </a:solidFill>
            <a:prstDash val="solid"/>
          </a:ln>
        </p:spPr>
      </p:sp>
      <p:sp>
        <p:nvSpPr>
          <p:cNvPr id="26" name="">
            <a:extLst xmlns:a="http://schemas.openxmlformats.org/drawingml/2006/main">
              <a:ext uri="{FF2B5EF4-FFF2-40B4-BE49-F238E27FC236}">
                <a16:creationId xmlns:a16="http://schemas.microsoft.com/office/drawing/2014/main" id="{1D2D1597-ED5E-419B-B03E-D571AB6C1F44}"/>
              </a:ext>
            </a:extLst>
          </p:cNvPr>
          <p:cNvSpPr>
            <a:spLocks xmlns:a="http://schemas.openxmlformats.org/drawingml/2006/main" noGrp="1"/>
          </p:cNvSpPr>
          <p:nvPr/>
        </p:nvSpPr>
        <p:spPr>
          <a:xfrm xmlns:a="http://schemas.openxmlformats.org/drawingml/2006/main">
            <a:off x="647700" y="4714875"/>
            <a:ext cx="1390650" cy="285750"/>
          </a:xfrm>
          <a:prstGeom xmlns:a="http://schemas.openxmlformats.org/drawingml/2006/main" prst="roundRect">
            <a:avLst>
              <a:gd name="adj" fmla="val 50000"/>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DỮ LIỆU / AUDIT</a:t>
            </a:r>
          </a:p>
        </p:txBody>
      </p:sp>
      <p:sp>
        <p:nvSpPr>
          <p:cNvPr id="27" name="">
            <a:extLst xmlns:a="http://schemas.openxmlformats.org/drawingml/2006/main">
              <a:ext uri="{FF2B5EF4-FFF2-40B4-BE49-F238E27FC236}">
                <a16:creationId xmlns:a16="http://schemas.microsoft.com/office/drawing/2014/main" id="{5A3289DB-178D-40BE-A9E0-ED5E9E8B61C8}"/>
              </a:ext>
            </a:extLst>
          </p:cNvPr>
          <p:cNvSpPr>
            <a:spLocks xmlns:a="http://schemas.openxmlformats.org/drawingml/2006/main" noGrp="1"/>
          </p:cNvSpPr>
          <p:nvPr/>
        </p:nvSpPr>
        <p:spPr>
          <a:xfrm xmlns:a="http://schemas.openxmlformats.org/drawingml/2006/main">
            <a:off x="2209800" y="4733925"/>
            <a:ext cx="5372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1">
                <a:solidFill>
                  <a:srgbClr val="F4F7FB"/>
                </a:solidFill>
                <a:latin typeface="Arial"/>
                <a:ea typeface="Arial"/>
                <a:cs typeface="Arial"/>
              </a:defRPr>
            </a:defPPr>
          </a:lstStyle>
          <a:p xmlns:a="http://schemas.openxmlformats.org/drawingml/2006/main">
            <a:pPr algn="l">
              <a:defRPr sz="1200" b="1">
                <a:solidFill>
                  <a:srgbClr val="F4F7FB"/>
                </a:solidFill>
                <a:latin typeface="Arial"/>
                <a:ea typeface="Arial"/>
                <a:cs typeface="Arial"/>
              </a:defRPr>
            </a:pPr>
            <a:r>
              <a:rPr sz="1200" b="1">
                <a:solidFill>
                  <a:srgbClr val="F4F7FB"/>
                </a:solidFill>
                <a:latin typeface="Arial"/>
                <a:ea typeface="Arial"/>
                <a:cs typeface="Arial"/>
              </a:rPr>
              <a:t>EF Core • SQL Server • private storage • Undo event</a:t>
            </a:r>
          </a:p>
        </p:txBody>
      </p:sp>
      <p:sp>
        <p:nvSpPr>
          <p:cNvPr id="28" name="">
            <a:extLst xmlns:a="http://schemas.openxmlformats.org/drawingml/2006/main">
              <a:ext uri="{FF2B5EF4-FFF2-40B4-BE49-F238E27FC236}">
                <a16:creationId xmlns:a16="http://schemas.microsoft.com/office/drawing/2014/main" id="{312E22F0-1A47-41AF-865C-0E6BDA2084AB}"/>
              </a:ext>
            </a:extLst>
          </p:cNvPr>
          <p:cNvSpPr>
            <a:spLocks xmlns:a="http://schemas.openxmlformats.org/drawingml/2006/main" noGrp="1"/>
          </p:cNvSpPr>
          <p:nvPr/>
        </p:nvSpPr>
        <p:spPr>
          <a:xfrm xmlns:a="http://schemas.openxmlformats.org/drawingml/2006/main">
            <a:off x="514350" y="5410200"/>
            <a:ext cx="7239000" cy="638175"/>
          </a:xfrm>
          <a:prstGeom xmlns:a="http://schemas.openxmlformats.org/drawingml/2006/main" prst="roundRect">
            <a:avLst>
              <a:gd name="adj" fmla="val 8955"/>
            </a:avLst>
          </a:prstGeom>
          <a:solidFill xmlns:a="http://schemas.openxmlformats.org/drawingml/2006/main">
            <a:srgbClr val="0E2A3D"/>
          </a:solidFill>
          <a:ln xmlns:a="http://schemas.openxmlformats.org/drawingml/2006/main" w="9525">
            <a:solidFill>
              <a:srgbClr val="45A9BE"/>
            </a:solidFill>
            <a:prstDash val="solid"/>
          </a:ln>
        </p:spPr>
      </p:sp>
      <p:sp>
        <p:nvSpPr>
          <p:cNvPr id="29" name="">
            <a:extLst xmlns:a="http://schemas.openxmlformats.org/drawingml/2006/main">
              <a:ext uri="{FF2B5EF4-FFF2-40B4-BE49-F238E27FC236}">
                <a16:creationId xmlns:a16="http://schemas.microsoft.com/office/drawing/2014/main" id="{293719E3-9A1D-4DB4-BACE-466AEE45030D}"/>
              </a:ext>
            </a:extLst>
          </p:cNvPr>
          <p:cNvSpPr>
            <a:spLocks xmlns:a="http://schemas.openxmlformats.org/drawingml/2006/main" noGrp="1"/>
          </p:cNvSpPr>
          <p:nvPr/>
        </p:nvSpPr>
        <p:spPr>
          <a:xfrm xmlns:a="http://schemas.openxmlformats.org/drawingml/2006/main">
            <a:off x="714375" y="5543550"/>
            <a:ext cx="2190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050" b="1">
                <a:solidFill>
                  <a:srgbClr val="45A9BE"/>
                </a:solidFill>
                <a:latin typeface="Arial"/>
                <a:ea typeface="Arial"/>
                <a:cs typeface="Arial"/>
              </a:defRPr>
            </a:defPPr>
          </a:lstStyle>
          <a:p xmlns:a="http://schemas.openxmlformats.org/drawingml/2006/main">
            <a:pPr algn="l">
              <a:defRPr sz="1050" b="1">
                <a:solidFill>
                  <a:srgbClr val="45A9BE"/>
                </a:solidFill>
                <a:latin typeface="Arial"/>
                <a:ea typeface="Arial"/>
                <a:cs typeface="Arial"/>
              </a:defRPr>
            </a:pPr>
            <a:r>
              <a:rPr sz="1050" b="1">
                <a:solidFill>
                  <a:srgbClr val="45A9BE"/>
                </a:solidFill>
                <a:latin typeface="Arial"/>
                <a:ea typeface="Arial"/>
                <a:cs typeface="Arial"/>
              </a:rPr>
              <a:t>RANH GIỚI QUYỀN HẠN</a:t>
            </a:r>
          </a:p>
        </p:txBody>
      </p:sp>
      <p:sp>
        <p:nvSpPr>
          <p:cNvPr id="30" name="">
            <a:extLst xmlns:a="http://schemas.openxmlformats.org/drawingml/2006/main">
              <a:ext uri="{FF2B5EF4-FFF2-40B4-BE49-F238E27FC236}">
                <a16:creationId xmlns:a16="http://schemas.microsoft.com/office/drawing/2014/main" id="{A42C37A4-1DE7-4E65-A4AE-56907668F542}"/>
              </a:ext>
            </a:extLst>
          </p:cNvPr>
          <p:cNvSpPr>
            <a:spLocks xmlns:a="http://schemas.openxmlformats.org/drawingml/2006/main" noGrp="1"/>
          </p:cNvSpPr>
          <p:nvPr/>
        </p:nvSpPr>
        <p:spPr>
          <a:xfrm xmlns:a="http://schemas.openxmlformats.org/drawingml/2006/main">
            <a:off x="714375" y="5781675"/>
            <a:ext cx="657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1">
                <a:solidFill>
                  <a:srgbClr val="F4F7FB"/>
                </a:solidFill>
                <a:latin typeface="Arial"/>
                <a:ea typeface="Arial"/>
                <a:cs typeface="Arial"/>
              </a:defRPr>
            </a:defPPr>
          </a:lstStyle>
          <a:p xmlns:a="http://schemas.openxmlformats.org/drawingml/2006/main">
            <a:pPr algn="l">
              <a:defRPr sz="1275" b="1">
                <a:solidFill>
                  <a:srgbClr val="F4F7FB"/>
                </a:solidFill>
                <a:latin typeface="Arial"/>
                <a:ea typeface="Arial"/>
                <a:cs typeface="Arial"/>
              </a:defRPr>
            </a:pPr>
            <a:r>
              <a:rPr sz="1275" b="1">
                <a:solidFill>
                  <a:srgbClr val="F4F7FB"/>
                </a:solidFill>
                <a:latin typeface="Arial"/>
                <a:ea typeface="Arial"/>
                <a:cs typeface="Arial"/>
              </a:rPr>
              <a:t>AI trả facts; policy C# route; nhân viên/quản lý quyết định ngoại lệ.</a:t>
            </a:r>
          </a:p>
        </p:txBody>
      </p:sp>
      <p:sp>
        <p:nvSpPr>
          <p:cNvPr id="31" name="">
            <a:extLst xmlns:a="http://schemas.openxmlformats.org/drawingml/2006/main">
              <a:ext uri="{FF2B5EF4-FFF2-40B4-BE49-F238E27FC236}">
                <a16:creationId xmlns:a16="http://schemas.microsoft.com/office/drawing/2014/main" id="{B316D71F-2758-43D0-9D5A-28997629536A}"/>
              </a:ext>
            </a:extLst>
          </p:cNvPr>
          <p:cNvSpPr>
            <a:spLocks xmlns:a="http://schemas.openxmlformats.org/drawingml/2006/main" noGrp="1"/>
          </p:cNvSpPr>
          <p:nvPr/>
        </p:nvSpPr>
        <p:spPr>
          <a:xfrm xmlns:a="http://schemas.openxmlformats.org/drawingml/2006/main">
            <a:off x="8153400" y="1466850"/>
            <a:ext cx="3505200" cy="2076450"/>
          </a:xfrm>
          <a:prstGeom xmlns:a="http://schemas.openxmlformats.org/drawingml/2006/main" prst="roundRect">
            <a:avLst>
              <a:gd name="adj" fmla="val 2752"/>
            </a:avLst>
          </a:prstGeom>
          <a:solidFill xmlns:a="http://schemas.openxmlformats.org/drawingml/2006/main">
            <a:srgbClr val="162A42"/>
          </a:solidFill>
          <a:ln xmlns:a="http://schemas.openxmlformats.org/drawingml/2006/main" w="9525">
            <a:solidFill>
              <a:srgbClr val="31445C"/>
            </a:solidFill>
            <a:prstDash val="solid"/>
          </a:ln>
        </p:spPr>
      </p:sp>
      <p:sp>
        <p:nvSpPr>
          <p:cNvPr id="32" name="">
            <a:extLst xmlns:a="http://schemas.openxmlformats.org/drawingml/2006/main">
              <a:ext uri="{FF2B5EF4-FFF2-40B4-BE49-F238E27FC236}">
                <a16:creationId xmlns:a16="http://schemas.microsoft.com/office/drawing/2014/main" id="{5C9BBDA2-CE5C-406C-BD08-6DAE2E66034F}"/>
              </a:ext>
            </a:extLst>
          </p:cNvPr>
          <p:cNvSpPr>
            <a:spLocks xmlns:a="http://schemas.openxmlformats.org/drawingml/2006/main" noGrp="1"/>
          </p:cNvSpPr>
          <p:nvPr/>
        </p:nvSpPr>
        <p:spPr>
          <a:xfrm xmlns:a="http://schemas.openxmlformats.org/drawingml/2006/main">
            <a:off x="8382000" y="1676400"/>
            <a:ext cx="1123950" cy="285750"/>
          </a:xfrm>
          <a:prstGeom xmlns:a="http://schemas.openxmlformats.org/drawingml/2006/main" prst="roundRect">
            <a:avLst>
              <a:gd name="adj" fmla="val 50000"/>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CHẠY THẬT</a:t>
            </a:r>
          </a:p>
        </p:txBody>
      </p:sp>
      <p:sp>
        <p:nvSpPr>
          <p:cNvPr id="33" name="">
            <a:extLst xmlns:a="http://schemas.openxmlformats.org/drawingml/2006/main">
              <a:ext uri="{FF2B5EF4-FFF2-40B4-BE49-F238E27FC236}">
                <a16:creationId xmlns:a16="http://schemas.microsoft.com/office/drawing/2014/main" id="{56537C08-BD04-4CFA-88F6-9D4CABCEA674}"/>
              </a:ext>
            </a:extLst>
          </p:cNvPr>
          <p:cNvSpPr>
            <a:spLocks xmlns:a="http://schemas.openxmlformats.org/drawingml/2006/main" noGrp="1"/>
          </p:cNvSpPr>
          <p:nvPr/>
        </p:nvSpPr>
        <p:spPr>
          <a:xfrm xmlns:a="http://schemas.openxmlformats.org/drawingml/2006/main">
            <a:off x="8382000" y="2143125"/>
            <a:ext cx="290512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425" b="1">
                <a:solidFill>
                  <a:srgbClr val="F4F7FB"/>
                </a:solidFill>
                <a:latin typeface="Arial"/>
                <a:ea typeface="Arial"/>
                <a:cs typeface="Arial"/>
              </a:defRPr>
            </a:defPPr>
          </a:lstStyle>
          <a:p xmlns:a="http://schemas.openxmlformats.org/drawingml/2006/main">
            <a:pPr algn="l">
              <a:defRPr sz="1425" b="1">
                <a:solidFill>
                  <a:srgbClr val="F4F7FB"/>
                </a:solidFill>
                <a:latin typeface="Arial"/>
                <a:ea typeface="Arial"/>
                <a:cs typeface="Arial"/>
              </a:defRPr>
            </a:pPr>
            <a:r>
              <a:rPr sz="1425" b="1">
                <a:solidFill>
                  <a:srgbClr val="F4F7FB"/>
                </a:solidFill>
                <a:latin typeface="Arial"/>
                <a:ea typeface="Arial"/>
                <a:cs typeface="Arial"/>
              </a:rPr>
              <a:t>Upload + validation</a:t>
            </a:r>
          </a:p>
          <a:p xmlns:a="http://schemas.openxmlformats.org/drawingml/2006/main">
            <a:pPr algn="l">
              <a:defRPr sz="1425" b="1">
                <a:solidFill>
                  <a:srgbClr val="F4F7FB"/>
                </a:solidFill>
                <a:latin typeface="Arial"/>
                <a:ea typeface="Arial"/>
                <a:cs typeface="Arial"/>
              </a:defRPr>
            </a:pPr>
            <a:r>
              <a:rPr sz="1425" b="1">
                <a:solidFill>
                  <a:srgbClr val="F4F7FB"/>
                </a:solidFill>
                <a:latin typeface="Arial"/>
                <a:ea typeface="Arial"/>
                <a:cs typeface="Arial"/>
              </a:rPr>
              <a:t>SQL queue + worker</a:t>
            </a:r>
          </a:p>
          <a:p xmlns:a="http://schemas.openxmlformats.org/drawingml/2006/main">
            <a:pPr algn="l">
              <a:defRPr sz="1425" b="1">
                <a:solidFill>
                  <a:srgbClr val="F4F7FB"/>
                </a:solidFill>
                <a:latin typeface="Arial"/>
                <a:ea typeface="Arial"/>
                <a:cs typeface="Arial"/>
              </a:defRPr>
            </a:pPr>
            <a:r>
              <a:rPr sz="1425" b="1">
                <a:solidFill>
                  <a:srgbClr val="F4F7FB"/>
                </a:solidFill>
                <a:latin typeface="Arial"/>
                <a:ea typeface="Arial"/>
                <a:cs typeface="Arial"/>
              </a:rPr>
              <a:t>Vision provider + contract</a:t>
            </a:r>
          </a:p>
          <a:p xmlns:a="http://schemas.openxmlformats.org/drawingml/2006/main">
            <a:pPr algn="l">
              <a:defRPr sz="1425" b="1">
                <a:solidFill>
                  <a:srgbClr val="F4F7FB"/>
                </a:solidFill>
                <a:latin typeface="Arial"/>
                <a:ea typeface="Arial"/>
                <a:cs typeface="Arial"/>
              </a:defRPr>
            </a:pPr>
            <a:r>
              <a:rPr sz="1425" b="1">
                <a:solidFill>
                  <a:srgbClr val="F4F7FB"/>
                </a:solidFill>
                <a:latin typeface="Arial"/>
                <a:ea typeface="Arial"/>
                <a:cs typeface="Arial"/>
              </a:rPr>
              <a:t>Policy C# + Audit + Undo</a:t>
            </a:r>
          </a:p>
        </p:txBody>
      </p:sp>
      <p:sp>
        <p:nvSpPr>
          <p:cNvPr id="34" name="">
            <a:extLst xmlns:a="http://schemas.openxmlformats.org/drawingml/2006/main">
              <a:ext uri="{FF2B5EF4-FFF2-40B4-BE49-F238E27FC236}">
                <a16:creationId xmlns:a16="http://schemas.microsoft.com/office/drawing/2014/main" id="{42A086BB-DDCF-4B41-9F11-38BD45974622}"/>
              </a:ext>
            </a:extLst>
          </p:cNvPr>
          <p:cNvSpPr>
            <a:spLocks xmlns:a="http://schemas.openxmlformats.org/drawingml/2006/main" noGrp="1"/>
          </p:cNvSpPr>
          <p:nvPr/>
        </p:nvSpPr>
        <p:spPr>
          <a:xfrm xmlns:a="http://schemas.openxmlformats.org/drawingml/2006/main">
            <a:off x="8153400" y="3781425"/>
            <a:ext cx="3505200" cy="2266950"/>
          </a:xfrm>
          <a:prstGeom xmlns:a="http://schemas.openxmlformats.org/drawingml/2006/main" prst="roundRect">
            <a:avLst>
              <a:gd name="adj" fmla="val 2521"/>
            </a:avLst>
          </a:prstGeom>
          <a:solidFill xmlns:a="http://schemas.openxmlformats.org/drawingml/2006/main">
            <a:srgbClr val="162A42"/>
          </a:solidFill>
          <a:ln xmlns:a="http://schemas.openxmlformats.org/drawingml/2006/main" w="9525">
            <a:solidFill>
              <a:srgbClr val="31445C"/>
            </a:solidFill>
            <a:prstDash val="solid"/>
          </a:ln>
        </p:spPr>
      </p:sp>
      <p:sp>
        <p:nvSpPr>
          <p:cNvPr id="35" name="">
            <a:extLst xmlns:a="http://schemas.openxmlformats.org/drawingml/2006/main">
              <a:ext uri="{FF2B5EF4-FFF2-40B4-BE49-F238E27FC236}">
                <a16:creationId xmlns:a16="http://schemas.microsoft.com/office/drawing/2014/main" id="{65CBE5FC-ABD8-49A1-AB56-F5614A0B62AE}"/>
              </a:ext>
            </a:extLst>
          </p:cNvPr>
          <p:cNvSpPr>
            <a:spLocks xmlns:a="http://schemas.openxmlformats.org/drawingml/2006/main" noGrp="1"/>
          </p:cNvSpPr>
          <p:nvPr/>
        </p:nvSpPr>
        <p:spPr>
          <a:xfrm xmlns:a="http://schemas.openxmlformats.org/drawingml/2006/main">
            <a:off x="8382000" y="3990975"/>
            <a:ext cx="1485900" cy="285750"/>
          </a:xfrm>
          <a:prstGeom xmlns:a="http://schemas.openxmlformats.org/drawingml/2006/main" prst="roundRect">
            <a:avLst>
              <a:gd name="adj" fmla="val 50000"/>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MÔ PHỎNG / TEST</a:t>
            </a:r>
          </a:p>
        </p:txBody>
      </p:sp>
      <p:sp>
        <p:nvSpPr>
          <p:cNvPr id="36" name="">
            <a:extLst xmlns:a="http://schemas.openxmlformats.org/drawingml/2006/main">
              <a:ext uri="{FF2B5EF4-FFF2-40B4-BE49-F238E27FC236}">
                <a16:creationId xmlns:a16="http://schemas.microsoft.com/office/drawing/2014/main" id="{59066ABF-64CA-4C89-AFED-B0CAF1398E9F}"/>
              </a:ext>
            </a:extLst>
          </p:cNvPr>
          <p:cNvSpPr>
            <a:spLocks xmlns:a="http://schemas.openxmlformats.org/drawingml/2006/main" noGrp="1"/>
          </p:cNvSpPr>
          <p:nvPr/>
        </p:nvSpPr>
        <p:spPr>
          <a:xfrm xmlns:a="http://schemas.openxmlformats.org/drawingml/2006/main">
            <a:off x="8382000" y="4467225"/>
            <a:ext cx="29051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425" b="1">
                <a:solidFill>
                  <a:srgbClr val="F4F7FB"/>
                </a:solidFill>
                <a:latin typeface="Arial"/>
                <a:ea typeface="Arial"/>
                <a:cs typeface="Arial"/>
              </a:defRPr>
            </a:defPPr>
          </a:lstStyle>
          <a:p xmlns:a="http://schemas.openxmlformats.org/drawingml/2006/main">
            <a:pPr algn="l">
              <a:defRPr sz="1425" b="1">
                <a:solidFill>
                  <a:srgbClr val="F4F7FB"/>
                </a:solidFill>
                <a:latin typeface="Arial"/>
                <a:ea typeface="Arial"/>
                <a:cs typeface="Arial"/>
              </a:defRPr>
            </a:pPr>
            <a:r>
              <a:rPr sz="1425" b="1">
                <a:solidFill>
                  <a:srgbClr val="F4F7FB"/>
                </a:solidFill>
                <a:latin typeface="Arial"/>
                <a:ea typeface="Arial"/>
                <a:cs typeface="Arial"/>
              </a:rPr>
              <a:t>30 ảnh tổng hợp</a:t>
            </a:r>
          </a:p>
          <a:p xmlns:a="http://schemas.openxmlformats.org/drawingml/2006/main">
            <a:pPr algn="l">
              <a:defRPr sz="1425" b="1">
                <a:solidFill>
                  <a:srgbClr val="F4F7FB"/>
                </a:solidFill>
                <a:latin typeface="Arial"/>
                <a:ea typeface="Arial"/>
                <a:cs typeface="Arial"/>
              </a:defRPr>
            </a:pPr>
            <a:r>
              <a:rPr sz="1425" b="1">
                <a:solidFill>
                  <a:srgbClr val="F4F7FB"/>
                </a:solidFill>
                <a:latin typeface="Arial"/>
                <a:ea typeface="Arial"/>
                <a:cs typeface="Arial"/>
              </a:rPr>
              <a:t>5 fixture Verify trên UI</a:t>
            </a:r>
          </a:p>
          <a:p xmlns:a="http://schemas.openxmlformats.org/drawingml/2006/main">
            <a:pPr algn="l">
              <a:defRPr sz="1425" b="1">
                <a:solidFill>
                  <a:srgbClr val="F4F7FB"/>
                </a:solidFill>
                <a:latin typeface="Arial"/>
                <a:ea typeface="Arial"/>
                <a:cs typeface="Arial"/>
              </a:defRPr>
            </a:pPr>
            <a:r>
              <a:rPr sz="1425" b="1">
                <a:solidFill>
                  <a:srgbClr val="F4F7FB"/>
                </a:solidFill>
                <a:latin typeface="Arial"/>
                <a:ea typeface="Arial"/>
                <a:cs typeface="Arial"/>
              </a:rPr>
              <a:t>runner mở rộng ngoài dashboard</a:t>
            </a:r>
          </a:p>
        </p:txBody>
      </p:sp>
      <p:sp>
        <p:nvSpPr>
          <p:cNvPr id="37" name="">
            <a:extLst xmlns:a="http://schemas.openxmlformats.org/drawingml/2006/main">
              <a:ext uri="{FF2B5EF4-FFF2-40B4-BE49-F238E27FC236}">
                <a16:creationId xmlns:a16="http://schemas.microsoft.com/office/drawing/2014/main" id="{F5325515-14FC-4147-8030-A37F12A91F79}"/>
              </a:ext>
            </a:extLst>
          </p:cNvPr>
          <p:cNvSpPr>
            <a:spLocks xmlns:a="http://schemas.openxmlformats.org/drawingml/2006/main" noGrp="1"/>
          </p:cNvSpPr>
          <p:nvPr/>
        </p:nvSpPr>
        <p:spPr>
          <a:xfrm xmlns:a="http://schemas.openxmlformats.org/drawingml/2006/main">
            <a:off x="8382000" y="5457825"/>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050" b="0">
                <a:solidFill>
                  <a:srgbClr val="A6B3C4"/>
                </a:solidFill>
                <a:latin typeface="Arial"/>
                <a:ea typeface="Arial"/>
                <a:cs typeface="Arial"/>
              </a:defRPr>
            </a:defPPr>
          </a:lstStyle>
          <a:p xmlns:a="http://schemas.openxmlformats.org/drawingml/2006/main">
            <a:pPr algn="l">
              <a:defRPr sz="1050" b="0">
                <a:solidFill>
                  <a:srgbClr val="A6B3C4"/>
                </a:solidFill>
                <a:latin typeface="Arial"/>
                <a:ea typeface="Arial"/>
                <a:cs typeface="Arial"/>
              </a:defRPr>
            </a:pPr>
            <a:r>
              <a:rPr sz="1050" b="0">
                <a:solidFill>
                  <a:srgbClr val="A6B3C4"/>
                </a:solidFill>
                <a:latin typeface="Arial"/>
                <a:ea typeface="Arial"/>
                <a:cs typeface="Arial"/>
              </a:rPr>
              <a:t>Không phải receipt thật / user evidence</a:t>
            </a:r>
          </a:p>
          <a:p xmlns:a="http://schemas.openxmlformats.org/drawingml/2006/main">
            <a:pPr algn="l">
              <a:defRPr sz="1050" b="0">
                <a:solidFill>
                  <a:srgbClr val="A6B3C4"/>
                </a:solidFill>
                <a:latin typeface="Arial"/>
                <a:ea typeface="Arial"/>
                <a:cs typeface="Arial"/>
              </a:defRPr>
            </a:pPr>
            <a:r>
              <a:rPr sz="1050" b="0">
                <a:solidFill>
                  <a:srgbClr val="A6B3C4"/>
                </a:solidFill>
                <a:latin typeface="Arial"/>
                <a:ea typeface="Arial"/>
                <a:cs typeface="Arial"/>
              </a:rPr>
              <a:t>Không claim production SLA</a:t>
            </a:r>
          </a:p>
        </p:txBody>
      </p:sp>
      <p:sp>
        <p:nvSpPr>
          <p:cNvPr id="38" name="">
            <a:extLst xmlns:a="http://schemas.openxmlformats.org/drawingml/2006/main">
              <a:ext uri="{FF2B5EF4-FFF2-40B4-BE49-F238E27FC236}">
                <a16:creationId xmlns:a16="http://schemas.microsoft.com/office/drawing/2014/main" id="{B2B9597C-2D93-4755-8162-C32211BBD2BB}"/>
              </a:ext>
            </a:extLst>
          </p:cNvPr>
          <p:cNvSpPr>
            <a:spLocks xmlns:a="http://schemas.openxmlformats.org/drawingml/2006/main" noGrp="1"/>
          </p:cNvSpPr>
          <p:nvPr/>
        </p:nvSpPr>
        <p:spPr>
          <a:xfrm xmlns:a="http://schemas.openxmlformats.org/drawingml/2006/main">
            <a:off x="514350" y="6534150"/>
            <a:ext cx="904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900" b="0">
                <a:solidFill>
                  <a:srgbClr val="A6B3C4"/>
                </a:solidFill>
                <a:latin typeface="Arial"/>
                <a:ea typeface="Arial"/>
                <a:cs typeface="Arial"/>
              </a:defRPr>
            </a:defPPr>
          </a:lstStyle>
          <a:p xmlns:a="http://schemas.openxmlformats.org/drawingml/2006/main">
            <a:pPr algn="l">
              <a:defRPr sz="900" b="0">
                <a:solidFill>
                  <a:srgbClr val="A6B3C4"/>
                </a:solidFill>
                <a:latin typeface="Arial"/>
                <a:ea typeface="Arial"/>
                <a:cs typeface="Arial"/>
              </a:defRPr>
            </a:pPr>
            <a:r>
              <a:rPr sz="900" b="0">
                <a:solidFill>
                  <a:srgbClr val="A6B3C4"/>
                </a:solidFill>
                <a:latin typeface="Arial"/>
                <a:ea typeface="Arial"/>
                <a:cs typeface="Arial"/>
              </a:rPr>
              <a:t>AURA • Track VNG • 15/10/2026</a:t>
            </a:r>
          </a:p>
        </p:txBody>
      </p:sp>
      <p:sp>
        <p:nvSpPr>
          <p:cNvPr id="39" name="">
            <a:extLst xmlns:a="http://schemas.openxmlformats.org/drawingml/2006/main">
              <a:ext uri="{FF2B5EF4-FFF2-40B4-BE49-F238E27FC236}">
                <a16:creationId xmlns:a16="http://schemas.microsoft.com/office/drawing/2014/main" id="{BAF7D71C-6C69-4EBC-A391-73B505176D4E}"/>
              </a:ext>
            </a:extLst>
          </p:cNvPr>
          <p:cNvSpPr>
            <a:spLocks xmlns:a="http://schemas.openxmlformats.org/drawingml/2006/main" noGrp="1"/>
          </p:cNvSpPr>
          <p:nvPr/>
        </p:nvSpPr>
        <p:spPr>
          <a:xfrm xmlns:a="http://schemas.openxmlformats.org/drawingml/2006/main">
            <a:off x="11144250" y="6515100"/>
            <a:ext cx="514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r">
              <a:defRPr sz="975" b="1">
                <a:solidFill>
                  <a:srgbClr val="A6B3C4"/>
                </a:solidFill>
                <a:latin typeface="Arial"/>
                <a:ea typeface="Arial"/>
                <a:cs typeface="Arial"/>
              </a:defRPr>
            </a:defPPr>
          </a:lstStyle>
          <a:p xmlns:a="http://schemas.openxmlformats.org/drawingml/2006/main">
            <a:pPr algn="r">
              <a:defRPr sz="975" b="1">
                <a:solidFill>
                  <a:srgbClr val="A6B3C4"/>
                </a:solidFill>
                <a:latin typeface="Arial"/>
                <a:ea typeface="Arial"/>
                <a:cs typeface="Arial"/>
              </a:defRPr>
            </a:pPr>
            <a:r>
              <a:rPr sz="975" b="1">
                <a:solidFill>
                  <a:srgbClr val="A6B3C4"/>
                </a:solidFill>
                <a:latin typeface="Arial"/>
                <a:ea typeface="Arial"/>
                <a:cs typeface="Arial"/>
              </a:rPr>
              <a:t>4</a:t>
            </a:r>
          </a:p>
        </p:txBody>
      </p:sp>
    </p:spTree>
    <p:extLst>
      <p:ext uri="{BB962C8B-B14F-4D97-AF65-F5344CB8AC3E}">
        <p14:creationId xmlns:p14="http://schemas.microsoft.com/office/powerpoint/2010/main" val="1918029116"/>
      </p:ext>
    </p:extLst>
  </p:cSld>
</p:sld>
</file>

<file path=ppt/slides/slide5.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4DE5EAEC-5DC2-417A-9B35-CE0E942E1550}"/>
              </a:ext>
            </a:extLst>
          </p:cNvPr>
          <p:cNvSpPr>
            <a:spLocks xmlns:a="http://schemas.openxmlformats.org/drawingml/2006/main" noGrp="1"/>
          </p:cNvSpPr>
          <p:nvPr/>
        </p:nvSpPr>
        <p:spPr>
          <a:xfrm xmlns:a="http://schemas.openxmlformats.org/drawingml/2006/main">
            <a:off x="476250" y="361950"/>
            <a:ext cx="64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350" b="1">
                <a:solidFill>
                  <a:srgbClr val="45A9BE"/>
                </a:solidFill>
                <a:latin typeface="Arial"/>
                <a:ea typeface="Arial"/>
                <a:cs typeface="Arial"/>
              </a:defRPr>
            </a:defPPr>
          </a:lstStyle>
          <a:p xmlns:a="http://schemas.openxmlformats.org/drawingml/2006/main">
            <a:pPr algn="l">
              <a:defRPr sz="1350" b="1">
                <a:solidFill>
                  <a:srgbClr val="45A9BE"/>
                </a:solidFill>
                <a:latin typeface="Arial"/>
                <a:ea typeface="Arial"/>
                <a:cs typeface="Arial"/>
              </a:defRPr>
            </a:pPr>
            <a:r>
              <a:rPr sz="1350" b="1">
                <a:solidFill>
                  <a:srgbClr val="45A9BE"/>
                </a:solidFill>
                <a:latin typeface="Arial"/>
                <a:ea typeface="Arial"/>
                <a:cs typeface="Arial"/>
              </a:rPr>
              <a:t>05</a:t>
            </a:r>
          </a:p>
        </p:txBody>
      </p:sp>
      <p:sp>
        <p:nvSpPr>
          <p:cNvPr id="2" name="">
            <a:extLst xmlns:a="http://schemas.openxmlformats.org/drawingml/2006/main">
              <a:ext uri="{FF2B5EF4-FFF2-40B4-BE49-F238E27FC236}">
                <a16:creationId xmlns:a16="http://schemas.microsoft.com/office/drawing/2014/main" id="{076FC0F3-AB57-41F2-8BCA-76A60046EBC5}"/>
              </a:ext>
            </a:extLst>
          </p:cNvPr>
          <p:cNvSpPr>
            <a:spLocks xmlns:a="http://schemas.openxmlformats.org/drawingml/2006/main" noGrp="1"/>
          </p:cNvSpPr>
          <p:nvPr/>
        </p:nvSpPr>
        <p:spPr>
          <a:xfrm xmlns:a="http://schemas.openxmlformats.org/drawingml/2006/main">
            <a:off x="1066800" y="285750"/>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2550" b="1">
                <a:solidFill>
                  <a:srgbClr val="F4F7FB"/>
                </a:solidFill>
                <a:latin typeface="Arial"/>
                <a:ea typeface="Arial"/>
                <a:cs typeface="Arial"/>
              </a:defRPr>
            </a:defPPr>
          </a:lstStyle>
          <a:p xmlns:a="http://schemas.openxmlformats.org/drawingml/2006/main">
            <a:pPr algn="l">
              <a:defRPr sz="2550" b="1">
                <a:solidFill>
                  <a:srgbClr val="F4F7FB"/>
                </a:solidFill>
                <a:latin typeface="Arial"/>
                <a:ea typeface="Arial"/>
                <a:cs typeface="Arial"/>
              </a:defRPr>
            </a:pPr>
            <a:r>
              <a:rPr sz="2550" b="1">
                <a:solidFill>
                  <a:srgbClr val="F4F7FB"/>
                </a:solidFill>
                <a:latin typeface="Arial"/>
                <a:ea typeface="Arial"/>
                <a:cs typeface="Arial"/>
              </a:rPr>
              <a:t>Giới hạn, tình huống lỗi và bước tiếp theo</a:t>
            </a:r>
          </a:p>
        </p:txBody>
      </p:sp>
      <p:sp>
        <p:nvSpPr>
          <p:cNvPr id="3" name="">
            <a:extLst xmlns:a="http://schemas.openxmlformats.org/drawingml/2006/main">
              <a:ext uri="{FF2B5EF4-FFF2-40B4-BE49-F238E27FC236}">
                <a16:creationId xmlns:a16="http://schemas.microsoft.com/office/drawing/2014/main" id="{582A8997-37EA-4942-AF59-76A5CDA8B1DA}"/>
              </a:ext>
            </a:extLst>
          </p:cNvPr>
          <p:cNvSpPr>
            <a:spLocks xmlns:a="http://schemas.openxmlformats.org/drawingml/2006/main" noGrp="1"/>
          </p:cNvSpPr>
          <p:nvPr/>
        </p:nvSpPr>
        <p:spPr>
          <a:xfrm xmlns:a="http://schemas.openxmlformats.org/drawingml/2006/main">
            <a:off x="1066800" y="78105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0">
                <a:solidFill>
                  <a:srgbClr val="A6B3C4"/>
                </a:solidFill>
                <a:latin typeface="Arial"/>
                <a:ea typeface="Arial"/>
                <a:cs typeface="Arial"/>
              </a:defRPr>
            </a:defPPr>
          </a:lstStyle>
          <a:p xmlns:a="http://schemas.openxmlformats.org/drawingml/2006/main">
            <a:pPr algn="l">
              <a:defRPr sz="1275" b="0">
                <a:solidFill>
                  <a:srgbClr val="A6B3C4"/>
                </a:solidFill>
                <a:latin typeface="Arial"/>
                <a:ea typeface="Arial"/>
                <a:cs typeface="Arial"/>
              </a:defRPr>
            </a:pPr>
            <a:r>
              <a:rPr sz="1275" b="0">
                <a:solidFill>
                  <a:srgbClr val="A6B3C4"/>
                </a:solidFill>
                <a:latin typeface="Arial"/>
                <a:ea typeface="Arial"/>
                <a:cs typeface="Arial"/>
              </a:rPr>
              <a:t>Baseline có người giám sát: lỗi phải dừng an toàn và để lại bằng chứng.</a:t>
            </a:r>
          </a:p>
        </p:txBody>
      </p:sp>
      <p:sp>
        <p:nvSpPr>
          <p:cNvPr id="4" name="">
            <a:extLst xmlns:a="http://schemas.openxmlformats.org/drawingml/2006/main">
              <a:ext uri="{FF2B5EF4-FFF2-40B4-BE49-F238E27FC236}">
                <a16:creationId xmlns:a16="http://schemas.microsoft.com/office/drawing/2014/main" id="{8CB1FD95-948B-4E9C-A460-9C05DA23246A}"/>
              </a:ext>
            </a:extLst>
          </p:cNvPr>
          <p:cNvSpPr>
            <a:spLocks xmlns:a="http://schemas.openxmlformats.org/drawingml/2006/main" noGrp="1"/>
          </p:cNvSpPr>
          <p:nvPr/>
        </p:nvSpPr>
        <p:spPr>
          <a:xfrm xmlns:a="http://schemas.openxmlformats.org/drawingml/2006/main">
            <a:off x="514350" y="1162050"/>
            <a:ext cx="1114425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5" name="">
            <a:extLst xmlns:a="http://schemas.openxmlformats.org/drawingml/2006/main">
              <a:ext uri="{FF2B5EF4-FFF2-40B4-BE49-F238E27FC236}">
                <a16:creationId xmlns:a16="http://schemas.microsoft.com/office/drawing/2014/main" id="{80A8057D-FD3E-436D-85D7-D3F345729D76}"/>
              </a:ext>
            </a:extLst>
          </p:cNvPr>
          <p:cNvSpPr>
            <a:spLocks xmlns:a="http://schemas.openxmlformats.org/drawingml/2006/main" noGrp="1"/>
          </p:cNvSpPr>
          <p:nvPr/>
        </p:nvSpPr>
        <p:spPr>
          <a:xfrm xmlns:a="http://schemas.openxmlformats.org/drawingml/2006/main">
            <a:off x="514350" y="1495425"/>
            <a:ext cx="7105650" cy="628650"/>
          </a:xfrm>
          <a:prstGeom xmlns:a="http://schemas.openxmlformats.org/drawingml/2006/main" prst="roundRect">
            <a:avLst>
              <a:gd name="adj" fmla="val 9091"/>
            </a:avLst>
          </a:prstGeom>
          <a:solidFill xmlns:a="http://schemas.openxmlformats.org/drawingml/2006/main">
            <a:srgbClr val="112338"/>
          </a:solidFill>
          <a:ln xmlns:a="http://schemas.openxmlformats.org/drawingml/2006/main" w="9525">
            <a:solidFill>
              <a:srgbClr val="31445C"/>
            </a:solidFill>
            <a:prstDash val="solid"/>
          </a:ln>
        </p:spPr>
      </p:sp>
      <p:sp>
        <p:nvSpPr>
          <p:cNvPr id="6" name="">
            <a:extLst xmlns:a="http://schemas.openxmlformats.org/drawingml/2006/main">
              <a:ext uri="{FF2B5EF4-FFF2-40B4-BE49-F238E27FC236}">
                <a16:creationId xmlns:a16="http://schemas.microsoft.com/office/drawing/2014/main" id="{BA7A26ED-F243-46D4-9DCE-F32E751C9627}"/>
              </a:ext>
            </a:extLst>
          </p:cNvPr>
          <p:cNvSpPr>
            <a:spLocks xmlns:a="http://schemas.openxmlformats.org/drawingml/2006/main" noGrp="1"/>
          </p:cNvSpPr>
          <p:nvPr/>
        </p:nvSpPr>
        <p:spPr>
          <a:xfrm xmlns:a="http://schemas.openxmlformats.org/drawingml/2006/main">
            <a:off x="685800" y="1666875"/>
            <a:ext cx="1714500" cy="285750"/>
          </a:xfrm>
          <a:prstGeom xmlns:a="http://schemas.openxmlformats.org/drawingml/2006/main" prst="roundRect">
            <a:avLst>
              <a:gd name="adj" fmla="val 50000"/>
            </a:avLst>
          </a:prstGeom>
          <a:solidFill xmlns:a="http://schemas.openxmlformats.org/drawingml/2006/main">
            <a:srgbClr val="31445C"/>
          </a:solidFill>
          <a:ln xmlns:a="http://schemas.openxmlformats.org/drawingml/2006/main" w="9525">
            <a:solidFill>
              <a:srgbClr val="31445C"/>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F4F7FB"/>
                </a:solidFill>
                <a:latin typeface="Arial"/>
                <a:ea typeface="Arial"/>
                <a:cs typeface="Arial"/>
              </a:defRPr>
            </a:defPPr>
          </a:lstStyle>
          <a:p xmlns:a="http://schemas.openxmlformats.org/drawingml/2006/main">
            <a:pPr algn="ctr">
              <a:defRPr sz="1050" b="1">
                <a:solidFill>
                  <a:srgbClr val="F4F7FB"/>
                </a:solidFill>
                <a:latin typeface="Arial"/>
                <a:ea typeface="Arial"/>
                <a:cs typeface="Arial"/>
              </a:defRPr>
            </a:pPr>
            <a:r>
              <a:rPr sz="1050" b="1">
                <a:solidFill>
                  <a:srgbClr val="F4F7FB"/>
                </a:solidFill>
                <a:latin typeface="Arial"/>
                <a:ea typeface="Arial"/>
                <a:cs typeface="Arial"/>
              </a:rPr>
              <a:t>JSON / semantic sai</a:t>
            </a:r>
          </a:p>
        </p:txBody>
      </p:sp>
      <p:sp>
        <p:nvSpPr>
          <p:cNvPr id="7" name="">
            <a:extLst xmlns:a="http://schemas.openxmlformats.org/drawingml/2006/main">
              <a:ext uri="{FF2B5EF4-FFF2-40B4-BE49-F238E27FC236}">
                <a16:creationId xmlns:a16="http://schemas.microsoft.com/office/drawing/2014/main" id="{50DFFA39-6616-4291-B218-D4FE656998F3}"/>
              </a:ext>
            </a:extLst>
          </p:cNvPr>
          <p:cNvSpPr>
            <a:spLocks xmlns:a="http://schemas.openxmlformats.org/drawingml/2006/main" noGrp="1"/>
          </p:cNvSpPr>
          <p:nvPr/>
        </p:nvSpPr>
        <p:spPr>
          <a:xfrm xmlns:a="http://schemas.openxmlformats.org/drawingml/2006/main">
            <a:off x="2628900" y="16764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1">
                <a:solidFill>
                  <a:srgbClr val="F4F7FB"/>
                </a:solidFill>
                <a:latin typeface="Arial"/>
                <a:ea typeface="Arial"/>
                <a:cs typeface="Arial"/>
              </a:defRPr>
            </a:defPPr>
          </a:lstStyle>
          <a:p xmlns:a="http://schemas.openxmlformats.org/drawingml/2006/main">
            <a:pPr algn="l">
              <a:defRPr sz="1275" b="1">
                <a:solidFill>
                  <a:srgbClr val="F4F7FB"/>
                </a:solidFill>
                <a:latin typeface="Arial"/>
                <a:ea typeface="Arial"/>
                <a:cs typeface="Arial"/>
              </a:defRPr>
            </a:pPr>
            <a:r>
              <a:rPr sz="1275" b="1">
                <a:solidFill>
                  <a:srgbClr val="F4F7FB"/>
                </a:solidFill>
                <a:latin typeface="Arial"/>
                <a:ea typeface="Arial"/>
                <a:cs typeface="Arial"/>
              </a:rPr>
              <a:t>Repair đúng 1 lần • rồi FACT fail-safe</a:t>
            </a:r>
          </a:p>
        </p:txBody>
      </p:sp>
      <p:sp>
        <p:nvSpPr>
          <p:cNvPr id="8" name="">
            <a:extLst xmlns:a="http://schemas.openxmlformats.org/drawingml/2006/main">
              <a:ext uri="{FF2B5EF4-FFF2-40B4-BE49-F238E27FC236}">
                <a16:creationId xmlns:a16="http://schemas.microsoft.com/office/drawing/2014/main" id="{1B74A6DE-A3EB-45CC-8B9A-29CF719C8711}"/>
              </a:ext>
            </a:extLst>
          </p:cNvPr>
          <p:cNvSpPr>
            <a:spLocks xmlns:a="http://schemas.openxmlformats.org/drawingml/2006/main" noGrp="1"/>
          </p:cNvSpPr>
          <p:nvPr/>
        </p:nvSpPr>
        <p:spPr>
          <a:xfrm xmlns:a="http://schemas.openxmlformats.org/drawingml/2006/main">
            <a:off x="514350" y="2295525"/>
            <a:ext cx="7105650" cy="628650"/>
          </a:xfrm>
          <a:prstGeom xmlns:a="http://schemas.openxmlformats.org/drawingml/2006/main" prst="roundRect">
            <a:avLst>
              <a:gd name="adj" fmla="val 9091"/>
            </a:avLst>
          </a:prstGeom>
          <a:solidFill xmlns:a="http://schemas.openxmlformats.org/drawingml/2006/main">
            <a:srgbClr val="112338"/>
          </a:solidFill>
          <a:ln xmlns:a="http://schemas.openxmlformats.org/drawingml/2006/main" w="9525">
            <a:solidFill>
              <a:srgbClr val="31445C"/>
            </a:solidFill>
            <a:prstDash val="solid"/>
          </a:ln>
        </p:spPr>
      </p:sp>
      <p:sp>
        <p:nvSpPr>
          <p:cNvPr id="9" name="">
            <a:extLst xmlns:a="http://schemas.openxmlformats.org/drawingml/2006/main">
              <a:ext uri="{FF2B5EF4-FFF2-40B4-BE49-F238E27FC236}">
                <a16:creationId xmlns:a16="http://schemas.microsoft.com/office/drawing/2014/main" id="{C19EBD66-EA48-4E25-B381-035CE955CDDB}"/>
              </a:ext>
            </a:extLst>
          </p:cNvPr>
          <p:cNvSpPr>
            <a:spLocks xmlns:a="http://schemas.openxmlformats.org/drawingml/2006/main" noGrp="1"/>
          </p:cNvSpPr>
          <p:nvPr/>
        </p:nvSpPr>
        <p:spPr>
          <a:xfrm xmlns:a="http://schemas.openxmlformats.org/drawingml/2006/main">
            <a:off x="685800" y="2466975"/>
            <a:ext cx="1714500" cy="285750"/>
          </a:xfrm>
          <a:prstGeom xmlns:a="http://schemas.openxmlformats.org/drawingml/2006/main" prst="roundRect">
            <a:avLst>
              <a:gd name="adj" fmla="val 50000"/>
            </a:avLst>
          </a:prstGeom>
          <a:solidFill xmlns:a="http://schemas.openxmlformats.org/drawingml/2006/main">
            <a:srgbClr val="D96B76"/>
          </a:solidFill>
          <a:ln xmlns:a="http://schemas.openxmlformats.org/drawingml/2006/main" w="9525">
            <a:solidFill>
              <a:srgbClr val="D96B76"/>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429 / timeout</a:t>
            </a:r>
          </a:p>
        </p:txBody>
      </p:sp>
      <p:sp>
        <p:nvSpPr>
          <p:cNvPr id="10" name="">
            <a:extLst xmlns:a="http://schemas.openxmlformats.org/drawingml/2006/main">
              <a:ext uri="{FF2B5EF4-FFF2-40B4-BE49-F238E27FC236}">
                <a16:creationId xmlns:a16="http://schemas.microsoft.com/office/drawing/2014/main" id="{271C4031-87DE-4774-B2B8-F127BB0CBE90}"/>
              </a:ext>
            </a:extLst>
          </p:cNvPr>
          <p:cNvSpPr>
            <a:spLocks xmlns:a="http://schemas.openxmlformats.org/drawingml/2006/main" noGrp="1"/>
          </p:cNvSpPr>
          <p:nvPr/>
        </p:nvSpPr>
        <p:spPr>
          <a:xfrm xmlns:a="http://schemas.openxmlformats.org/drawingml/2006/main">
            <a:off x="2628900" y="24765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1">
                <a:solidFill>
                  <a:srgbClr val="F4F7FB"/>
                </a:solidFill>
                <a:latin typeface="Arial"/>
                <a:ea typeface="Arial"/>
                <a:cs typeface="Arial"/>
              </a:defRPr>
            </a:defPPr>
          </a:lstStyle>
          <a:p xmlns:a="http://schemas.openxmlformats.org/drawingml/2006/main">
            <a:pPr algn="l">
              <a:defRPr sz="1275" b="1">
                <a:solidFill>
                  <a:srgbClr val="F4F7FB"/>
                </a:solidFill>
                <a:latin typeface="Arial"/>
                <a:ea typeface="Arial"/>
                <a:cs typeface="Arial"/>
              </a:defRPr>
            </a:pPr>
            <a:r>
              <a:rPr sz="1275" b="1">
                <a:solidFill>
                  <a:srgbClr val="F4F7FB"/>
                </a:solidFill>
                <a:latin typeface="Arial"/>
                <a:ea typeface="Arial"/>
                <a:cs typeface="Arial"/>
              </a:rPr>
              <a:t>Fallback chỉ khi bật • audit provider</a:t>
            </a:r>
          </a:p>
        </p:txBody>
      </p:sp>
      <p:sp>
        <p:nvSpPr>
          <p:cNvPr id="11" name="">
            <a:extLst xmlns:a="http://schemas.openxmlformats.org/drawingml/2006/main">
              <a:ext uri="{FF2B5EF4-FFF2-40B4-BE49-F238E27FC236}">
                <a16:creationId xmlns:a16="http://schemas.microsoft.com/office/drawing/2014/main" id="{1F4BD562-4DBE-48FC-AAEC-0993849203E6}"/>
              </a:ext>
            </a:extLst>
          </p:cNvPr>
          <p:cNvSpPr>
            <a:spLocks xmlns:a="http://schemas.openxmlformats.org/drawingml/2006/main" noGrp="1"/>
          </p:cNvSpPr>
          <p:nvPr/>
        </p:nvSpPr>
        <p:spPr>
          <a:xfrm xmlns:a="http://schemas.openxmlformats.org/drawingml/2006/main">
            <a:off x="514350" y="3095625"/>
            <a:ext cx="7105650" cy="628650"/>
          </a:xfrm>
          <a:prstGeom xmlns:a="http://schemas.openxmlformats.org/drawingml/2006/main" prst="roundRect">
            <a:avLst>
              <a:gd name="adj" fmla="val 9091"/>
            </a:avLst>
          </a:prstGeom>
          <a:solidFill xmlns:a="http://schemas.openxmlformats.org/drawingml/2006/main">
            <a:srgbClr val="112338"/>
          </a:solidFill>
          <a:ln xmlns:a="http://schemas.openxmlformats.org/drawingml/2006/main" w="9525">
            <a:solidFill>
              <a:srgbClr val="31445C"/>
            </a:solidFill>
            <a:prstDash val="solid"/>
          </a:ln>
        </p:spPr>
      </p:sp>
      <p:sp>
        <p:nvSpPr>
          <p:cNvPr id="12" name="">
            <a:extLst xmlns:a="http://schemas.openxmlformats.org/drawingml/2006/main">
              <a:ext uri="{FF2B5EF4-FFF2-40B4-BE49-F238E27FC236}">
                <a16:creationId xmlns:a16="http://schemas.microsoft.com/office/drawing/2014/main" id="{D840D964-0618-4935-8DF4-2F92CEC18165}"/>
              </a:ext>
            </a:extLst>
          </p:cNvPr>
          <p:cNvSpPr>
            <a:spLocks xmlns:a="http://schemas.openxmlformats.org/drawingml/2006/main" noGrp="1"/>
          </p:cNvSpPr>
          <p:nvPr/>
        </p:nvSpPr>
        <p:spPr>
          <a:xfrm xmlns:a="http://schemas.openxmlformats.org/drawingml/2006/main">
            <a:off x="685800" y="3267075"/>
            <a:ext cx="1714500" cy="285750"/>
          </a:xfrm>
          <a:prstGeom xmlns:a="http://schemas.openxmlformats.org/drawingml/2006/main" prst="roundRect">
            <a:avLst>
              <a:gd name="adj" fmla="val 50000"/>
            </a:avLst>
          </a:prstGeom>
          <a:solidFill xmlns:a="http://schemas.openxmlformats.org/drawingml/2006/main">
            <a:srgbClr val="31445C"/>
          </a:solidFill>
          <a:ln xmlns:a="http://schemas.openxmlformats.org/drawingml/2006/main" w="9525">
            <a:solidFill>
              <a:srgbClr val="31445C"/>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F4F7FB"/>
                </a:solidFill>
                <a:latin typeface="Arial"/>
                <a:ea typeface="Arial"/>
                <a:cs typeface="Arial"/>
              </a:defRPr>
            </a:defPPr>
          </a:lstStyle>
          <a:p xmlns:a="http://schemas.openxmlformats.org/drawingml/2006/main">
            <a:pPr algn="ctr">
              <a:defRPr sz="1050" b="1">
                <a:solidFill>
                  <a:srgbClr val="F4F7FB"/>
                </a:solidFill>
                <a:latin typeface="Arial"/>
                <a:ea typeface="Arial"/>
                <a:cs typeface="Arial"/>
              </a:defRPr>
            </a:pPr>
            <a:r>
              <a:rPr sz="1050" b="1">
                <a:solidFill>
                  <a:srgbClr val="F4F7FB"/>
                </a:solidFill>
                <a:latin typeface="Arial"/>
                <a:ea typeface="Arial"/>
                <a:cs typeface="Arial"/>
              </a:rPr>
              <a:t>App restart</a:t>
            </a:r>
          </a:p>
        </p:txBody>
      </p:sp>
      <p:sp>
        <p:nvSpPr>
          <p:cNvPr id="13" name="">
            <a:extLst xmlns:a="http://schemas.openxmlformats.org/drawingml/2006/main">
              <a:ext uri="{FF2B5EF4-FFF2-40B4-BE49-F238E27FC236}">
                <a16:creationId xmlns:a16="http://schemas.microsoft.com/office/drawing/2014/main" id="{B0E3BF14-04F0-4E48-A36D-9B92BA0C3A5B}"/>
              </a:ext>
            </a:extLst>
          </p:cNvPr>
          <p:cNvSpPr>
            <a:spLocks xmlns:a="http://schemas.openxmlformats.org/drawingml/2006/main" noGrp="1"/>
          </p:cNvSpPr>
          <p:nvPr/>
        </p:nvSpPr>
        <p:spPr>
          <a:xfrm xmlns:a="http://schemas.openxmlformats.org/drawingml/2006/main">
            <a:off x="2628900" y="3276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1">
                <a:solidFill>
                  <a:srgbClr val="F4F7FB"/>
                </a:solidFill>
                <a:latin typeface="Arial"/>
                <a:ea typeface="Arial"/>
                <a:cs typeface="Arial"/>
              </a:defRPr>
            </a:defPPr>
          </a:lstStyle>
          <a:p xmlns:a="http://schemas.openxmlformats.org/drawingml/2006/main">
            <a:pPr algn="l">
              <a:defRPr sz="1275" b="1">
                <a:solidFill>
                  <a:srgbClr val="F4F7FB"/>
                </a:solidFill>
                <a:latin typeface="Arial"/>
                <a:ea typeface="Arial"/>
                <a:cs typeface="Arial"/>
              </a:defRPr>
            </a:pPr>
            <a:r>
              <a:rPr sz="1275" b="1">
                <a:solidFill>
                  <a:srgbClr val="F4F7FB"/>
                </a:solidFill>
                <a:latin typeface="Arial"/>
                <a:ea typeface="Arial"/>
                <a:cs typeface="Arial"/>
              </a:rPr>
              <a:t>DB job + lease • worker reclaim</a:t>
            </a:r>
          </a:p>
        </p:txBody>
      </p:sp>
      <p:sp>
        <p:nvSpPr>
          <p:cNvPr id="14" name="">
            <a:extLst xmlns:a="http://schemas.openxmlformats.org/drawingml/2006/main">
              <a:ext uri="{FF2B5EF4-FFF2-40B4-BE49-F238E27FC236}">
                <a16:creationId xmlns:a16="http://schemas.microsoft.com/office/drawing/2014/main" id="{8926C8C4-DCC3-4EB6-B754-EE053E34FB8D}"/>
              </a:ext>
            </a:extLst>
          </p:cNvPr>
          <p:cNvSpPr>
            <a:spLocks xmlns:a="http://schemas.openxmlformats.org/drawingml/2006/main" noGrp="1"/>
          </p:cNvSpPr>
          <p:nvPr/>
        </p:nvSpPr>
        <p:spPr>
          <a:xfrm xmlns:a="http://schemas.openxmlformats.org/drawingml/2006/main">
            <a:off x="514350" y="3895725"/>
            <a:ext cx="7105650" cy="628650"/>
          </a:xfrm>
          <a:prstGeom xmlns:a="http://schemas.openxmlformats.org/drawingml/2006/main" prst="roundRect">
            <a:avLst>
              <a:gd name="adj" fmla="val 9091"/>
            </a:avLst>
          </a:prstGeom>
          <a:solidFill xmlns:a="http://schemas.openxmlformats.org/drawingml/2006/main">
            <a:srgbClr val="112338"/>
          </a:solidFill>
          <a:ln xmlns:a="http://schemas.openxmlformats.org/drawingml/2006/main" w="9525">
            <a:solidFill>
              <a:srgbClr val="31445C"/>
            </a:solidFill>
            <a:prstDash val="solid"/>
          </a:ln>
        </p:spPr>
      </p:sp>
      <p:sp>
        <p:nvSpPr>
          <p:cNvPr id="15" name="">
            <a:extLst xmlns:a="http://schemas.openxmlformats.org/drawingml/2006/main">
              <a:ext uri="{FF2B5EF4-FFF2-40B4-BE49-F238E27FC236}">
                <a16:creationId xmlns:a16="http://schemas.microsoft.com/office/drawing/2014/main" id="{396BDAD6-E0C8-4410-9FF2-42CC952A85D8}"/>
              </a:ext>
            </a:extLst>
          </p:cNvPr>
          <p:cNvSpPr>
            <a:spLocks xmlns:a="http://schemas.openxmlformats.org/drawingml/2006/main" noGrp="1"/>
          </p:cNvSpPr>
          <p:nvPr/>
        </p:nvSpPr>
        <p:spPr>
          <a:xfrm xmlns:a="http://schemas.openxmlformats.org/drawingml/2006/main">
            <a:off x="685800" y="4067175"/>
            <a:ext cx="1714500" cy="285750"/>
          </a:xfrm>
          <a:prstGeom xmlns:a="http://schemas.openxmlformats.org/drawingml/2006/main" prst="roundRect">
            <a:avLst>
              <a:gd name="adj" fmla="val 50000"/>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5 upload đồng thời</a:t>
            </a:r>
          </a:p>
        </p:txBody>
      </p:sp>
      <p:sp>
        <p:nvSpPr>
          <p:cNvPr id="16" name="">
            <a:extLst xmlns:a="http://schemas.openxmlformats.org/drawingml/2006/main">
              <a:ext uri="{FF2B5EF4-FFF2-40B4-BE49-F238E27FC236}">
                <a16:creationId xmlns:a16="http://schemas.microsoft.com/office/drawing/2014/main" id="{ED1115EE-6894-4F70-8C22-31D4E8349340}"/>
              </a:ext>
            </a:extLst>
          </p:cNvPr>
          <p:cNvSpPr>
            <a:spLocks xmlns:a="http://schemas.openxmlformats.org/drawingml/2006/main" noGrp="1"/>
          </p:cNvSpPr>
          <p:nvPr/>
        </p:nvSpPr>
        <p:spPr>
          <a:xfrm xmlns:a="http://schemas.openxmlformats.org/drawingml/2006/main">
            <a:off x="2628900" y="40767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1">
                <a:solidFill>
                  <a:srgbClr val="F4F7FB"/>
                </a:solidFill>
                <a:latin typeface="Arial"/>
                <a:ea typeface="Arial"/>
                <a:cs typeface="Arial"/>
              </a:defRPr>
            </a:defPPr>
          </a:lstStyle>
          <a:p xmlns:a="http://schemas.openxmlformats.org/drawingml/2006/main">
            <a:pPr algn="l">
              <a:defRPr sz="1275" b="1">
                <a:solidFill>
                  <a:srgbClr val="F4F7FB"/>
                </a:solidFill>
                <a:latin typeface="Arial"/>
                <a:ea typeface="Arial"/>
                <a:cs typeface="Arial"/>
              </a:defRPr>
            </a:pPr>
            <a:r>
              <a:rPr sz="1275" b="1">
                <a:solidFill>
                  <a:srgbClr val="F4F7FB"/>
                </a:solidFill>
                <a:latin typeface="Arial"/>
                <a:ea typeface="Arial"/>
                <a:cs typeface="Arial"/>
              </a:rPr>
              <a:t>Queue hoàn tất 5/5 • P95 93.684s • chưa là SLA</a:t>
            </a:r>
          </a:p>
        </p:txBody>
      </p:sp>
      <p:sp>
        <p:nvSpPr>
          <p:cNvPr id="17" name="">
            <a:extLst xmlns:a="http://schemas.openxmlformats.org/drawingml/2006/main">
              <a:ext uri="{FF2B5EF4-FFF2-40B4-BE49-F238E27FC236}">
                <a16:creationId xmlns:a16="http://schemas.microsoft.com/office/drawing/2014/main" id="{C18F0B6F-4FA9-42E1-99AB-364033DAF858}"/>
              </a:ext>
            </a:extLst>
          </p:cNvPr>
          <p:cNvSpPr>
            <a:spLocks xmlns:a="http://schemas.openxmlformats.org/drawingml/2006/main" noGrp="1"/>
          </p:cNvSpPr>
          <p:nvPr/>
        </p:nvSpPr>
        <p:spPr>
          <a:xfrm xmlns:a="http://schemas.openxmlformats.org/drawingml/2006/main">
            <a:off x="514350" y="4695825"/>
            <a:ext cx="7105650" cy="628650"/>
          </a:xfrm>
          <a:prstGeom xmlns:a="http://schemas.openxmlformats.org/drawingml/2006/main" prst="roundRect">
            <a:avLst>
              <a:gd name="adj" fmla="val 9091"/>
            </a:avLst>
          </a:prstGeom>
          <a:solidFill xmlns:a="http://schemas.openxmlformats.org/drawingml/2006/main">
            <a:srgbClr val="112338"/>
          </a:solidFill>
          <a:ln xmlns:a="http://schemas.openxmlformats.org/drawingml/2006/main" w="9525">
            <a:solidFill>
              <a:srgbClr val="31445C"/>
            </a:solidFill>
            <a:prstDash val="solid"/>
          </a:ln>
        </p:spPr>
      </p:sp>
      <p:sp>
        <p:nvSpPr>
          <p:cNvPr id="18" name="">
            <a:extLst xmlns:a="http://schemas.openxmlformats.org/drawingml/2006/main">
              <a:ext uri="{FF2B5EF4-FFF2-40B4-BE49-F238E27FC236}">
                <a16:creationId xmlns:a16="http://schemas.microsoft.com/office/drawing/2014/main" id="{DCEF60BC-96B6-4BAD-99F3-BBCB123F498D}"/>
              </a:ext>
            </a:extLst>
          </p:cNvPr>
          <p:cNvSpPr>
            <a:spLocks xmlns:a="http://schemas.openxmlformats.org/drawingml/2006/main" noGrp="1"/>
          </p:cNvSpPr>
          <p:nvPr/>
        </p:nvSpPr>
        <p:spPr>
          <a:xfrm xmlns:a="http://schemas.openxmlformats.org/drawingml/2006/main">
            <a:off x="685800" y="4867275"/>
            <a:ext cx="1714500" cy="285750"/>
          </a:xfrm>
          <a:prstGeom xmlns:a="http://schemas.openxmlformats.org/drawingml/2006/main" prst="roundRect">
            <a:avLst>
              <a:gd name="adj" fmla="val 50000"/>
            </a:avLst>
          </a:prstGeom>
          <a:solidFill xmlns:a="http://schemas.openxmlformats.org/drawingml/2006/main">
            <a:srgbClr val="31445C"/>
          </a:solidFill>
          <a:ln xmlns:a="http://schemas.openxmlformats.org/drawingml/2006/main" w="9525">
            <a:solidFill>
              <a:srgbClr val="31445C"/>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F4F7FB"/>
                </a:solidFill>
                <a:latin typeface="Arial"/>
                <a:ea typeface="Arial"/>
                <a:cs typeface="Arial"/>
              </a:defRPr>
            </a:defPPr>
          </a:lstStyle>
          <a:p xmlns:a="http://schemas.openxmlformats.org/drawingml/2006/main">
            <a:pPr algn="ctr">
              <a:defRPr sz="1050" b="1">
                <a:solidFill>
                  <a:srgbClr val="F4F7FB"/>
                </a:solidFill>
                <a:latin typeface="Arial"/>
                <a:ea typeface="Arial"/>
                <a:cs typeface="Arial"/>
              </a:defRPr>
            </a:pPr>
            <a:r>
              <a:rPr sz="1050" b="1">
                <a:solidFill>
                  <a:srgbClr val="F4F7FB"/>
                </a:solidFill>
                <a:latin typeface="Arial"/>
                <a:ea typeface="Arial"/>
                <a:cs typeface="Arial"/>
              </a:rPr>
              <a:t>Ảnh mơ hồ / giả</a:t>
            </a:r>
          </a:p>
        </p:txBody>
      </p:sp>
      <p:sp>
        <p:nvSpPr>
          <p:cNvPr id="19" name="">
            <a:extLst xmlns:a="http://schemas.openxmlformats.org/drawingml/2006/main">
              <a:ext uri="{FF2B5EF4-FFF2-40B4-BE49-F238E27FC236}">
                <a16:creationId xmlns:a16="http://schemas.microsoft.com/office/drawing/2014/main" id="{2EE5B961-503F-4AA1-9D1D-B565DD12AB6F}"/>
              </a:ext>
            </a:extLst>
          </p:cNvPr>
          <p:cNvSpPr>
            <a:spLocks xmlns:a="http://schemas.openxmlformats.org/drawingml/2006/main" noGrp="1"/>
          </p:cNvSpPr>
          <p:nvPr/>
        </p:nvSpPr>
        <p:spPr>
          <a:xfrm xmlns:a="http://schemas.openxmlformats.org/drawingml/2006/main">
            <a:off x="2628900" y="48768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75" b="1">
                <a:solidFill>
                  <a:srgbClr val="F4F7FB"/>
                </a:solidFill>
                <a:latin typeface="Arial"/>
                <a:ea typeface="Arial"/>
                <a:cs typeface="Arial"/>
              </a:defRPr>
            </a:defPPr>
          </a:lstStyle>
          <a:p xmlns:a="http://schemas.openxmlformats.org/drawingml/2006/main">
            <a:pPr algn="l">
              <a:defRPr sz="1275" b="1">
                <a:solidFill>
                  <a:srgbClr val="F4F7FB"/>
                </a:solidFill>
                <a:latin typeface="Arial"/>
                <a:ea typeface="Arial"/>
                <a:cs typeface="Arial"/>
              </a:defRPr>
            </a:pPr>
            <a:r>
              <a:rPr sz="1275" b="1">
                <a:solidFill>
                  <a:srgbClr val="F4F7FB"/>
                </a:solidFill>
                <a:latin typeface="Arial"/>
                <a:ea typeface="Arial"/>
                <a:cs typeface="Arial"/>
              </a:rPr>
              <a:t>FACT ưu tiên • không auto-approve</a:t>
            </a:r>
          </a:p>
        </p:txBody>
      </p:sp>
      <p:sp>
        <p:nvSpPr>
          <p:cNvPr id="20" name="">
            <a:extLst xmlns:a="http://schemas.openxmlformats.org/drawingml/2006/main">
              <a:ext uri="{FF2B5EF4-FFF2-40B4-BE49-F238E27FC236}">
                <a16:creationId xmlns:a16="http://schemas.microsoft.com/office/drawing/2014/main" id="{FF03490D-1004-4A4A-8A46-6E19B2C257CA}"/>
              </a:ext>
            </a:extLst>
          </p:cNvPr>
          <p:cNvSpPr>
            <a:spLocks xmlns:a="http://schemas.openxmlformats.org/drawingml/2006/main" noGrp="1"/>
          </p:cNvSpPr>
          <p:nvPr/>
        </p:nvSpPr>
        <p:spPr>
          <a:xfrm xmlns:a="http://schemas.openxmlformats.org/drawingml/2006/main">
            <a:off x="8020050" y="1495425"/>
            <a:ext cx="3638550" cy="2305050"/>
          </a:xfrm>
          <a:prstGeom xmlns:a="http://schemas.openxmlformats.org/drawingml/2006/main" prst="roundRect">
            <a:avLst>
              <a:gd name="adj" fmla="val 2479"/>
            </a:avLst>
          </a:prstGeom>
          <a:solidFill xmlns:a="http://schemas.openxmlformats.org/drawingml/2006/main">
            <a:srgbClr val="162A42"/>
          </a:solidFill>
          <a:ln xmlns:a="http://schemas.openxmlformats.org/drawingml/2006/main" w="9525">
            <a:solidFill>
              <a:srgbClr val="31445C"/>
            </a:solidFill>
            <a:prstDash val="solid"/>
          </a:ln>
        </p:spPr>
      </p:sp>
      <p:sp>
        <p:nvSpPr>
          <p:cNvPr id="21" name="">
            <a:extLst xmlns:a="http://schemas.openxmlformats.org/drawingml/2006/main">
              <a:ext uri="{FF2B5EF4-FFF2-40B4-BE49-F238E27FC236}">
                <a16:creationId xmlns:a16="http://schemas.microsoft.com/office/drawing/2014/main" id="{897C5D02-CD8D-4C13-B672-3E5AD768F4DC}"/>
              </a:ext>
            </a:extLst>
          </p:cNvPr>
          <p:cNvSpPr>
            <a:spLocks xmlns:a="http://schemas.openxmlformats.org/drawingml/2006/main" noGrp="1"/>
          </p:cNvSpPr>
          <p:nvPr/>
        </p:nvSpPr>
        <p:spPr>
          <a:xfrm xmlns:a="http://schemas.openxmlformats.org/drawingml/2006/main">
            <a:off x="8277225" y="17145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125" b="1">
                <a:solidFill>
                  <a:srgbClr val="4FAF91"/>
                </a:solidFill>
                <a:latin typeface="Arial"/>
                <a:ea typeface="Arial"/>
                <a:cs typeface="Arial"/>
              </a:defRPr>
            </a:defPPr>
          </a:lstStyle>
          <a:p xmlns:a="http://schemas.openxmlformats.org/drawingml/2006/main">
            <a:pPr algn="l">
              <a:defRPr sz="1125" b="1">
                <a:solidFill>
                  <a:srgbClr val="4FAF91"/>
                </a:solidFill>
                <a:latin typeface="Arial"/>
                <a:ea typeface="Arial"/>
                <a:cs typeface="Arial"/>
              </a:defRPr>
            </a:pPr>
            <a:r>
              <a:rPr sz="1125" b="1">
                <a:solidFill>
                  <a:srgbClr val="4FAF91"/>
                </a:solidFill>
                <a:latin typeface="Arial"/>
                <a:ea typeface="Arial"/>
                <a:cs typeface="Arial"/>
              </a:rPr>
              <a:t>ĐÃ BÀN GIAO</a:t>
            </a:r>
          </a:p>
        </p:txBody>
      </p:sp>
      <p:sp>
        <p:nvSpPr>
          <p:cNvPr id="22" name="">
            <a:extLst xmlns:a="http://schemas.openxmlformats.org/drawingml/2006/main">
              <a:ext uri="{FF2B5EF4-FFF2-40B4-BE49-F238E27FC236}">
                <a16:creationId xmlns:a16="http://schemas.microsoft.com/office/drawing/2014/main" id="{5339C69F-EB10-4975-A6F5-C67E8743CF94}"/>
              </a:ext>
            </a:extLst>
          </p:cNvPr>
          <p:cNvSpPr>
            <a:spLocks xmlns:a="http://schemas.openxmlformats.org/drawingml/2006/main" noGrp="1"/>
          </p:cNvSpPr>
          <p:nvPr/>
        </p:nvSpPr>
        <p:spPr>
          <a:xfrm xmlns:a="http://schemas.openxmlformats.org/drawingml/2006/main">
            <a:off x="8277225" y="2143125"/>
            <a:ext cx="285750" cy="285750"/>
          </a:xfrm>
          <a:prstGeom xmlns:a="http://schemas.openxmlformats.org/drawingml/2006/main" prst="roundRect">
            <a:avLst>
              <a:gd name="adj" fmla="val 50000"/>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1</a:t>
            </a:r>
          </a:p>
        </p:txBody>
      </p:sp>
      <p:sp>
        <p:nvSpPr>
          <p:cNvPr id="23" name="">
            <a:extLst xmlns:a="http://schemas.openxmlformats.org/drawingml/2006/main">
              <a:ext uri="{FF2B5EF4-FFF2-40B4-BE49-F238E27FC236}">
                <a16:creationId xmlns:a16="http://schemas.microsoft.com/office/drawing/2014/main" id="{3EA6E8F7-8EB4-4D1D-93E9-79D70D9EB187}"/>
              </a:ext>
            </a:extLst>
          </p:cNvPr>
          <p:cNvSpPr>
            <a:spLocks xmlns:a="http://schemas.openxmlformats.org/drawingml/2006/main" noGrp="1"/>
          </p:cNvSpPr>
          <p:nvPr/>
        </p:nvSpPr>
        <p:spPr>
          <a:xfrm xmlns:a="http://schemas.openxmlformats.org/drawingml/2006/main">
            <a:off x="8705850" y="2171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1">
                <a:solidFill>
                  <a:srgbClr val="F4F7FB"/>
                </a:solidFill>
                <a:latin typeface="Arial"/>
                <a:ea typeface="Arial"/>
                <a:cs typeface="Arial"/>
              </a:defRPr>
            </a:defPPr>
          </a:lstStyle>
          <a:p xmlns:a="http://schemas.openxmlformats.org/drawingml/2006/main">
            <a:pPr algn="l">
              <a:defRPr sz="1200" b="1">
                <a:solidFill>
                  <a:srgbClr val="F4F7FB"/>
                </a:solidFill>
                <a:latin typeface="Arial"/>
                <a:ea typeface="Arial"/>
                <a:cs typeface="Arial"/>
              </a:defRPr>
            </a:pPr>
            <a:r>
              <a:rPr sz="1200" b="1">
                <a:solidFill>
                  <a:srgbClr val="F4F7FB"/>
                </a:solidFill>
                <a:latin typeface="Arial"/>
                <a:ea typeface="Arial"/>
                <a:cs typeface="Arial"/>
              </a:rPr>
              <a:t>DB-backed queue + HTTP 202</a:t>
            </a:r>
          </a:p>
        </p:txBody>
      </p:sp>
      <p:sp>
        <p:nvSpPr>
          <p:cNvPr id="24" name="">
            <a:extLst xmlns:a="http://schemas.openxmlformats.org/drawingml/2006/main">
              <a:ext uri="{FF2B5EF4-FFF2-40B4-BE49-F238E27FC236}">
                <a16:creationId xmlns:a16="http://schemas.microsoft.com/office/drawing/2014/main" id="{188D8AB8-0FD6-483F-963D-36E6C66FC36A}"/>
              </a:ext>
            </a:extLst>
          </p:cNvPr>
          <p:cNvSpPr>
            <a:spLocks xmlns:a="http://schemas.openxmlformats.org/drawingml/2006/main" noGrp="1"/>
          </p:cNvSpPr>
          <p:nvPr/>
        </p:nvSpPr>
        <p:spPr>
          <a:xfrm xmlns:a="http://schemas.openxmlformats.org/drawingml/2006/main">
            <a:off x="8277225" y="2524125"/>
            <a:ext cx="285750" cy="285750"/>
          </a:xfrm>
          <a:prstGeom xmlns:a="http://schemas.openxmlformats.org/drawingml/2006/main" prst="roundRect">
            <a:avLst>
              <a:gd name="adj" fmla="val 50000"/>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2</a:t>
            </a:r>
          </a:p>
        </p:txBody>
      </p:sp>
      <p:sp>
        <p:nvSpPr>
          <p:cNvPr id="25" name="">
            <a:extLst xmlns:a="http://schemas.openxmlformats.org/drawingml/2006/main">
              <a:ext uri="{FF2B5EF4-FFF2-40B4-BE49-F238E27FC236}">
                <a16:creationId xmlns:a16="http://schemas.microsoft.com/office/drawing/2014/main" id="{15AA215E-7732-46F1-B05A-E2B8E907DE26}"/>
              </a:ext>
            </a:extLst>
          </p:cNvPr>
          <p:cNvSpPr>
            <a:spLocks xmlns:a="http://schemas.openxmlformats.org/drawingml/2006/main" noGrp="1"/>
          </p:cNvSpPr>
          <p:nvPr/>
        </p:nvSpPr>
        <p:spPr>
          <a:xfrm xmlns:a="http://schemas.openxmlformats.org/drawingml/2006/main">
            <a:off x="8705850" y="2552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1">
                <a:solidFill>
                  <a:srgbClr val="F4F7FB"/>
                </a:solidFill>
                <a:latin typeface="Arial"/>
                <a:ea typeface="Arial"/>
                <a:cs typeface="Arial"/>
              </a:defRPr>
            </a:defPPr>
          </a:lstStyle>
          <a:p xmlns:a="http://schemas.openxmlformats.org/drawingml/2006/main">
            <a:pPr algn="l">
              <a:defRPr sz="1200" b="1">
                <a:solidFill>
                  <a:srgbClr val="F4F7FB"/>
                </a:solidFill>
                <a:latin typeface="Arial"/>
                <a:ea typeface="Arial"/>
                <a:cs typeface="Arial"/>
              </a:defRPr>
            </a:pPr>
            <a:r>
              <a:rPr sz="1200" b="1">
                <a:solidFill>
                  <a:srgbClr val="F4F7FB"/>
                </a:solidFill>
                <a:latin typeface="Arial"/>
                <a:ea typeface="Arial"/>
                <a:cs typeface="Arial"/>
              </a:rPr>
              <a:t>163/163 test • build sạch</a:t>
            </a:r>
          </a:p>
        </p:txBody>
      </p:sp>
      <p:sp>
        <p:nvSpPr>
          <p:cNvPr id="26" name="">
            <a:extLst xmlns:a="http://schemas.openxmlformats.org/drawingml/2006/main">
              <a:ext uri="{FF2B5EF4-FFF2-40B4-BE49-F238E27FC236}">
                <a16:creationId xmlns:a16="http://schemas.microsoft.com/office/drawing/2014/main" id="{D95745C5-119E-40EE-89F9-398D51D3023A}"/>
              </a:ext>
            </a:extLst>
          </p:cNvPr>
          <p:cNvSpPr>
            <a:spLocks xmlns:a="http://schemas.openxmlformats.org/drawingml/2006/main" noGrp="1"/>
          </p:cNvSpPr>
          <p:nvPr/>
        </p:nvSpPr>
        <p:spPr>
          <a:xfrm xmlns:a="http://schemas.openxmlformats.org/drawingml/2006/main">
            <a:off x="8277225" y="2905125"/>
            <a:ext cx="285750" cy="285750"/>
          </a:xfrm>
          <a:prstGeom xmlns:a="http://schemas.openxmlformats.org/drawingml/2006/main" prst="roundRect">
            <a:avLst>
              <a:gd name="adj" fmla="val 50000"/>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3</a:t>
            </a:r>
          </a:p>
        </p:txBody>
      </p:sp>
      <p:sp>
        <p:nvSpPr>
          <p:cNvPr id="27" name="">
            <a:extLst xmlns:a="http://schemas.openxmlformats.org/drawingml/2006/main">
              <a:ext uri="{FF2B5EF4-FFF2-40B4-BE49-F238E27FC236}">
                <a16:creationId xmlns:a16="http://schemas.microsoft.com/office/drawing/2014/main" id="{7A8BED75-9FBA-4384-BB6C-65D11717B82A}"/>
              </a:ext>
            </a:extLst>
          </p:cNvPr>
          <p:cNvSpPr>
            <a:spLocks xmlns:a="http://schemas.openxmlformats.org/drawingml/2006/main" noGrp="1"/>
          </p:cNvSpPr>
          <p:nvPr/>
        </p:nvSpPr>
        <p:spPr>
          <a:xfrm xmlns:a="http://schemas.openxmlformats.org/drawingml/2006/main">
            <a:off x="8705850" y="2933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1">
                <a:solidFill>
                  <a:srgbClr val="F4F7FB"/>
                </a:solidFill>
                <a:latin typeface="Arial"/>
                <a:ea typeface="Arial"/>
                <a:cs typeface="Arial"/>
              </a:defRPr>
            </a:defPPr>
          </a:lstStyle>
          <a:p xmlns:a="http://schemas.openxmlformats.org/drawingml/2006/main">
            <a:pPr algn="l">
              <a:defRPr sz="1200" b="1">
                <a:solidFill>
                  <a:srgbClr val="F4F7FB"/>
                </a:solidFill>
                <a:latin typeface="Arial"/>
                <a:ea typeface="Arial"/>
                <a:cs typeface="Arial"/>
              </a:defRPr>
            </a:pPr>
            <a:r>
              <a:rPr sz="1200" b="1">
                <a:solidFill>
                  <a:srgbClr val="F4F7FB"/>
                </a:solidFill>
                <a:latin typeface="Arial"/>
                <a:ea typeface="Arial"/>
                <a:cs typeface="Arial"/>
              </a:rPr>
              <a:t>Holdout 8/10 • 0 missed</a:t>
            </a:r>
          </a:p>
        </p:txBody>
      </p:sp>
      <p:sp>
        <p:nvSpPr>
          <p:cNvPr id="28" name="">
            <a:extLst xmlns:a="http://schemas.openxmlformats.org/drawingml/2006/main">
              <a:ext uri="{FF2B5EF4-FFF2-40B4-BE49-F238E27FC236}">
                <a16:creationId xmlns:a16="http://schemas.microsoft.com/office/drawing/2014/main" id="{A2FA33DD-7197-4983-8706-3B8F65CB10A8}"/>
              </a:ext>
            </a:extLst>
          </p:cNvPr>
          <p:cNvSpPr>
            <a:spLocks xmlns:a="http://schemas.openxmlformats.org/drawingml/2006/main" noGrp="1"/>
          </p:cNvSpPr>
          <p:nvPr/>
        </p:nvSpPr>
        <p:spPr>
          <a:xfrm xmlns:a="http://schemas.openxmlformats.org/drawingml/2006/main">
            <a:off x="8277225" y="3286125"/>
            <a:ext cx="285750" cy="285750"/>
          </a:xfrm>
          <a:prstGeom xmlns:a="http://schemas.openxmlformats.org/drawingml/2006/main" prst="roundRect">
            <a:avLst>
              <a:gd name="adj" fmla="val 50000"/>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57150" tIns="9525" rIns="57150" bIns="9525" anchor="ctr">
            <a:normAutofit fontScale="100000"/>
          </a:bodyPr>
          <a:lstStyle xmlns:a="http://schemas.openxmlformats.org/drawingml/2006/main">
            <a:defPPr algn="ctr">
              <a:defRPr sz="1050" b="1">
                <a:solidFill>
                  <a:srgbClr val="091522"/>
                </a:solidFill>
                <a:latin typeface="Arial"/>
                <a:ea typeface="Arial"/>
                <a:cs typeface="Arial"/>
              </a:defRPr>
            </a:defPPr>
          </a:lstStyle>
          <a:p xmlns:a="http://schemas.openxmlformats.org/drawingml/2006/main">
            <a:pPr algn="ctr">
              <a:defRPr sz="1050" b="1">
                <a:solidFill>
                  <a:srgbClr val="091522"/>
                </a:solidFill>
                <a:latin typeface="Arial"/>
                <a:ea typeface="Arial"/>
                <a:cs typeface="Arial"/>
              </a:defRPr>
            </a:pPr>
            <a:r>
              <a:rPr sz="1050" b="1">
                <a:solidFill>
                  <a:srgbClr val="091522"/>
                </a:solidFill>
                <a:latin typeface="Arial"/>
                <a:ea typeface="Arial"/>
                <a:cs typeface="Arial"/>
              </a:rPr>
              <a:t>4</a:t>
            </a:r>
          </a:p>
        </p:txBody>
      </p:sp>
      <p:sp>
        <p:nvSpPr>
          <p:cNvPr id="29" name="">
            <a:extLst xmlns:a="http://schemas.openxmlformats.org/drawingml/2006/main">
              <a:ext uri="{FF2B5EF4-FFF2-40B4-BE49-F238E27FC236}">
                <a16:creationId xmlns:a16="http://schemas.microsoft.com/office/drawing/2014/main" id="{925552E6-E4AA-4C98-B864-EAF48CE28383}"/>
              </a:ext>
            </a:extLst>
          </p:cNvPr>
          <p:cNvSpPr>
            <a:spLocks xmlns:a="http://schemas.openxmlformats.org/drawingml/2006/main" noGrp="1"/>
          </p:cNvSpPr>
          <p:nvPr/>
        </p:nvSpPr>
        <p:spPr>
          <a:xfrm xmlns:a="http://schemas.openxmlformats.org/drawingml/2006/main">
            <a:off x="8705850" y="3314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200" b="1">
                <a:solidFill>
                  <a:srgbClr val="F4F7FB"/>
                </a:solidFill>
                <a:latin typeface="Arial"/>
                <a:ea typeface="Arial"/>
                <a:cs typeface="Arial"/>
              </a:defRPr>
            </a:defPPr>
          </a:lstStyle>
          <a:p xmlns:a="http://schemas.openxmlformats.org/drawingml/2006/main">
            <a:pPr algn="l">
              <a:defRPr sz="1200" b="1">
                <a:solidFill>
                  <a:srgbClr val="F4F7FB"/>
                </a:solidFill>
                <a:latin typeface="Arial"/>
                <a:ea typeface="Arial"/>
                <a:cs typeface="Arial"/>
              </a:defRPr>
            </a:pPr>
            <a:r>
              <a:rPr sz="1200" b="1">
                <a:solidFill>
                  <a:srgbClr val="F4F7FB"/>
                </a:solidFill>
                <a:latin typeface="Arial"/>
                <a:ea typeface="Arial"/>
                <a:cs typeface="Arial"/>
              </a:rPr>
              <a:t>Verify 5/5 • 65.004s</a:t>
            </a:r>
          </a:p>
        </p:txBody>
      </p:sp>
      <p:sp>
        <p:nvSpPr>
          <p:cNvPr id="30" name="">
            <a:extLst xmlns:a="http://schemas.openxmlformats.org/drawingml/2006/main">
              <a:ext uri="{FF2B5EF4-FFF2-40B4-BE49-F238E27FC236}">
                <a16:creationId xmlns:a16="http://schemas.microsoft.com/office/drawing/2014/main" id="{18605E08-D037-4B7E-9051-318162C31F9B}"/>
              </a:ext>
            </a:extLst>
          </p:cNvPr>
          <p:cNvSpPr>
            <a:spLocks xmlns:a="http://schemas.openxmlformats.org/drawingml/2006/main" noGrp="1"/>
          </p:cNvSpPr>
          <p:nvPr/>
        </p:nvSpPr>
        <p:spPr>
          <a:xfrm xmlns:a="http://schemas.openxmlformats.org/drawingml/2006/main">
            <a:off x="8020050" y="4038600"/>
            <a:ext cx="3638550" cy="1638300"/>
          </a:xfrm>
          <a:prstGeom xmlns:a="http://schemas.openxmlformats.org/drawingml/2006/main" prst="roundRect">
            <a:avLst>
              <a:gd name="adj" fmla="val 3488"/>
            </a:avLst>
          </a:prstGeom>
          <a:solidFill xmlns:a="http://schemas.openxmlformats.org/drawingml/2006/main">
            <a:srgbClr val="162A42"/>
          </a:solidFill>
          <a:ln xmlns:a="http://schemas.openxmlformats.org/drawingml/2006/main" w="9525">
            <a:solidFill>
              <a:srgbClr val="31445C"/>
            </a:solidFill>
            <a:prstDash val="solid"/>
          </a:ln>
        </p:spPr>
      </p:sp>
      <p:sp>
        <p:nvSpPr>
          <p:cNvPr id="31" name="">
            <a:extLst xmlns:a="http://schemas.openxmlformats.org/drawingml/2006/main">
              <a:ext uri="{FF2B5EF4-FFF2-40B4-BE49-F238E27FC236}">
                <a16:creationId xmlns:a16="http://schemas.microsoft.com/office/drawing/2014/main" id="{F18EB89A-BC30-4385-8A91-8C7C166DA368}"/>
              </a:ext>
            </a:extLst>
          </p:cNvPr>
          <p:cNvSpPr>
            <a:spLocks xmlns:a="http://schemas.openxmlformats.org/drawingml/2006/main" noGrp="1"/>
          </p:cNvSpPr>
          <p:nvPr/>
        </p:nvSpPr>
        <p:spPr>
          <a:xfrm xmlns:a="http://schemas.openxmlformats.org/drawingml/2006/main">
            <a:off x="8277225" y="4257675"/>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125" b="1">
                <a:solidFill>
                  <a:srgbClr val="D96B76"/>
                </a:solidFill>
                <a:latin typeface="Arial"/>
                <a:ea typeface="Arial"/>
                <a:cs typeface="Arial"/>
              </a:defRPr>
            </a:defPPr>
          </a:lstStyle>
          <a:p xmlns:a="http://schemas.openxmlformats.org/drawingml/2006/main">
            <a:pPr algn="l">
              <a:defRPr sz="1125" b="1">
                <a:solidFill>
                  <a:srgbClr val="D96B76"/>
                </a:solidFill>
                <a:latin typeface="Arial"/>
                <a:ea typeface="Arial"/>
                <a:cs typeface="Arial"/>
              </a:defRPr>
            </a:pPr>
            <a:r>
              <a:rPr sz="1125" b="1">
                <a:solidFill>
                  <a:srgbClr val="D96B76"/>
                </a:solidFill>
                <a:latin typeface="Arial"/>
                <a:ea typeface="Arial"/>
                <a:cs typeface="Arial"/>
              </a:rPr>
              <a:t>RỦI RO / ĐIỀU KIỆN CÒN MỞ</a:t>
            </a:r>
          </a:p>
        </p:txBody>
      </p:sp>
      <p:sp>
        <p:nvSpPr>
          <p:cNvPr id="32" name="">
            <a:extLst xmlns:a="http://schemas.openxmlformats.org/drawingml/2006/main">
              <a:ext uri="{FF2B5EF4-FFF2-40B4-BE49-F238E27FC236}">
                <a16:creationId xmlns:a16="http://schemas.microsoft.com/office/drawing/2014/main" id="{766883AC-0DB9-45C8-8E9A-98C52BF63971}"/>
              </a:ext>
            </a:extLst>
          </p:cNvPr>
          <p:cNvSpPr>
            <a:spLocks xmlns:a="http://schemas.openxmlformats.org/drawingml/2006/main" noGrp="1"/>
          </p:cNvSpPr>
          <p:nvPr/>
        </p:nvSpPr>
        <p:spPr>
          <a:xfrm xmlns:a="http://schemas.openxmlformats.org/drawingml/2006/main">
            <a:off x="8277225" y="4619625"/>
            <a:ext cx="31051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1125" b="1">
                <a:solidFill>
                  <a:srgbClr val="F4F7FB"/>
                </a:solidFill>
                <a:latin typeface="Arial"/>
                <a:ea typeface="Arial"/>
                <a:cs typeface="Arial"/>
              </a:defRPr>
            </a:defPPr>
          </a:lstStyle>
          <a:p xmlns:a="http://schemas.openxmlformats.org/drawingml/2006/main">
            <a:pPr algn="l">
              <a:defRPr sz="1125" b="1">
                <a:solidFill>
                  <a:srgbClr val="F4F7FB"/>
                </a:solidFill>
                <a:latin typeface="Arial"/>
                <a:ea typeface="Arial"/>
                <a:cs typeface="Arial"/>
              </a:defRPr>
            </a:pPr>
            <a:r>
              <a:rPr sz="1125" b="1">
                <a:solidFill>
                  <a:srgbClr val="F4F7FB"/>
                </a:solidFill>
                <a:latin typeface="Arial"/>
                <a:ea typeface="Arial"/>
                <a:cs typeface="Arial"/>
              </a:rPr>
              <a:t>• phản hồi 3 người dùng: chờ 16/10</a:t>
            </a:r>
          </a:p>
          <a:p xmlns:a="http://schemas.openxmlformats.org/drawingml/2006/main">
            <a:pPr algn="l">
              <a:defRPr sz="1125" b="1">
                <a:solidFill>
                  <a:srgbClr val="F4F7FB"/>
                </a:solidFill>
                <a:latin typeface="Arial"/>
                <a:ea typeface="Arial"/>
                <a:cs typeface="Arial"/>
              </a:defRPr>
            </a:pPr>
            <a:r>
              <a:rPr sz="1125" b="1">
                <a:solidFill>
                  <a:srgbClr val="F4F7FB"/>
                </a:solidFill>
                <a:latin typeface="Arial"/>
                <a:ea typeface="Arial"/>
                <a:cs typeface="Arial"/>
              </a:rPr>
              <a:t>• limiter/lock mới ở một process</a:t>
            </a:r>
          </a:p>
          <a:p xmlns:a="http://schemas.openxmlformats.org/drawingml/2006/main">
            <a:pPr algn="l">
              <a:defRPr sz="1125" b="1">
                <a:solidFill>
                  <a:srgbClr val="F4F7FB"/>
                </a:solidFill>
                <a:latin typeface="Arial"/>
                <a:ea typeface="Arial"/>
                <a:cs typeface="Arial"/>
              </a:defRPr>
            </a:pPr>
            <a:r>
              <a:rPr sz="1125" b="1">
                <a:solidFill>
                  <a:srgbClr val="F4F7FB"/>
                </a:solidFill>
                <a:latin typeface="Arial"/>
                <a:ea typeface="Arial"/>
                <a:cs typeface="Arial"/>
              </a:rPr>
              <a:t>• PDF • RBAC • object storage</a:t>
            </a:r>
          </a:p>
          <a:p xmlns:a="http://schemas.openxmlformats.org/drawingml/2006/main">
            <a:pPr algn="l">
              <a:defRPr sz="1125" b="1">
                <a:solidFill>
                  <a:srgbClr val="F4F7FB"/>
                </a:solidFill>
                <a:latin typeface="Arial"/>
                <a:ea typeface="Arial"/>
                <a:cs typeface="Arial"/>
              </a:defRPr>
            </a:pPr>
            <a:r>
              <a:rPr sz="1125" b="1">
                <a:solidFill>
                  <a:srgbClr val="F4F7FB"/>
                </a:solidFill>
                <a:latin typeface="Arial"/>
                <a:ea typeface="Arial"/>
                <a:cs typeface="Arial"/>
              </a:rPr>
              <a:t>• evidence overlay mới là prototype</a:t>
            </a:r>
          </a:p>
        </p:txBody>
      </p:sp>
      <p:sp>
        <p:nvSpPr>
          <p:cNvPr id="33" name="">
            <a:extLst xmlns:a="http://schemas.openxmlformats.org/drawingml/2006/main">
              <a:ext uri="{FF2B5EF4-FFF2-40B4-BE49-F238E27FC236}">
                <a16:creationId xmlns:a16="http://schemas.microsoft.com/office/drawing/2014/main" id="{935167CC-7C91-4627-8915-2C5E250AD2BB}"/>
              </a:ext>
            </a:extLst>
          </p:cNvPr>
          <p:cNvSpPr>
            <a:spLocks xmlns:a="http://schemas.openxmlformats.org/drawingml/2006/main" noGrp="1"/>
          </p:cNvSpPr>
          <p:nvPr/>
        </p:nvSpPr>
        <p:spPr>
          <a:xfrm xmlns:a="http://schemas.openxmlformats.org/drawingml/2006/main">
            <a:off x="8020050" y="5810250"/>
            <a:ext cx="3638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ctr">
              <a:defRPr sz="1050" b="1">
                <a:solidFill>
                  <a:srgbClr val="C59A4A"/>
                </a:solidFill>
                <a:latin typeface="Arial"/>
                <a:ea typeface="Arial"/>
                <a:cs typeface="Arial"/>
              </a:defRPr>
            </a:defPPr>
          </a:lstStyle>
          <a:p xmlns:a="http://schemas.openxmlformats.org/drawingml/2006/main">
            <a:pPr algn="ctr">
              <a:defRPr sz="1050" b="1">
                <a:solidFill>
                  <a:srgbClr val="C59A4A"/>
                </a:solidFill>
                <a:latin typeface="Arial"/>
                <a:ea typeface="Arial"/>
                <a:cs typeface="Arial"/>
              </a:defRPr>
            </a:pPr>
            <a:r>
              <a:rPr sz="1050" b="1">
                <a:solidFill>
                  <a:srgbClr val="C59A4A"/>
                </a:solidFill>
                <a:latin typeface="Arial"/>
                <a:ea typeface="Arial"/>
                <a:cs typeface="Arial"/>
              </a:rPr>
              <a:t>Sau feedback: chọn 1 thay đổi truy vết → chạy lại build/test/Verify; không tune bằng holdout.</a:t>
            </a:r>
          </a:p>
        </p:txBody>
      </p:sp>
      <p:sp>
        <p:nvSpPr>
          <p:cNvPr id="34" name="">
            <a:extLst xmlns:a="http://schemas.openxmlformats.org/drawingml/2006/main">
              <a:ext uri="{FF2B5EF4-FFF2-40B4-BE49-F238E27FC236}">
                <a16:creationId xmlns:a16="http://schemas.microsoft.com/office/drawing/2014/main" id="{C81C3451-DC71-47D7-9074-EB6F17827395}"/>
              </a:ext>
            </a:extLst>
          </p:cNvPr>
          <p:cNvSpPr>
            <a:spLocks xmlns:a="http://schemas.openxmlformats.org/drawingml/2006/main" noGrp="1"/>
          </p:cNvSpPr>
          <p:nvPr/>
        </p:nvSpPr>
        <p:spPr>
          <a:xfrm xmlns:a="http://schemas.openxmlformats.org/drawingml/2006/main">
            <a:off x="514350" y="6534150"/>
            <a:ext cx="904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l">
              <a:defRPr sz="900" b="0">
                <a:solidFill>
                  <a:srgbClr val="A6B3C4"/>
                </a:solidFill>
                <a:latin typeface="Arial"/>
                <a:ea typeface="Arial"/>
                <a:cs typeface="Arial"/>
              </a:defRPr>
            </a:defPPr>
          </a:lstStyle>
          <a:p xmlns:a="http://schemas.openxmlformats.org/drawingml/2006/main">
            <a:pPr algn="l">
              <a:defRPr sz="900" b="0">
                <a:solidFill>
                  <a:srgbClr val="A6B3C4"/>
                </a:solidFill>
                <a:latin typeface="Arial"/>
                <a:ea typeface="Arial"/>
                <a:cs typeface="Arial"/>
              </a:defRPr>
            </a:pPr>
            <a:r>
              <a:rPr sz="900" b="0">
                <a:solidFill>
                  <a:srgbClr val="A6B3C4"/>
                </a:solidFill>
                <a:latin typeface="Arial"/>
                <a:ea typeface="Arial"/>
                <a:cs typeface="Arial"/>
              </a:rPr>
              <a:t>AURA • Giới hạn hiện tại, không phải lời hứa marketing</a:t>
            </a:r>
          </a:p>
        </p:txBody>
      </p:sp>
      <p:sp>
        <p:nvSpPr>
          <p:cNvPr id="35" name="">
            <a:extLst xmlns:a="http://schemas.openxmlformats.org/drawingml/2006/main">
              <a:ext uri="{FF2B5EF4-FFF2-40B4-BE49-F238E27FC236}">
                <a16:creationId xmlns:a16="http://schemas.microsoft.com/office/drawing/2014/main" id="{64890E40-2E0F-4742-B57E-ED73F0C5B762}"/>
              </a:ext>
            </a:extLst>
          </p:cNvPr>
          <p:cNvSpPr>
            <a:spLocks xmlns:a="http://schemas.openxmlformats.org/drawingml/2006/main" noGrp="1"/>
          </p:cNvSpPr>
          <p:nvPr/>
        </p:nvSpPr>
        <p:spPr>
          <a:xfrm xmlns:a="http://schemas.openxmlformats.org/drawingml/2006/main">
            <a:off x="11144250" y="6515100"/>
            <a:ext cx="514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defPPr algn="r">
              <a:defRPr sz="975" b="1">
                <a:solidFill>
                  <a:srgbClr val="A6B3C4"/>
                </a:solidFill>
                <a:latin typeface="Arial"/>
                <a:ea typeface="Arial"/>
                <a:cs typeface="Arial"/>
              </a:defRPr>
            </a:defPPr>
          </a:lstStyle>
          <a:p xmlns:a="http://schemas.openxmlformats.org/drawingml/2006/main">
            <a:pPr algn="r">
              <a:defRPr sz="975" b="1">
                <a:solidFill>
                  <a:srgbClr val="A6B3C4"/>
                </a:solidFill>
                <a:latin typeface="Arial"/>
                <a:ea typeface="Arial"/>
                <a:cs typeface="Arial"/>
              </a:defRPr>
            </a:pPr>
            <a:r>
              <a:rPr sz="975" b="1">
                <a:solidFill>
                  <a:srgbClr val="A6B3C4"/>
                </a:solidFill>
                <a:latin typeface="Arial"/>
                <a:ea typeface="Arial"/>
                <a:cs typeface="Arial"/>
              </a:rPr>
              <a:t>5</a:t>
            </a:r>
          </a:p>
        </p:txBody>
      </p:sp>
    </p:spTree>
    <p:extLst>
      <p:ext uri="{BB962C8B-B14F-4D97-AF65-F5344CB8AC3E}">
        <p14:creationId xmlns:p14="http://schemas.microsoft.com/office/powerpoint/2010/main" val="10120736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2026-10-15T16:03:39.7040000Z</dcterms:created>
  <dcterms:modified xsi:type="dcterms:W3CDTF">2026-10-15T16:03:39.7040000Z</dcterms:modified>
</coreProperties>
</file>