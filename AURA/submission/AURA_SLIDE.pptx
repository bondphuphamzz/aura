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29260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có giám sát  ·  VNG Track A: The Escalation Referee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94415" cy="0"/>
          </a:xfrm>
          <a:prstGeom prst="line">
            <a:avLst/>
          </a:prstGeom>
          <a:noFill/>
          <a:ln w="9525">
            <a:solidFill>
              <a:srgbClr val="D9E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9601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ứng cần một luồng xử lý rõ ràng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điểm nghẽn khi hóa đơn được xử lý thủ công.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25780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ECF9F6"/>
          </a:solidFill>
          <a:ln w="9525">
            <a:solidFill>
              <a:srgbClr val="ECF9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25780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9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AURA: AI đọc dữ kiện → quy tắc C# phân loại → con người quyết định ngoại lệ, mọi bước đều có lịch sử.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MVP · trạng thái 30/10/2026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3515258" cy="2834640"/>
          </a:xfrm>
          <a:prstGeom prst="roundRect">
            <a:avLst>
              <a:gd name="adj" fmla="val 2581"/>
            </a:avLst>
          </a:prstGeom>
          <a:solidFill>
            <a:srgbClr val="F5F8FE"/>
          </a:solidFill>
          <a:ln w="9525">
            <a:solidFill>
              <a:srgbClr val="D9E3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468880"/>
            <a:ext cx="512064" cy="512064"/>
          </a:xfrm>
          <a:prstGeom prst="ellipse">
            <a:avLst/>
          </a:prstGeom>
          <a:solidFill>
            <a:srgbClr val="3D6FE5"/>
          </a:solidFill>
          <a:ln w="12700">
            <a:solidFill>
              <a:srgbClr val="3D6F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2468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24612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đến rời rạc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79476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 biết hồ sơ nào đã nhận, đang ở bước nào và ai đang giữ.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38218" y="2148840"/>
            <a:ext cx="3515258" cy="2834640"/>
          </a:xfrm>
          <a:prstGeom prst="roundRect">
            <a:avLst>
              <a:gd name="adj" fmla="val 2581"/>
            </a:avLst>
          </a:prstGeom>
          <a:solidFill>
            <a:srgbClr val="F5F8FE"/>
          </a:solidFill>
          <a:ln w="9525">
            <a:solidFill>
              <a:srgbClr val="D9E3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8258" y="2468880"/>
            <a:ext cx="512064" cy="512064"/>
          </a:xfrm>
          <a:prstGeom prst="ellipse">
            <a:avLst/>
          </a:prstGeom>
          <a:solidFill>
            <a:srgbClr val="3D6FE5"/>
          </a:solidFill>
          <a:ln w="12700">
            <a:solidFill>
              <a:srgbClr val="3D6F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58258" y="2468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58258" y="324612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và đối chiếu tay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658258" y="379476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xử lý phải tự kiểm lại số tiền, ngày, người bán và quy định.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127797" y="2148840"/>
            <a:ext cx="3515258" cy="2834640"/>
          </a:xfrm>
          <a:prstGeom prst="roundRect">
            <a:avLst>
              <a:gd name="adj" fmla="val 2581"/>
            </a:avLst>
          </a:prstGeom>
          <a:solidFill>
            <a:srgbClr val="F5F8FE"/>
          </a:solidFill>
          <a:ln w="9525">
            <a:solidFill>
              <a:srgbClr val="D9E3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47837" y="2468880"/>
            <a:ext cx="512064" cy="512064"/>
          </a:xfrm>
          <a:prstGeom prst="ellipse">
            <a:avLst/>
          </a:prstGeom>
          <a:solidFill>
            <a:srgbClr val="3D6FE5"/>
          </a:solidFill>
          <a:ln w="12700">
            <a:solidFill>
              <a:srgbClr val="3D6F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47837" y="2468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447837" y="324612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Ngoại lệ chờ duyệt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447837" y="379476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thiếu căn cứ cần được chuyển đúng người, kèm lý do rõ ràng.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29260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có giám sát  ·  VNG Track A: The Escalation Referee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94415" cy="0"/>
          </a:xfrm>
          <a:prstGeom prst="line">
            <a:avLst/>
          </a:prstGeom>
          <a:noFill/>
          <a:ln w="9525">
            <a:solidFill>
              <a:srgbClr val="D9E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9601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hóa đơn đi qua AURA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bước nhìn thấy được trên web, kể cả khi AI còn đang xử lý.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25780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 w="9525">
            <a:solidFill>
              <a:srgbClr val="EEF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25780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Drive là đầu vào tùy chọn cho demo synthetic chạy local; website công khai chưa bật luồng này.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MVP · trạng thái 30/10/2026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2526716" cy="2834640"/>
          </a:xfrm>
          <a:prstGeom prst="roundRect">
            <a:avLst>
              <a:gd name="adj" fmla="val 2895"/>
            </a:avLst>
          </a:prstGeom>
          <a:solidFill>
            <a:srgbClr val="F5F8FE"/>
          </a:solidFill>
          <a:ln w="9525">
            <a:solidFill>
              <a:srgbClr val="D9E3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468880"/>
            <a:ext cx="420624" cy="420624"/>
          </a:xfrm>
          <a:prstGeom prst="ellipse">
            <a:avLst/>
          </a:prstGeom>
          <a:solidFill>
            <a:srgbClr val="3D6FE5"/>
          </a:solidFill>
          <a:ln w="12700">
            <a:solidFill>
              <a:srgbClr val="3D6F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154680"/>
            <a:ext cx="19780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Gửi ảnh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703320"/>
            <a:ext cx="19780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tải tối đa 10 ảnh JPG/PNG mỗi lượt. Mỗi ảnh thành một hồ sơ riêng.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075356" y="32918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6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3404540" y="2148840"/>
            <a:ext cx="2526716" cy="2834640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 w="9525">
            <a:solidFill>
              <a:srgbClr val="D9E3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78860" y="2468880"/>
            <a:ext cx="420624" cy="420624"/>
          </a:xfrm>
          <a:prstGeom prst="ellipse">
            <a:avLst/>
          </a:prstGeom>
          <a:solidFill>
            <a:srgbClr val="3D6FE5"/>
          </a:solidFill>
          <a:ln w="12700">
            <a:solidFill>
              <a:srgbClr val="3D6F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7886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678860" y="3154680"/>
            <a:ext cx="19780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Xếp hàng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3678860" y="3703320"/>
            <a:ext cx="19780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Hàng đợi SQL giữ hồ sơ qua restart. Ảnh chưa được duyệt bị chặn trước AI.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31256" y="32918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6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260440" y="2148840"/>
            <a:ext cx="2526716" cy="2834640"/>
          </a:xfrm>
          <a:prstGeom prst="roundRect">
            <a:avLst>
              <a:gd name="adj" fmla="val 2895"/>
            </a:avLst>
          </a:prstGeom>
          <a:solidFill>
            <a:srgbClr val="F5F8FE"/>
          </a:solidFill>
          <a:ln w="9525">
            <a:solidFill>
              <a:srgbClr val="D9E3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4760" y="2468880"/>
            <a:ext cx="420624" cy="420624"/>
          </a:xfrm>
          <a:prstGeom prst="ellipse">
            <a:avLst/>
          </a:prstGeom>
          <a:solidFill>
            <a:srgbClr val="3D6FE5"/>
          </a:solidFill>
          <a:ln w="12700">
            <a:solidFill>
              <a:srgbClr val="3D6F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476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534760" y="3154680"/>
            <a:ext cx="19780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và kiểm tra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6534760" y="3703320"/>
            <a:ext cx="19780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AI trích xuất JSON. Schema và Semantic kiểm, sửa tối đa một lần.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787155" y="32918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6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9116339" y="2148840"/>
            <a:ext cx="2526716" cy="2834640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 w="9525">
            <a:solidFill>
              <a:srgbClr val="D9E3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90659" y="2468880"/>
            <a:ext cx="420624" cy="420624"/>
          </a:xfrm>
          <a:prstGeom prst="ellipse">
            <a:avLst/>
          </a:prstGeom>
          <a:solidFill>
            <a:srgbClr val="1F9A8B"/>
          </a:solidFill>
          <a:ln w="12700">
            <a:solidFill>
              <a:srgbClr val="1F9A8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90659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390659" y="3154680"/>
            <a:ext cx="19780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 kết quả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9390659" y="3703320"/>
            <a:ext cx="19780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đủ căn cứ tự duyệt. Ngoại lệ được nhân viên chuyển tới quản lý.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29260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có giám sát  ·  VNG Track A: The Escalation Referee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94415" cy="0"/>
          </a:xfrm>
          <a:prstGeom prst="line">
            <a:avLst/>
          </a:prstGeom>
          <a:noFill/>
          <a:ln w="9525">
            <a:solidFill>
              <a:srgbClr val="D9E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9601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đọc. Quy tắc kiểm tra. Con người quyết định.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lớp chỉ làm đúng phần việc của mình.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25780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 w="9525">
            <a:solidFill>
              <a:srgbClr val="EEF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25780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chỉ cung cấp dữ kiện; quyền quyết định ngoại lệ luôn thuộc người phụ trách.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MVP · trạng thái 30/10/2026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3515258" cy="2011680"/>
          </a:xfrm>
          <a:prstGeom prst="roundRect">
            <a:avLst>
              <a:gd name="adj" fmla="val 3636"/>
            </a:avLst>
          </a:prstGeom>
          <a:solidFill>
            <a:srgbClr val="F5F8FE"/>
          </a:solidFill>
          <a:ln w="9525">
            <a:solidFill>
              <a:srgbClr val="D9E3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423160"/>
            <a:ext cx="420624" cy="420624"/>
          </a:xfrm>
          <a:prstGeom prst="ellipse">
            <a:avLst/>
          </a:prstGeom>
          <a:solidFill>
            <a:srgbClr val="3D6FE5"/>
          </a:solidFill>
          <a:ln w="12700">
            <a:solidFill>
              <a:srgbClr val="3D6F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423160"/>
            <a:ext cx="2417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đọc dữ kiện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06324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Trích người bán, ngày, số hóa đơn, tổng tiền và hạng mục.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 JSON theo schema; không có quyền phê duyệt.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38218" y="2148840"/>
            <a:ext cx="3515258" cy="2011680"/>
          </a:xfrm>
          <a:prstGeom prst="roundRect">
            <a:avLst>
              <a:gd name="adj" fmla="val 3636"/>
            </a:avLst>
          </a:prstGeom>
          <a:solidFill>
            <a:srgbClr val="F5F8FE"/>
          </a:solidFill>
          <a:ln w="9525">
            <a:solidFill>
              <a:srgbClr val="D9E3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2538" y="2423160"/>
            <a:ext cx="420624" cy="420624"/>
          </a:xfrm>
          <a:prstGeom prst="ellipse">
            <a:avLst/>
          </a:prstGeom>
          <a:solidFill>
            <a:srgbClr val="1F9A8B"/>
          </a:solidFill>
          <a:ln w="12700">
            <a:solidFill>
              <a:srgbClr val="1F9A8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12538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161178" y="2423160"/>
            <a:ext cx="2417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kiểm tra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612538" y="306324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phát hiện mâu thuẫn trước khi áp policy.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C# tự duyệt khi đủ căn cứ và ≤ 1.000.000 VND.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27797" y="2148840"/>
            <a:ext cx="3515258" cy="2011680"/>
          </a:xfrm>
          <a:prstGeom prst="roundRect">
            <a:avLst>
              <a:gd name="adj" fmla="val 3636"/>
            </a:avLst>
          </a:prstGeom>
          <a:solidFill>
            <a:srgbClr val="F5F8FE"/>
          </a:solidFill>
          <a:ln w="9525">
            <a:solidFill>
              <a:srgbClr val="D9E3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02117" y="2423160"/>
            <a:ext cx="420624" cy="420624"/>
          </a:xfrm>
          <a:prstGeom prst="ellipse">
            <a:avLst/>
          </a:prstGeom>
          <a:solidFill>
            <a:srgbClr val="C3791A"/>
          </a:solidFill>
          <a:ln w="12700">
            <a:solidFill>
              <a:srgbClr val="C3791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02117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950757" y="2423160"/>
            <a:ext cx="2417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quyết định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8402117" y="306324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chọn Đồng ý/Từ chối, có Hoàn tác.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hành vi lưu audit; Tổng quan xuất CSV/Excel.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480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Thứ tự định tuyến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377440" y="4480560"/>
            <a:ext cx="1670243" cy="438912"/>
          </a:xfrm>
          <a:prstGeom prst="roundRect">
            <a:avLst>
              <a:gd name="adj" fmla="val 50000"/>
            </a:avLst>
          </a:prstGeom>
          <a:solidFill>
            <a:srgbClr val="FFF6E6"/>
          </a:solidFill>
          <a:ln w="9525">
            <a:solidFill>
              <a:srgbClr val="C3791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377440" y="4480560"/>
            <a:ext cx="16702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7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047683" y="4480560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76283" y="4480560"/>
            <a:ext cx="1670243" cy="438912"/>
          </a:xfrm>
          <a:prstGeom prst="roundRect">
            <a:avLst>
              <a:gd name="adj" fmla="val 50000"/>
            </a:avLst>
          </a:prstGeom>
          <a:solidFill>
            <a:srgbClr val="FFF6E6"/>
          </a:solidFill>
          <a:ln w="9525">
            <a:solidFill>
              <a:srgbClr val="C3791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76283" y="4480560"/>
            <a:ext cx="16702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7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946526" y="4480560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5126" y="4480560"/>
            <a:ext cx="1670243" cy="438912"/>
          </a:xfrm>
          <a:prstGeom prst="roundRect">
            <a:avLst>
              <a:gd name="adj" fmla="val 50000"/>
            </a:avLst>
          </a:prstGeom>
          <a:solidFill>
            <a:srgbClr val="FFF6E6"/>
          </a:solidFill>
          <a:ln w="9525">
            <a:solidFill>
              <a:srgbClr val="C3791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75126" y="4480560"/>
            <a:ext cx="16702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7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845369" y="4480560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073969" y="4480560"/>
            <a:ext cx="1670243" cy="438912"/>
          </a:xfrm>
          <a:prstGeom prst="roundRect">
            <a:avLst>
              <a:gd name="adj" fmla="val 50000"/>
            </a:avLst>
          </a:prstGeom>
          <a:solidFill>
            <a:srgbClr val="FFF6E6"/>
          </a:solidFill>
          <a:ln w="9525">
            <a:solidFill>
              <a:srgbClr val="C3791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73969" y="4480560"/>
            <a:ext cx="16702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7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744212" y="4480560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972812" y="4480560"/>
            <a:ext cx="1670243" cy="438912"/>
          </a:xfrm>
          <a:prstGeom prst="roundRect">
            <a:avLst>
              <a:gd name="adj" fmla="val 50000"/>
            </a:avLst>
          </a:prstGeom>
          <a:solidFill>
            <a:srgbClr val="ECF9F6"/>
          </a:solidFill>
          <a:ln w="9525">
            <a:solidFill>
              <a:srgbClr val="1F9A8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972812" y="4480560"/>
            <a:ext cx="16702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9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AUTO_APPROVE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29260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có giám sát  ·  VNG Track A: The Escalation Referee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94415" cy="0"/>
          </a:xfrm>
          <a:prstGeom prst="line">
            <a:avLst/>
          </a:prstGeom>
          <a:noFill/>
          <a:ln w="9525">
            <a:solidFill>
              <a:srgbClr val="D9E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9601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đã kiểm chứng và ranh giới hiện tại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liệu trên dữ liệu synthetic có khóa ground truth; chưa phải độ chính xác production.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25780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F5F8FE"/>
          </a:solidFill>
          <a:ln w="9525">
            <a:solidFill>
              <a:srgbClr val="F5F8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25780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hiện là supervised MVP: chưa đo tác động doanh nghiệp, chưa tuyên bố production-ready.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MVP · trạng thái 30/10/2026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3515258" cy="914400"/>
          </a:xfrm>
          <a:prstGeom prst="roundRect">
            <a:avLst>
              <a:gd name="adj" fmla="val 8000"/>
            </a:avLst>
          </a:prstGeom>
          <a:solidFill>
            <a:srgbClr val="EEF3FF"/>
          </a:solidFill>
          <a:ln w="9525">
            <a:solidFill>
              <a:srgbClr val="EEF3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1488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6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15/15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2148840"/>
            <a:ext cx="1412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quyết định đúng, bộ synthetic v3.1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38218" y="2148840"/>
            <a:ext cx="3515258" cy="914400"/>
          </a:xfrm>
          <a:prstGeom prst="roundRect">
            <a:avLst>
              <a:gd name="adj" fmla="val 8000"/>
            </a:avLst>
          </a:prstGeom>
          <a:solidFill>
            <a:srgbClr val="EEF3FF"/>
          </a:solidFill>
          <a:ln w="9525">
            <a:solidFill>
              <a:srgbClr val="EEF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2538" y="21488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6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143/146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212738" y="2148840"/>
            <a:ext cx="1412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kiện khớp ground truth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7797" y="2148840"/>
            <a:ext cx="3515258" cy="914400"/>
          </a:xfrm>
          <a:prstGeom prst="roundRect">
            <a:avLst>
              <a:gd name="adj" fmla="val 8000"/>
            </a:avLst>
          </a:prstGeom>
          <a:solidFill>
            <a:srgbClr val="EEF3FF"/>
          </a:solidFill>
          <a:ln w="9525">
            <a:solidFill>
              <a:srgbClr val="EEF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02117" y="21488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6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378/378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10002317" y="2148840"/>
            <a:ext cx="1412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tự động Release pass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5410048" cy="1645920"/>
          </a:xfrm>
          <a:prstGeom prst="roundRect">
            <a:avLst>
              <a:gd name="adj" fmla="val 4444"/>
            </a:avLst>
          </a:prstGeom>
          <a:solidFill>
            <a:srgbClr val="ECF9F6"/>
          </a:solidFill>
          <a:ln w="9525">
            <a:solidFill>
              <a:srgbClr val="ECF9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474720"/>
            <a:ext cx="486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9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kiểm chứng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22960" y="3931920"/>
            <a:ext cx="237744" cy="237744"/>
          </a:xfrm>
          <a:prstGeom prst="ellipse">
            <a:avLst/>
          </a:prstGeom>
          <a:solidFill>
            <a:srgbClr val="1F9A8B"/>
          </a:solidFill>
          <a:ln w="12700">
            <a:solidFill>
              <a:srgbClr val="1F9A8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3931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207008" y="3904488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28/10: ca synthetic chạy trọn luồng → AUTO_APPROVE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4279392"/>
            <a:ext cx="237744" cy="237744"/>
          </a:xfrm>
          <a:prstGeom prst="ellipse">
            <a:avLst/>
          </a:prstGeom>
          <a:solidFill>
            <a:srgbClr val="1F9A8B"/>
          </a:solidFill>
          <a:ln w="12700">
            <a:solidFill>
              <a:srgbClr val="1F9A8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279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207008" y="4251960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Hàng đợi SQL giữ nguyên hồ sơ sau khi khởi động lại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960" y="4626864"/>
            <a:ext cx="237744" cy="237744"/>
          </a:xfrm>
          <a:prstGeom prst="ellipse">
            <a:avLst/>
          </a:prstGeom>
          <a:solidFill>
            <a:srgbClr val="1F9A8B"/>
          </a:solidFill>
          <a:ln w="12700">
            <a:solidFill>
              <a:srgbClr val="1F9A8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6268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207008" y="4599432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chưa được duyệt bị chặn trước API AI bên ngoài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33008" y="3337560"/>
            <a:ext cx="5410048" cy="1645920"/>
          </a:xfrm>
          <a:prstGeom prst="roundRect">
            <a:avLst>
              <a:gd name="adj" fmla="val 4444"/>
            </a:avLst>
          </a:prstGeom>
          <a:solidFill>
            <a:srgbClr val="FFF6E6"/>
          </a:solidFill>
          <a:ln w="9525">
            <a:solidFill>
              <a:srgbClr val="FFF6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07328" y="3474720"/>
            <a:ext cx="486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7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Còn giới hạn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507328" y="3931920"/>
            <a:ext cx="237744" cy="237744"/>
          </a:xfrm>
          <a:prstGeom prst="ellipse">
            <a:avLst/>
          </a:prstGeom>
          <a:solidFill>
            <a:srgbClr val="C3791A"/>
          </a:solidFill>
          <a:ln w="12700">
            <a:solidFill>
              <a:srgbClr val="C3791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07328" y="3931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91376" y="3904488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có đăng nhập và phân quyền (RBAC)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507328" y="4279392"/>
            <a:ext cx="237744" cy="237744"/>
          </a:xfrm>
          <a:prstGeom prst="ellipse">
            <a:avLst/>
          </a:prstGeom>
          <a:solidFill>
            <a:srgbClr val="C3791A"/>
          </a:solidFill>
          <a:ln w="12700">
            <a:solidFill>
              <a:srgbClr val="C3791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07328" y="4279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891376" y="4251960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Drive và dữ liệu thật chỉ chạy local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507328" y="4626864"/>
            <a:ext cx="237744" cy="237744"/>
          </a:xfrm>
          <a:prstGeom prst="ellipse">
            <a:avLst/>
          </a:prstGeom>
          <a:solidFill>
            <a:srgbClr val="C3791A"/>
          </a:solidFill>
          <a:ln w="12700">
            <a:solidFill>
              <a:srgbClr val="C3791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07328" y="46268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891376" y="4599432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ZDR là yêu cầu định tuyến, chưa xác nhận độc lập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29260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có giám sát  ·  VNG Track A: The Escalation Referee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94415" cy="0"/>
          </a:xfrm>
          <a:prstGeom prst="line">
            <a:avLst/>
          </a:prstGeom>
          <a:noFill/>
          <a:ln w="9525">
            <a:solidFill>
              <a:srgbClr val="D9E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9601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trực tiếp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hóa đơn synthetic, ba điểm cần quan sát.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25780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 w="9525">
            <a:solidFill>
              <a:srgbClr val="EEF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25780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synthetic trên SmartASP đến 20/11/2026. Dữ liệu thật chỉ thử sau khi hoàn tất quyền truy cập và bảo vệ dữ liệu cá nhân.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MVP · trạng thái 30/10/2026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4206240" cy="792480"/>
          </a:xfrm>
          <a:prstGeom prst="roundRect">
            <a:avLst>
              <a:gd name="adj" fmla="val 9231"/>
            </a:avLst>
          </a:prstGeom>
          <a:solidFill>
            <a:srgbClr val="F5F8FE"/>
          </a:solidFill>
          <a:ln w="9525">
            <a:solidFill>
              <a:srgbClr val="D9E3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334768"/>
            <a:ext cx="420624" cy="420624"/>
          </a:xfrm>
          <a:prstGeom prst="ellipse">
            <a:avLst/>
          </a:prstGeom>
          <a:solidFill>
            <a:srgbClr val="3D6FE5"/>
          </a:solidFill>
          <a:ln w="12700">
            <a:solidFill>
              <a:srgbClr val="3D6F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34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2402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Tải ảnh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5694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sơ được nhận và vào hàng đợi.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69920"/>
            <a:ext cx="4206240" cy="792480"/>
          </a:xfrm>
          <a:prstGeom prst="roundRect">
            <a:avLst>
              <a:gd name="adj" fmla="val 9231"/>
            </a:avLst>
          </a:prstGeom>
          <a:solidFill>
            <a:srgbClr val="F5F8FE"/>
          </a:solidFill>
          <a:ln w="9525">
            <a:solidFill>
              <a:srgbClr val="D9E3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355848"/>
            <a:ext cx="420624" cy="420624"/>
          </a:xfrm>
          <a:prstGeom prst="ellipse">
            <a:avLst/>
          </a:prstGeom>
          <a:solidFill>
            <a:srgbClr val="3D6FE5"/>
          </a:solidFill>
          <a:ln w="12700">
            <a:solidFill>
              <a:srgbClr val="3D6F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2613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dữ kiện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5905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kiện AI, kết quả quy tắc và lý do.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191000"/>
            <a:ext cx="4206240" cy="792480"/>
          </a:xfrm>
          <a:prstGeom prst="roundRect">
            <a:avLst>
              <a:gd name="adj" fmla="val 9231"/>
            </a:avLst>
          </a:prstGeom>
          <a:solidFill>
            <a:srgbClr val="F5F8FE"/>
          </a:solidFill>
          <a:ln w="9525">
            <a:solidFill>
              <a:srgbClr val="D9E3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376928"/>
            <a:ext cx="420624" cy="420624"/>
          </a:xfrm>
          <a:prstGeom prst="ellipse">
            <a:avLst/>
          </a:prstGeom>
          <a:solidFill>
            <a:srgbClr val="1F9A8B"/>
          </a:solidFill>
          <a:ln w="12700">
            <a:solidFill>
              <a:srgbClr val="1F9A8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376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42824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ngoại lệ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6116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quyết định, đối chiếu lịch sử.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74920" y="2148840"/>
            <a:ext cx="6568135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9E3F2"/>
            </a:solidFill>
            <a:prstDash val="solid"/>
          </a:ln>
        </p:spPr>
      </p:sp>
      <p:pic>
        <p:nvPicPr>
          <p:cNvPr id="27" name="Image 0" descr="Giao diện Cửa sổ nhân viên của A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4166" y="2331720"/>
            <a:ext cx="4849643" cy="219456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5212080" y="4599432"/>
            <a:ext cx="6293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7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AURA hiện tại — Cửa sổ nhân viên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 — AI Agent có giám sát</dc:title>
  <dc:subject>PptxGenJS Presentation</dc:subject>
  <dc:creator>PptxGenJS</dc:creator>
  <cp:lastModifiedBy>PptxGenJS</cp:lastModifiedBy>
  <cp:revision>1</cp:revision>
  <dcterms:created xsi:type="dcterms:W3CDTF">2026-10-30T06:49:25Z</dcterms:created>
  <dcterms:modified xsi:type="dcterms:W3CDTF">2026-10-30T06:49:25Z</dcterms:modified>
</cp:coreProperties>
</file>