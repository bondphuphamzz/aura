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91fdc4c3274480" /><Relationship Type="http://schemas.openxmlformats.org/officeDocument/2006/relationships/extended-properties" Target="/docProps/app.xml" Id="Rcecfa13149b04a16" /><Relationship Type="http://schemas.openxmlformats.org/officeDocument/2006/relationships/officeDocument" Target="/ppt/presentation.xml" Id="R3fdd10823ac34e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3b3dcfffee4dd3"/>
  </p:sldMasterIdLst>
  <p:notesMasterIdLst>
    <p:notesMasterId xmlns:r="http://schemas.openxmlformats.org/officeDocument/2006/relationships" r:id="R58344409ba0b4876"/>
  </p:notesMasterIdLst>
  <p:sldIdLst>
    <p:sldId xmlns:r="http://schemas.openxmlformats.org/officeDocument/2006/relationships" id="256" r:id="Ra6e45e00d09a433b"/>
    <p:sldId xmlns:r="http://schemas.openxmlformats.org/officeDocument/2006/relationships" id="257" r:id="R886f50cb9f924773"/>
    <p:sldId xmlns:r="http://schemas.openxmlformats.org/officeDocument/2006/relationships" id="258" r:id="R103e163b63d74f1e"/>
    <p:sldId xmlns:r="http://schemas.openxmlformats.org/officeDocument/2006/relationships" id="259" r:id="R336980745b7d41e1"/>
    <p:sldId xmlns:r="http://schemas.openxmlformats.org/officeDocument/2006/relationships" id="260" r:id="R9716206bf7b64f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32d55510c34aea" /><Relationship Type="http://schemas.openxmlformats.org/officeDocument/2006/relationships/slideMaster" Target="/ppt/slideMasters/slideMaster1.xml" Id="Rd63b3dcfffee4dd3" /><Relationship Type="http://schemas.openxmlformats.org/officeDocument/2006/relationships/notesMaster" Target="/ppt/notesMasters/notesMaster1.xml" Id="R58344409ba0b4876" /><Relationship Type="http://schemas.openxmlformats.org/officeDocument/2006/relationships/presProps" Target="/ppt/presProps.xml" Id="R25f0e438e1534b56" /><Relationship Type="http://schemas.openxmlformats.org/officeDocument/2006/relationships/tableStyles" Target="/ppt/tableStyles.xml" Id="R19e90edcd9684e0e" /><Relationship Type="http://schemas.openxmlformats.org/officeDocument/2006/relationships/slide" Target="/ppt/slides/slide1.xml" Id="Ra6e45e00d09a433b" /><Relationship Type="http://schemas.openxmlformats.org/officeDocument/2006/relationships/slide" Target="/ppt/slides/slide2.xml" Id="R886f50cb9f924773" /><Relationship Type="http://schemas.openxmlformats.org/officeDocument/2006/relationships/slide" Target="/ppt/slides/slide3.xml" Id="R103e163b63d74f1e" /><Relationship Type="http://schemas.openxmlformats.org/officeDocument/2006/relationships/slide" Target="/ppt/slides/slide4.xml" Id="R336980745b7d41e1" /><Relationship Type="http://schemas.openxmlformats.org/officeDocument/2006/relationships/slide" Target="/ppt/slides/slide5.xml" Id="R9716206bf7b64f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75e5d3c0e940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86792d2a7f4ed4" /><Relationship Type="http://schemas.openxmlformats.org/officeDocument/2006/relationships/notesMaster" Target="/ppt/notesMasters/notesMaster1.xml" Id="R8a469a397edb45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397bbd12d1478d" /><Relationship Type="http://schemas.openxmlformats.org/officeDocument/2006/relationships/notesMaster" Target="/ppt/notesMasters/notesMaster1.xml" Id="Rb754e7e631ef4b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352199bc74596" /><Relationship Type="http://schemas.openxmlformats.org/officeDocument/2006/relationships/notesMaster" Target="/ppt/notesMasters/notesMaster1.xml" Id="R93bf90157a9344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afdb31c36c46da" /><Relationship Type="http://schemas.openxmlformats.org/officeDocument/2006/relationships/notesMaster" Target="/ppt/notesMasters/notesMaster1.xml" Id="Rde647e437cc440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bfb3dbf5244b4c" /><Relationship Type="http://schemas.openxmlformats.org/officeDocument/2006/relationships/notesMaster" Target="/ppt/notesMasters/notesMaster1.xml" Id="Recc58f0bf4d547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161/161 test offline và Release build sạch. Candidate Qwen3.8 Flash qua Alibaba, reasoning none, đạt 15/15 trên post-holdout regression đã khóa: 0 missed, 0 over, 0 system error; 20/20 upstream request HTTP 200. Burst 5 upload đồng thời hoàn tất 5/5, E2E P95 41.079 giây với AI concurrency giữ ở 1. Đây là regression hậu chỉnh, không phải blind holdout hay causal model-only A/B; official holdout vẫn raw 10/15 và adjusted 11/15. Ollama 4B 16K chỉ là fallback local có giám sát vì P95 khoảng 213 giây. Ba user session và rehearsal vẫn là gate trước thi.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docs/QWEN38_FLASH_BENCHMARK_2026-10-12.md. Fallback vẫn opt-in và mặc định tắt. Ollama 4B digest ee4b975b58c1, context 16K, output 4K, Think=false đạt 15/15 synthetic decision nhưng P95 khoảng 213 giây; chỉ bật local sau smoke. Qwen3.8 Flash/Alibaba, reasoning none, là primary candidate: 15/15 post-holdout regression, 20/20 upstream HTTP 200 và burst 5/5 với E2E P95 41.079 giây. Vẫn chuẩn bị video/evidence dự phòng và không coi phép đo một process là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350c6a3bb349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c3c14fa354f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aa262420942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d6d0ce2cd740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ee8d97d9e43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b1cea0891a4a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0DFBE9-45FE-4190-9CAA-AC16EF0937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7F41C2C-A2C8-4B7E-B200-90A04B19CE2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C06B4F-FD63-44C6-A494-E78BA765E1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A24868-0622-4425-9818-1B91C51CB1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8F7893F-7BDA-4C49-A7D6-9F103E3FAC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A2F120-43BA-4B13-8F04-A67249A687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DD1A41-8C73-4DAD-99EF-77E2C56944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A30B545-2339-477B-B14C-7B770A84FB4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3E814F-3538-4B24-89B8-E46A94E92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7100079-D501-4522-88A6-F9C0447999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30d747d6604908" /><Relationship Type="http://schemas.openxmlformats.org/officeDocument/2006/relationships/slideLayout" Target="/ppt/slideLayouts/slideLayout1.xml" Id="R7dddf54d1693449e" /><Relationship Type="http://schemas.openxmlformats.org/officeDocument/2006/relationships/slideLayout" Target="/ppt/slideLayouts/slideLayout2.xml" Id="Rdf250f909e7b42a6" /><Relationship Type="http://schemas.openxmlformats.org/officeDocument/2006/relationships/slideLayout" Target="/ppt/slideLayouts/slideLayout3.xml" Id="Rff3314e072df41ef" /><Relationship Type="http://schemas.openxmlformats.org/officeDocument/2006/relationships/slideLayout" Target="/ppt/slideLayouts/slideLayout4.xml" Id="Rc81c8c5b9f0c43d4" /><Relationship Type="http://schemas.openxmlformats.org/officeDocument/2006/relationships/slideLayout" Target="/ppt/slideLayouts/slideLayout5.xml" Id="Re3a92dd3ecc34dc7" /><Relationship Type="http://schemas.openxmlformats.org/officeDocument/2006/relationships/slideLayout" Target="/ppt/slideLayouts/slideLayout6.xml" Id="Rce3593d03e674c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ddf54d1693449e"/>
    <p:sldLayoutId xmlns:r="http://schemas.openxmlformats.org/officeDocument/2006/relationships" id="2147483650" r:id="Rdf250f909e7b42a6"/>
    <p:sldLayoutId xmlns:r="http://schemas.openxmlformats.org/officeDocument/2006/relationships" id="2147483651" r:id="Rff3314e072df41ef"/>
    <p:sldLayoutId xmlns:r="http://schemas.openxmlformats.org/officeDocument/2006/relationships" id="2147483652" r:id="Rc81c8c5b9f0c43d4"/>
    <p:sldLayoutId xmlns:r="http://schemas.openxmlformats.org/officeDocument/2006/relationships" id="2147483653" r:id="Re3a92dd3ecc34dc7"/>
    <p:sldLayoutId xmlns:r="http://schemas.openxmlformats.org/officeDocument/2006/relationships" id="2147483654" r:id="Rce3593d03e674c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a2c709bde847e1" /><Relationship Type="http://schemas.openxmlformats.org/officeDocument/2006/relationships/notesSlide" Target="/ppt/notesSlides/notesSlide1.xml" Id="Ree35ec8e21654c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aca3ca1a754c60" /><Relationship Type="http://schemas.openxmlformats.org/officeDocument/2006/relationships/notesSlide" Target="/ppt/notesSlides/notesSlide2.xml" Id="Rce3ce581ce2347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83fd304aa04973" /><Relationship Type="http://schemas.openxmlformats.org/officeDocument/2006/relationships/notesSlide" Target="/ppt/notesSlides/notesSlide3.xml" Id="R77027c35061847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fcfbab3d544390" /><Relationship Type="http://schemas.openxmlformats.org/officeDocument/2006/relationships/notesSlide" Target="/ppt/notesSlides/notesSlide4.xml" Id="Rbc3c56ae95cd45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11308fd134486d" /><Relationship Type="http://schemas.openxmlformats.org/officeDocument/2006/relationships/notesSlide" Target="/ppt/notesSlides/notesSlide5.xml" Id="R97438c31db0b45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64EC8F-FA6B-43F8-8D53-DFD430EA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BB4215-71EB-4B6F-A101-811F2A09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51B1B3-BCB1-4AD0-877A-E3CE1D7C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A7C6F-2D9E-4925-BA62-24E4A301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2AC743-620A-4877-BDC9-855AAD36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F9F5C-D5C0-4510-840F-0DB3E244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86A8B-449D-44DB-8F04-1355F399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4B32A-9373-4DB9-A3D2-3FDF4EB7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5E0CF-7A31-4B02-ADC0-53B6F607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7B86D2-EB52-40F6-9E85-B30339E5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D8D9B-E322-49F5-8ED2-E2F14E83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B7C049-F73C-4E54-A732-77E81A10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21041-C4CD-41F7-AAE7-F17F3637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CB4414-7D51-4403-A26F-8909F733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EB425-11CB-4360-92AB-D4411BB7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730094-601B-4909-936C-ECE80318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D8D1E-1135-4854-A9B2-22E0963F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2C07A6-B2CB-4CBA-8093-E10C5A32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CE1C97-9CAA-45A5-BFC2-09F80FEE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0F9319-DD66-4A74-9316-63E20B2A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6C7AA9-2341-4880-83DC-594FD996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E63DAE-6525-4BF3-85BE-0028022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80953E-95F7-4C2C-B4F1-B7F0C121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F94E85-170C-4E48-8BA2-6BE62465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5165AB-2C4C-4DFF-A8E0-F15E129E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3CB4E-FC98-4A99-9213-B02190BB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9B02A4-7DBC-4A8F-9359-3420DA4F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6EF94B-50A6-45B3-AE4F-9264A8A4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5BCE86-30F5-4051-BD6D-C30BE9F1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88EC2-1E17-4084-8915-85F00D4C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EA7105-45E3-4FE9-A4B1-CC5B78C7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5D82B9-CCDC-4270-B4B4-68BAF81A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5F98F6-E8B1-45D2-AC1C-317B597E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4C06B1-1267-4A2A-A77C-5489B110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C6256F-6187-4475-8280-33DEE3AF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957086-DC57-4537-99A8-FCD7C005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DC440-E5D2-47E6-AF28-097D38F8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0A70C7-5A72-4347-ABCD-23F903DC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8CF3F1-CCD0-4C4E-AF17-AEBB872B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44A94-DC91-4547-A37A-03A4722F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E574BD-4CED-45AB-832B-BB95D160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452C9B-2CFE-40C8-A44F-D2FC8CC9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89D8FC-80FE-4822-8CE6-5EA75AB7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45E341-D508-4B66-9679-0E175049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075BFB-571A-4E43-BE21-A7B7E849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89A2BB-AD86-4970-83E1-2DC9197D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53740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848597-EA2D-47AE-88B8-3CABB783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57A81-BA41-4E94-A0DB-64D022DE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76517-7D02-4F0A-95AA-4E7B3075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652D1-8B29-4106-8870-DD7A23C5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1CD65D-43BD-4F2D-A9A1-6476FBCF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7DCC6-96E9-41B8-9ABC-7B96122C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2CC44-24F8-4BA8-9B48-ACB5ED9A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33A34-04EE-4C85-86B5-A98BF20C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85933-9AAE-4461-9998-6059BED0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65E4D-07D2-4556-B4F0-5F857D86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8938FD-460E-42BE-9C5E-B340864D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AA465-57DD-4B9B-B776-F5C15668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B2D55-1F37-441D-8688-A3C3AB18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98CEA-2A60-48AB-8F7A-568C6FCC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BFC14E-91C3-4F81-AFB9-93156B0E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A2F91-B624-412D-924F-F1C7775B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B2E5A-37F1-42C1-B850-EE6B4CC3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40405E-AF83-4B5D-B8E2-785FC424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86996B-2279-4842-9F6C-AF7B467E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FF9919-6FE0-4975-9740-96C218A6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6BF36-86C5-486A-A465-6FAE629D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CF3BA-88A1-4FDA-A337-D843C04A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B4BBF1-BF66-41C5-B5E3-82D827BD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BE8330-A0B8-46BC-9F4A-21B58342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E62694-26EC-4043-802B-AA33A4BB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1C283-4C4F-4CC8-8CE9-3B5531E2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BDB3BF-A6C5-42B7-895A-84DADF45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793C84-27F7-4DC7-BE25-D30F8672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2D92B9-A238-41A5-94A2-C0348396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2E6FDD-4962-4E91-BD46-541B5A90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982BC2-412E-43F0-9EE1-1E9A4D7D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A218BF-408F-49A7-AED6-43340295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8B3BB1-C12B-436D-A0F0-F6BD56AF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E43E96-BC80-41FE-8824-8111A378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6DBB75-85DF-4EA5-B7D2-EDE98B1E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677DC9-D23E-4E43-B59E-F5565595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E84A20-35B7-4ABA-9D99-3BF3EC15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D304C7-37EA-421B-A942-76DF7A5E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66BDE0-9E52-4E3C-A8AA-4EFC7482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621BFCB-27AF-4DCC-AB6F-D10C09FD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EE50B8-39DE-454A-BF7F-12192D4B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324F37-FEED-49F3-ADE9-B8897CB4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23B204-FC84-4EC0-9513-03430465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122984-9F4F-476F-9D55-BE80B77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F5701B-4E77-46F5-9E8F-4046A1DB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948385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B4463E-FC0D-49CF-A879-042C9871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B3768-1CBA-4043-9BE2-677B16C8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251DE-C8AD-4698-9943-9A84D64B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70B83-548F-4C66-A34E-8BAB3634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A9A739-1136-4EDF-9265-54C5629C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B4E14-638B-4CD8-A4BD-D6B0A0F9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A33E7-462D-4458-BC3A-28684F52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74079-0645-420D-ADD9-941C5D76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2C23D-2CC4-490D-88DB-65085E97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15FBB-42A0-47C4-940F-1455FB19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DA910-3D0B-4596-9494-7CFF0E66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4CFB03-D657-4565-8682-761F3DC3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FE3AD-1A88-4156-870D-74C22BD3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12C46-22B7-487C-8752-0A73B62B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3212E-07D3-4289-B09C-489FA4AC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161/161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DAEE1-A0CD-46F5-B850-AFA43CAE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6F086-EF41-4267-9BB9-105C3C9E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770E8D-3BB0-4484-BB5C-A3895955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1CDA7-A73F-4C05-8AA4-3DE68872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receipt regression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85F7F1-85C0-4C91-9906-DA409026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0AA9FE-81DB-4027-B1E4-84CABD73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E90B00-CED0-4177-BA80-05A058A9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concurrent • P95 41s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02108-E18E-49F1-B7ED-49747F96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63223C-135F-4432-9882-C68ECD87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10249B-C505-4095-9AD2-0A46D76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1ED90A-9C67-45FC-BD43-80635337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5CD5FC-9974-4B25-82BF-2521E227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529F96-6BD5-4F98-815B-DBAA76FB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27F0CC-57D7-40E8-A6BE-F1A687BC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EA032B-DB09-480F-94A3-25373FBA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BBA539-2A6D-4428-9893-36927FAC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069078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411663-A0A0-4EB7-88AB-E958B79C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1A149-AE9A-491D-A4E1-2B5ABDEC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5822E-4AD7-4365-9931-31A120A4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5F057-16AB-405F-9659-BAD04A30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40988-08DB-4F76-8CA9-5AC123E9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D4DF3-1AF9-46DB-8F1D-E555B7F5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2DAAB-B581-43FC-B0A1-D4C3D6E2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AB88A-6093-40E1-B6AE-157D2B6E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BAEBEF-233F-49B3-984E-719ADBE4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20FF5-E331-4AC6-BB1D-7746D1CF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11A45-DC4D-4AC0-A63A-7FC74C16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BE166-F2D5-47C4-922D-A86279E8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CCBE90-6B8B-4166-9C4F-93EBEFF8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666AD-14DA-4415-A025-CCF1693D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88772-36D2-4DA8-8E69-7CF720FF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AE2B5-D07F-4363-85A0-78DA97A3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403D7-238C-4504-B446-C87C684C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5F4B2-B9FA-463E-8B0A-4721FF11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49F29F-74C6-43FF-B4E2-F988C625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4C4D9C-05E3-4F74-A624-27C7586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A4780-F775-4BFC-82E7-3E912EE3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66E93C-D201-4899-B23A-D33DD0CB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Alibaba primary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1FC71-84B5-43C9-92AD-C27C3016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494CEF-C7FD-4EF5-A699-701E35EE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459AEA-B2FB-44F8-A11A-5490AEA7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3DCF2-E699-4C12-A8CE-17AECBCE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8E24E4-8F40-4C69-A1D2-6BA7902F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0797F2-48F2-4005-BB93-43407926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9C76D4-B206-4571-B76E-6FD672E7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E39146-E424-44CB-8693-59106AF4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7E280D-D7FE-44F0-9927-18AFDAD5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77935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FD092C-DE1B-4012-A964-89964190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B8951-7347-4C5F-A30E-6620114B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0B782-844D-42AD-A560-36B5F419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1D565-CC9E-4B28-B17E-4C207F08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BBF55-4922-4BCA-AE2D-50901A15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34E48-F8B7-4D0C-A833-4F4B91DD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C599EB-664D-43AC-BF7B-8D6D203A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4B044-AF0B-4B8A-ACDE-5BEFC146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EC777-CC61-432D-852A-FC92F8D1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FE09C0-AA03-4D15-9AC0-E77110B3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688E4-9A7A-4CC6-B5F3-AC9B0D70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27C34-3A8C-490B-8060-CABBD5EC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7288A-8AF0-4182-94AA-60E36D42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0B3C74-CC1F-4824-AEEF-2244BAE7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F517C-0DBF-40D8-BEDA-2F7A0B4D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05DD13-4F67-4145-B28A-9F9F5611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AEB7D-3219-4EBF-927B-EED508E1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C154F-9D25-47C3-B62E-57C3D688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99D82-3585-496D-8F6E-E20FA0F9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6AC80E-20CA-43F0-AA33-69B80189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D2AA4E-3998-4237-93DB-9551DC74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5CE7FE-F1D4-4B06-9EA2-B6326C5B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0DAC70-C717-4793-AAFA-0B7122F5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44456E-1B0C-4AB7-BCEF-F049D966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75E75A-2767-4145-955B-81A31544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161 test •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6E6EF4-35CD-4031-BB98-5260689D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08EB9-8744-4251-BE70-10572866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15/15 regression • 5/5 burst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E484E8-11D0-4A71-BECC-33113E43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65151E-9382-46B7-B63C-050A4C7C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04F350-E6ED-4512-94E4-65A306C9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02C7A2-58FC-415F-AAF7-504A4C95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F9BE87-1463-4051-B389-7EE7523F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32E321-2B0A-4409-9812-1A3F5A32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3A6000-17B0-4B42-AB1A-0E91062A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963884-86D4-4F2A-8B1F-19E6C080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481101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2026-10-12T14:25:16.0250000Z</dcterms:created>
  <dcterms:modified xsi:type="dcterms:W3CDTF">2026-10-12T14:25:16.0250000Z</dcterms:modified>
</coreProperties>
</file>