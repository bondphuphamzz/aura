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98268a62184a2e" /><Relationship Type="http://schemas.openxmlformats.org/officeDocument/2006/relationships/extended-properties" Target="/docProps/app.xml" Id="R5a7caa38e89042d2" /><Relationship Type="http://schemas.openxmlformats.org/officeDocument/2006/relationships/officeDocument" Target="/ppt/presentation.xml" Id="R47b59c09070d4f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e57d9d7d7d4d6e"/>
  </p:sldMasterIdLst>
  <p:notesMasterIdLst>
    <p:notesMasterId xmlns:r="http://schemas.openxmlformats.org/officeDocument/2006/relationships" r:id="R8bb450e2763846a6"/>
  </p:notesMasterIdLst>
  <p:sldIdLst>
    <p:sldId xmlns:r="http://schemas.openxmlformats.org/officeDocument/2006/relationships" id="256" r:id="Ref908b6a4dae4350"/>
    <p:sldId xmlns:r="http://schemas.openxmlformats.org/officeDocument/2006/relationships" id="257" r:id="Rff67534619194122"/>
    <p:sldId xmlns:r="http://schemas.openxmlformats.org/officeDocument/2006/relationships" id="258" r:id="Ra23dd9606c9a4dbe"/>
    <p:sldId xmlns:r="http://schemas.openxmlformats.org/officeDocument/2006/relationships" id="259" r:id="R49c145e2bc5148eb"/>
    <p:sldId xmlns:r="http://schemas.openxmlformats.org/officeDocument/2006/relationships" id="260" r:id="R2e44849f8dc94b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621180b2884856" /><Relationship Type="http://schemas.openxmlformats.org/officeDocument/2006/relationships/slideMaster" Target="/ppt/slideMasters/slideMaster1.xml" Id="R49e57d9d7d7d4d6e" /><Relationship Type="http://schemas.openxmlformats.org/officeDocument/2006/relationships/notesMaster" Target="/ppt/notesMasters/notesMaster1.xml" Id="R8bb450e2763846a6" /><Relationship Type="http://schemas.openxmlformats.org/officeDocument/2006/relationships/presProps" Target="/ppt/presProps.xml" Id="R9a6d7271ef9147b3" /><Relationship Type="http://schemas.openxmlformats.org/officeDocument/2006/relationships/tableStyles" Target="/ppt/tableStyles.xml" Id="R3b8ad56bf0b04b3c" /><Relationship Type="http://schemas.openxmlformats.org/officeDocument/2006/relationships/slide" Target="/ppt/slides/slide1.xml" Id="Ref908b6a4dae4350" /><Relationship Type="http://schemas.openxmlformats.org/officeDocument/2006/relationships/slide" Target="/ppt/slides/slide2.xml" Id="Rff67534619194122" /><Relationship Type="http://schemas.openxmlformats.org/officeDocument/2006/relationships/slide" Target="/ppt/slides/slide3.xml" Id="Ra23dd9606c9a4dbe" /><Relationship Type="http://schemas.openxmlformats.org/officeDocument/2006/relationships/slide" Target="/ppt/slides/slide4.xml" Id="R49c145e2bc5148eb" /><Relationship Type="http://schemas.openxmlformats.org/officeDocument/2006/relationships/slide" Target="/ppt/slides/slide5.xml" Id="R2e44849f8dc94b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66f8032dff4f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d464c5fe384dfe" /><Relationship Type="http://schemas.openxmlformats.org/officeDocument/2006/relationships/notesMaster" Target="/ppt/notesMasters/notesMaster1.xml" Id="Rd51b6ab75a4d42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a877fcd48047af" /><Relationship Type="http://schemas.openxmlformats.org/officeDocument/2006/relationships/notesMaster" Target="/ppt/notesMasters/notesMaster1.xml" Id="R844a0b0ab4be44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169c9e7f3f45a3" /><Relationship Type="http://schemas.openxmlformats.org/officeDocument/2006/relationships/notesMaster" Target="/ppt/notesMasters/notesMaster1.xml" Id="Rd747fc869c3c44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067f11a2d4466d" /><Relationship Type="http://schemas.openxmlformats.org/officeDocument/2006/relationships/notesMaster" Target="/ppt/notesMasters/notesMaster1.xml" Id="R93e21abc0e5a40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3259ffc5b648f2" /><Relationship Type="http://schemas.openxmlformats.org/officeDocument/2006/relationships/notesMaster" Target="/ppt/notesMasters/notesMaster1.xml" Id="Re150b4f9a3734e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bộ: 56 test offline; người dùng xác nhận Verify v2 5/5 local ngày 22/09/2026. Không suy rộng thành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deploy: https://render.com/docs/free ; https://www.smarterasp.net/support/kb/a2437/how-to-set-environment-variable-for-your-account.aspx . Cơ chế retry đối chiếu OpenRouterVisionExtractorService.cs.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edcb8669bc4c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30e31b2cc14ce5" /><Relationship Type="http://schemas.openxmlformats.org/officeDocument/2006/relationships/slideLayout" Target="/ppt/slideLayouts/slideLayout1.xml" Id="Re36b331a80a74c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6b331a80a74c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bde306b5d4095" /><Relationship Type="http://schemas.openxmlformats.org/officeDocument/2006/relationships/notesSlide" Target="/ppt/notesSlides/notesSlide1.xml" Id="R2bfd8d8870254e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b37b8746104a31" /><Relationship Type="http://schemas.openxmlformats.org/officeDocument/2006/relationships/notesSlide" Target="/ppt/notesSlides/notesSlide2.xml" Id="Rd19e29dad7f441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e8a02801a4613" /><Relationship Type="http://schemas.openxmlformats.org/officeDocument/2006/relationships/notesSlide" Target="/ppt/notesSlides/notesSlide3.xml" Id="Rffbbcebc6d644e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f18e4e66c24702" /><Relationship Type="http://schemas.openxmlformats.org/officeDocument/2006/relationships/notesSlide" Target="/ppt/notesSlides/notesSlide4.xml" Id="R1ba49b5530ff48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96141ca8ea4c0a" /><Relationship Type="http://schemas.openxmlformats.org/officeDocument/2006/relationships/notesSlide" Target="/ppt/notesSlides/notesSlide5.xml" Id="R7c836a834a864b6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2C39A8B-6EB9-4682-88EC-0EE753A6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62F884-9438-446D-8C18-83568334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47E80-B370-44C1-A390-2319A632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4F392-4F55-4A5E-9597-5551C135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002452-E360-4D9E-A7E3-52CFB0B9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63ED11-395C-4AE9-B64D-38FC2FDA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7FD7E6-C933-4A81-9640-2EF6BDE0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9D8A33-42B6-409A-8FD6-538FC4AC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A1DC6-1500-42AC-B869-401A2557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88A4F1-F0D3-40C1-9A87-F6DA1090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306973-1482-44C3-AFF1-EB4EFF8A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41FF7C-8FE7-4B31-8360-E56109FF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C02DFA-A07B-4DD5-8971-6AE031EE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9F044F-C190-44EC-BC4C-884D1B87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93C1D-4BE1-4FA5-8E44-BD5C9BB4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EA2332-8514-43F8-B481-82E2543F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1FCE40-AD5A-4979-A693-78658B9A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53EE81-BD66-4BE1-8AEB-4617EAB9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EF3DAC-5BCD-4823-A10D-4F18B18A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293C93-293E-43A5-A1D4-D6221A17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234300-7CC0-4950-8FBC-29291D30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6362F6-A3D3-4116-B065-883165AF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BA6D66-6D78-4765-94AB-0E2CDB04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83A75B-29FC-4A88-B110-D67F40F3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44217C-64E5-4AE7-A7AC-3DD313FC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CE968A-FFED-4AA7-99EF-B158D6B4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0D9DC3-4852-4D28-91DB-2E7EC689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67FE2-81AE-4137-BE98-2B1AD3B5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CF755-A3D6-49DD-AF29-49DE3CF7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8430A0-A6C9-4824-B8D0-6BFB5405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AD40C1-422C-4080-BDD1-B7B1B556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1C7061-31D1-42C1-BF9C-64B68A52F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44CAEB-47C2-4666-BB0E-33355DEB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BD0E3C-8A33-48CA-82C1-BD7D4866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0FDFAA-D472-45C9-9B82-47550E15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75CA50-59F9-494C-B2A3-7B09BAC4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392930B-4F30-426A-A6AD-6C9CD3D0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B4A403-E469-4388-8554-CA216192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71C291-DF01-47CC-8374-5F532E17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B6BDA6-A6B6-43FC-8808-9E99ADB9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5785DF-FD46-4C33-98A7-8C1C7039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3E4A6F-146C-4287-8238-BD1FA263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554FC6-7B99-4514-AAF1-E6BA522D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8B3F8D-BF53-4A03-9D52-75052751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D81D02-4683-46BB-8A34-9CA533E0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24/09/2026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FBD1689-263D-4E2C-80AD-052F4981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4184843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605C085-5D14-4170-992E-42C679AB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C038C6-DEDC-4DDA-A336-BA89E01D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ED8053-7464-4CF0-BF91-2EA64AF2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6E802-A0C0-4E13-ACF9-F755EA46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768A9-CFC5-4F5C-836D-6CFB5DBC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B8B43-4C2A-4116-A162-7990B607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AB3FAD-6EC3-4777-97BE-BBF93E56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C256AE-EB1F-4E79-9201-0717959B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JPG/PNG ≤5MB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E5593-412D-4470-8A45-1B2A4F91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59D27B-A60D-4125-AEDA-9A137BED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1CF1D9-A8CE-404D-AFE4-A628806E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9E7614-5CC3-4D70-98AB-FC905850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Kiểm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640B2B-408B-4668-BB42-511A2185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MIME • magic bytes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7179D1-71BF-42FD-BDF3-4698F299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3BE8D3-FC9C-4E17-8029-3BCEA935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AF25CD-3B8F-4E8D-B564-68A0B074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A63FAC-E73B-4E87-8807-500850EA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EA485E-9F46-4DCF-9BDA-B4821FA9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Qwen/OpenRouter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JSON 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AA03FE-21E5-4BB9-B98D-ADBA858B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80AD1F-0DF6-44AD-AB04-EF2A71B9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FAEA96-2AE1-4F82-9B97-B3F3C20C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696B5F-D4F5-41F0-8B45-4FDA0549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C4D1CD-6C23-4059-AE3A-94A09BE7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C# tất định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FACT → POLICY → AUTHORITY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DD9658-EE3D-42B4-9E27-C6032F6A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896E8C-DF67-40BC-BAE0-3F425840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9439D9-AD54-469F-8450-40A0DEB7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B05DB0-DB39-4CC2-B3EE-4D3B4F1A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734FEB-1AA6-4832-952F-A7817E5D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40973F-3661-43DC-AB21-74675D28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5A42C7-A17D-48D9-840E-787D57D9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DD74CE-C20D-40C2-BAD9-517B58F8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D49FC7-FD7D-45FB-9210-1C158B935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CAB291-C51E-4DDA-ABB1-59E81D4F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CB21C3-84B9-4540-A26B-05F707AA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1F1A5B-D7A1-401C-9FFF-61829C40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32ABF9-D8C3-4468-B4AE-B4EC11D9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C0C971-67F4-4CF1-B2A1-A76A85C6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4588F2-F713-47B5-BAF2-FD0DCD80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F2087D-F31B-4215-ACB8-158E77660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772714-F722-44B2-99E8-F700239A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23C9E9-776E-4C34-AACD-AD1D017A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2D3429-AB4E-43DC-B90E-2CDD90AC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932C49-CC60-428B-8995-CAC50DE9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F2BE82-506D-4E3A-B266-1EDD27E6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24/09/2026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1E7B43-353F-453D-821D-8287E97F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12987368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52CD83-EC42-4721-98F9-BFFEB5EB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CFF0C0-C154-4308-A732-246F89FA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Tác động phải đo được — không tự tuyên bố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5A78CD-8C4E-46BC-A495-C8668CB7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phân biệt kết quả kỹ thuật đã xác minh với tác động vận hành cần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D8713-92C0-4E3F-B4CA-6667BE10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50243C-510A-45DF-A2C6-5E412464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61E96-2696-4A86-B1EB-818F4EEA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85361-CAB1-40CC-B9E0-4F0932DE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5ACE60-6365-47F2-A225-D92E15B5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1C83D-1B90-4072-8810-1CAC81E6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DA1E73-C84F-4A5C-A022-2362650F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991916-C4D1-4B4A-95BC-A1AC9CDE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DC99CC-3472-4DAF-AAC4-538DA70B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4FC22E-849E-46B4-8C9A-C78E13C5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7AC612-3B6D-4A8C-B541-23351227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0B5D3B-4D64-4775-B743-027128D5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56/56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D1184B-78BF-4EE5-B252-94134F3C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C6B52F-4610-43CD-B661-3DA0F6C1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D27054-9D39-4C10-AC06-BA58923E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357B6C-1710-41D7-B010-7EF2C470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v2 local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AD157F-D8CC-4C4C-8B6D-6480246B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1BC51B-03E8-4437-8ABA-D203227C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B8BADC-D8B8-4233-87EB-35920694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ca BGK khóa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72D36F-7F77-4C47-AE6F-7A170B83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4E7843-4C6C-4625-A129-9474CCFF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1236AC-11F8-4D35-A4DF-EA9213F2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9C6858-887F-4925-A432-623BA118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55316C-C29F-4B2A-A96A-84C94FCD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0D6DDB-0ADC-4067-9041-401A58F2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2D40B0-6BD4-4190-A222-D605AB49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A1F709-6965-4349-B155-941C39A1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24/09/2026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184D41-FC83-49A4-BFA6-95E2424B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17643964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C7333D-A533-431F-8BDD-71D28010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B78FEE-68CB-4FA1-A6BE-B4042EE5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43740A-4287-4408-8F80-C854CA51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2600E-EB11-42B2-8963-116232E3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B6987-7264-4109-AAC8-726EEDFD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F1378F-DDB7-4E43-813A-E7107657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F54E2-93FC-41AC-B4BF-2474C69A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cho AI • reload sau workflow write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644BA-8D9B-4A12-82A0-7FA7EBD9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AD046-B02F-4A06-84B9-1A31C3A4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2D228D-C5A2-45EA-A668-17FEA5A9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4EB041-2B3D-422F-9BFB-90479D42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Applicant / Verify / Reviewer • state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D3DDEB-5A94-4B80-BD3D-0CFBFEA7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34EEF9-AC77-472D-820E-4B186FD1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CD799D-5FD4-4F36-984B-52177FE1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84499E-F26B-4C34-AFEF-4A6CD718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IVisionExtractor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788397-81FC-4238-8257-B9A0C22D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15FDE9-751D-4BE6-86B9-3D60D234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1CDFA4-E52D-4B0D-97EA-68A6D051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2FAC9A-2079-4CFB-8629-55959C1C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994FB4-AB7F-40B1-8360-8BC15663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74227C-2DBF-4D1B-B986-F4099C4B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OPENROUTER / QWEN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926762-EB22-41E4-B121-65BBE7CD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Trích xuất JSON có cấu trúc • không có quyền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121E1A-CF14-4124-8C93-FE32AD4B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C49D6E-04EB-4EA4-8D35-3AC4AC16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9A203B-C47A-46CA-A498-3144325E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Qwen/OpenRouter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D84C25-8007-433F-8596-32C5E8C7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453110-DB53-41B1-8C88-07094BE2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3ED22D-E080-4002-9112-753FDE19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 ca giao BGK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805275-42DD-456E-A506-4F030CCE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DC08D4-B5D3-46C6-B2A0-53A35183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24/09/2026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F35ED3-D658-4E77-B172-CD010A27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10598666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17614D-C903-4326-B504-14ADAFB1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84560-5721-47EC-8762-93107DFD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được nói thẳng —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AE8C5-D81B-4BD1-BFD8-C28D10C1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gọi một retry là circuit breaker; không biến lỗi provider thành quyết định nghiệp vụ.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83DDBA-2A02-4646-9E35-B3B24DFC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0C7FB-5D27-446E-AA9B-F5212834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5419B-B113-43FA-9EEA-5B5D6021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hết credit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E83DBA-A8CE-4E07-AA93-ED11F049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retry • dừng phần Verify còn lại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2419D-189B-415F-8166-D0EEECB0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A20384-8C6A-453C-86C3-B5AAE919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5xx tạm thời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F7AB46-5B5A-459E-AE91-7CAAE175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Retry tối đa 1 lần • rồi kiểm thủ công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86FC49-04B5-4109-807F-CB89FADD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DBE800-200D-40CC-AEBD-1075F4B1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lệch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ECE2DE-B986-4900-9CDE-364E18E4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Chuẩn hóa giới hạn • fail-safe nếu vẫn sai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7CA201-DCE5-4AD8-AA96-CB2B70AA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81A46F-5841-43D1-B404-EF5B2B04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727B3A-CDAC-4154-BE4B-89F20E68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968E58-6B62-4EC0-85E2-D7FF6CB6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B9D497-FC74-4A44-8EE6-5A5F10B3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Storage / deploy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7763FF-270B-4273-A709-4DC6E0AB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Server + private folder bền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6443D0-4046-41C9-BC79-20F0F174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F7CAC4-E6FE-4F5F-ACF0-8C39E41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8466DB-E2D2-4232-AB99-4EB08956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4DCFA8-E2FF-4B38-9E0B-7D278552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Repo + hướng dẫn local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8B96A4-D9D1-4B92-B8BD-6AF08FF3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A23449-8C30-4736-A002-E8C8E097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56 test offline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E04D04-4683-4B96-BFA8-860B5F40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72793D-B9AA-4078-8BBF-7369D96B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Verify + 15 ca BGK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15364C-B2E1-4EF5-BE4A-C9EC1728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E247C8-FE9F-4D23-921C-A62F1EE8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Video • slide • Build Log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B9E27C-5BDE-4768-B220-9B58ED32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1400ED-12CA-4499-B065-C611C207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SPRINT 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7798F0-F390-4D4F-831A-6C72BCFE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5569A8-7D79-4713-9C33-B3722258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Lộ trình: benchmark Qwen3-VL 4B self-host khi có dữ liệu và phần cứng phù hợp.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10E04C-3740-4967-BAE2-D8A721D3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FC910A-6C57-4E49-BA1E-6A9BBA33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13351299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2026-09-24T14:41:56.5410000Z</dcterms:created>
  <dcterms:modified xsi:type="dcterms:W3CDTF">2026-09-24T14:41:56.5410000Z</dcterms:modified>
</coreProperties>
</file>