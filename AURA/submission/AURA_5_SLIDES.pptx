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5ee18d45cb64376" /><Relationship Type="http://schemas.openxmlformats.org/officeDocument/2006/relationships/extended-properties" Target="/docProps/app.xml" Id="R61433b03309d420a" /><Relationship Type="http://schemas.openxmlformats.org/officeDocument/2006/relationships/officeDocument" Target="/ppt/presentation.xml" Id="R660b97f75c39429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4f5abe0f39d484f"/>
  </p:sldMasterIdLst>
  <p:notesMasterIdLst>
    <p:notesMasterId xmlns:r="http://schemas.openxmlformats.org/officeDocument/2006/relationships" r:id="Rad9e27b9c1124157"/>
  </p:notesMasterIdLst>
  <p:sldIdLst>
    <p:sldId xmlns:r="http://schemas.openxmlformats.org/officeDocument/2006/relationships" id="256" r:id="R9ab9b30b66ed4054"/>
    <p:sldId xmlns:r="http://schemas.openxmlformats.org/officeDocument/2006/relationships" id="257" r:id="Rbf9228bc3bc542a6"/>
    <p:sldId xmlns:r="http://schemas.openxmlformats.org/officeDocument/2006/relationships" id="258" r:id="R55d3e9c73ab84995"/>
    <p:sldId xmlns:r="http://schemas.openxmlformats.org/officeDocument/2006/relationships" id="259" r:id="R60e8d0328db04e2d"/>
    <p:sldId xmlns:r="http://schemas.openxmlformats.org/officeDocument/2006/relationships" id="260" r:id="R75564caabc30404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f97a3da9f534a58" /><Relationship Type="http://schemas.openxmlformats.org/officeDocument/2006/relationships/slideMaster" Target="/ppt/slideMasters/slideMaster1.xml" Id="R24f5abe0f39d484f" /><Relationship Type="http://schemas.openxmlformats.org/officeDocument/2006/relationships/notesMaster" Target="/ppt/notesMasters/notesMaster1.xml" Id="Rad9e27b9c1124157" /><Relationship Type="http://schemas.openxmlformats.org/officeDocument/2006/relationships/presProps" Target="/ppt/presProps.xml" Id="Re93237beac304641" /><Relationship Type="http://schemas.openxmlformats.org/officeDocument/2006/relationships/tableStyles" Target="/ppt/tableStyles.xml" Id="Rc733b71f60b24df8" /><Relationship Type="http://schemas.openxmlformats.org/officeDocument/2006/relationships/slide" Target="/ppt/slides/slide1.xml" Id="R9ab9b30b66ed4054" /><Relationship Type="http://schemas.openxmlformats.org/officeDocument/2006/relationships/slide" Target="/ppt/slides/slide2.xml" Id="Rbf9228bc3bc542a6" /><Relationship Type="http://schemas.openxmlformats.org/officeDocument/2006/relationships/slide" Target="/ppt/slides/slide3.xml" Id="R55d3e9c73ab84995" /><Relationship Type="http://schemas.openxmlformats.org/officeDocument/2006/relationships/slide" Target="/ppt/slides/slide4.xml" Id="R60e8d0328db04e2d" /><Relationship Type="http://schemas.openxmlformats.org/officeDocument/2006/relationships/slide" Target="/ppt/slides/slide5.xml" Id="R75564caabc30404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298210f75134ea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4304b6d576a4154" /><Relationship Type="http://schemas.openxmlformats.org/officeDocument/2006/relationships/notesMaster" Target="/ppt/notesMasters/notesMaster1.xml" Id="Ra492cbfa1144429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24dba89f4dd436f" /><Relationship Type="http://schemas.openxmlformats.org/officeDocument/2006/relationships/notesMaster" Target="/ppt/notesMasters/notesMaster1.xml" Id="R8a854e00f7ef486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99dcc7f3ec74616" /><Relationship Type="http://schemas.openxmlformats.org/officeDocument/2006/relationships/notesMaster" Target="/ppt/notesMasters/notesMaster1.xml" Id="Rf17acd66dcb9491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1ad2a1f1d5549b7" /><Relationship Type="http://schemas.openxmlformats.org/officeDocument/2006/relationships/notesMaster" Target="/ppt/notesMasters/notesMaster1.xml" Id="R27440f92a13b446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0c10543ab7f4512" /><Relationship Type="http://schemas.openxmlformats.org/officeDocument/2006/relationships/notesMaster" Target="/ppt/notesMasters/notesMaster1.xml" Id="R9b69cdcecdc74d3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Hiện trạng và nguyên tắc thiết kế của AURA; không dùng số liệu hiệu quả chưa đo.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chi tiết: submission/AURA_WORKFLOW_SPEC.md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nội bộ: 70 test offline; Ollama 4B đạt 25/25 qua năm batch liên tiếp trên 5 fixture tổng hợp và upload HoaDon1 đạt AUTO_APPROVE 3/3 ngày 27/09/2026. Không suy rộng thành accuracy thực tế.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 và hướng dẫn chạy localhost: https://github.com/BondPhuPhamzZ/AURA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deploy: https://render.com/docs/free ; https://www.smarterasp.net/support/kb/a2437/how-to-set-environment-variable-for-your-account.aspx . Cơ chế retry đối chiếu OpenRouterVisionExtractorService.cs.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745213ea0546f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007a33557d640fa" /><Relationship Type="http://schemas.openxmlformats.org/officeDocument/2006/relationships/slideLayout" Target="/ppt/slideLayouts/slideLayout1.xml" Id="R9ba4a952822248f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ba4a952822248f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f24540bc1041b5" /><Relationship Type="http://schemas.openxmlformats.org/officeDocument/2006/relationships/notesSlide" Target="/ppt/notesSlides/notesSlide1.xml" Id="Ra258c2eaf4ac4ae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a32811db4f431e" /><Relationship Type="http://schemas.openxmlformats.org/officeDocument/2006/relationships/notesSlide" Target="/ppt/notesSlides/notesSlide2.xml" Id="R065032c151b34f1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3f74139a2047de" /><Relationship Type="http://schemas.openxmlformats.org/officeDocument/2006/relationships/notesSlide" Target="/ppt/notesSlides/notesSlide3.xml" Id="R2c3b56d5026e47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2633a9e31041b5" /><Relationship Type="http://schemas.openxmlformats.org/officeDocument/2006/relationships/notesSlide" Target="/ppt/notesSlides/notesSlide4.xml" Id="R2ac5e233e1a3405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13ab461c684df9" /><Relationship Type="http://schemas.openxmlformats.org/officeDocument/2006/relationships/notesSlide" Target="/ppt/notesSlides/notesSlide5.xml" Id="Re03f8ee6aab845d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EAE6662-3697-411F-8998-F138FF2E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FBE51F-54CD-49FA-BCE1-215412155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Hoàn ứng hôm nay: nhiều điểm chờ, ít bằng chứng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79F3FC-AF12-43AE-8702-921D9123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biến ngoại lệ thành câu hỏi có thể quyết định — không giao quyền duyệt cho 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7D22B3-F9D2-4B7C-99BA-69738C4B7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467F9E-4CBE-4F40-AF08-163129DB1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FA891D-B19D-4F6C-BDF0-7A65877D5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D71A78-72C0-4AB5-A4A3-01F2F03F2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Gửi hóa đơn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B3D061-7849-4097-B5CC-47714DFE8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301CFF-5262-47F0-9B91-B56F03842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E8170D-724D-473B-99FD-92EBF3903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79AE0A-D2BF-4854-9B80-C09077C13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D38FEE-20A1-4998-B976-9FB925E7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thủ công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E619CC-027E-42C7-9A9F-BF1965DDE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Dễ sai định dạng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5840E3-C0DC-4372-B9A2-D635B638D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015C40-3325-4082-A245-19FA8DCBB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A45FBD-A98D-418A-A7ED-70CC71B0E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3C7764-48D2-434F-A533-65C2AE44F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Đối chiếu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AE6C5A-4D82-44B5-A0E3-864A16967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Phụ thuộc người xử lý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3526D4-8926-4CE7-B511-77CD60BD0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E3A239-7F74-4332-9BE1-E2D38BB04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1DC745-EBA6-40F5-BDDF-FEFE2D258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4F1D70-CE8D-4EAB-A249-6895F33BE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Hỏi quản lý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C710F2-FDFE-4BD6-8BE0-7C6D67212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Thiếu câu hỏi cụ thể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743D16-19EE-44B7-8E16-E3110D55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59CA9A-B5F0-41D3-B9FE-69EB8E96F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DA7AD8-FAF1-432D-A98F-9344448DB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FB1CA"/>
          </a:solidFill>
          <a:ln xmlns:a="http://schemas.openxmlformats.org/drawingml/2006/main" w="9525">
            <a:solidFill>
              <a:srgbClr val="9FB1C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D6470F-E39B-4F5F-B9C4-CDA1455CD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Lưu lịch sử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DD0875-CEA8-410F-8E51-CCFF7654D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Khó truy vết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26D4F1-3C33-48F6-8FFF-B1710E8F7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00200"/>
            <a:ext cx="20383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3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0416CF-0E3A-4D0A-B024-1E931D7F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0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nghẽn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858A551-B60C-4B5F-9634-8348F5C39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955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8718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phải OCR — mà là biết khi nào phải dừng và hỏi người.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B18DE7-C6DF-408B-BE03-05DB83853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Thiết kế lại quy trình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9DF9E0-3B39-4093-AE06-39997EE7B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30B0555-ED27-4274-BABC-CC0052BF0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AI đọc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5BB13E0-B77A-4AC7-9EDA-4116423B6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 trích dữ kiện có cấu trúc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4AE0F0-3D95-4CDF-88C3-FF5496166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suy đoán field không đọc chắc.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91CCD93-4B70-4AD1-8FC3-4F32701E0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CD1E1B3-B27A-43D8-9290-8DA883D2A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96282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Policy quyết định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C519177-A95D-4B74-BB03-98D9F97C7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C# tất định: FACT → POLICY → AUTHORITY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75FD67D-405D-4BCC-8C3E-830B07828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Đầu vào nghi vấn không bao giờ auto-approve.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089AB8D-8879-446B-9D34-0732A08E6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ABDE7B5-586E-4333-9D00-D3A2578CF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6241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Con người chịu trách nhiệm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CEAF2EC-7446-4B95-A3FF-7339859A9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xử lý ngoại lệ và có thể hoàn tác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214BA73-7D10-4F48-8853-879DD092D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Audit giữ đủ timeline, UI chỉ hiện một hồ sơ.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A55B00A-FB47-4386-82B2-E2AEAC29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27/09/2026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A24989F-D925-4AA0-9316-14B022F5D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1/5</a:t>
            </a:r>
          </a:p>
        </p:txBody>
      </p:sp>
    </p:spTree>
    <p:extLst>
      <p:ext uri="{BB962C8B-B14F-4D97-AF65-F5344CB8AC3E}">
        <p14:creationId xmlns:p14="http://schemas.microsoft.com/office/powerpoint/2010/main" val="680810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4B9596A-ACFB-4B30-82F6-318A41EBA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AB7E73-EEBF-44F1-8E0C-D65FC33C2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Một luồng — hai điểm con người quyết định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277E5A-AB8F-43FD-AB08-4DFFB3DE6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Input và AI là dữ kiện; quyết định nghiệp vụ nằm ở policy và quản lý.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5F7063-5080-42FF-B190-9B504444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769CFC-62EA-4504-92AA-02DB489E8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61DEC2-3F0F-46FF-99B5-B96CC43F1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8A166E-1D9B-4172-91A8-B6040156C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053987-1B06-48FB-B06B-EC58FBD65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JPG/PNG ≤5MB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số tiền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D65C4A-0956-48B6-A393-436213157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549197-0F61-47D3-9F6F-B51B75819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B3FB3E-A986-46E4-BE79-D751797AE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18EBA9-DB33-4FF6-9572-772E90F14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Kiểm file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301CDA-E4BB-4DDD-B2B0-F610525F7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MIME • magic bytes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SHA-256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FD2BEA-A7E9-4216-84A6-9D1807C2A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509B0D-82D5-4EF8-9C95-7D037364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EB2EF5-62EB-4C9D-B667-3595A6670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C7C225-0D02-49AC-9463-51179AD45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CDD257-F55F-4E98-A33E-6F19C2D54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JSON Schema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semantic repair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55D96E-5532-433B-B8E1-070B85B2D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8C89ED-467A-4FA6-8D4B-C03764B57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23A4B7-A703-42DE-9645-F67AEA177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51DFFC-6B1D-47A9-A522-C9EC409D3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CBA39B-7B02-4D70-B012-180E69EC2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C# tất định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FACT → POLICY → AUTHORITY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8A2526-0EE8-4F1B-96BF-A15BD7FC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690CEB-0DE9-4F5B-9D90-B58F95C12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8FFA90-2DC4-4E0D-8E2A-EF8A809A8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DA0258-2049-4213-96C3-A6EB28EC4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Kết quả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4610CD-7308-409D-806A-0B553AE87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AUTO_APPROVE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hoặc ESCALATE_*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4664C9-AE3C-4002-93FE-54C18BEF3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người #1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39E6EF8-13E2-4B9A-A5C4-10855B98C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50958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A8CE2C-D2BA-4DFB-8689-AFBCCAA67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Nhân viên xác nhận chuyển tiếp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0AF5824-A3A7-4258-9F48-BE6B93A62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428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chỉ hồ sơ ESCALATE_*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chuyển từng hồ sơ hoặc tất cả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tab quản lý cập nhật ngay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0DDC9C6-8C0F-40DB-91D7-7C9387F79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809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Không chuyển âm thầm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674333A-2DEA-47AF-8260-739B6BF86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Điểm người #2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6896355-91E3-48F4-B0E9-82F22B532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14750"/>
            <a:ext cx="55149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7D320F2-D5E8-4D46-965D-746A69088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43350"/>
            <a:ext cx="4905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trả lời câu hỏi cụ thể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EE05417-D43F-419D-85B5-D0C0C1A8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12352F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B168846-1339-4E68-B5F9-69407056D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ĐỒNG 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99ACCD5-002F-43DD-98F6-23C224B05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duyệt ngoại lệ / tiếp nhận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DD775EC-C59F-4D27-BAEC-4F00354F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3A202C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704BADF-A857-4A06-A26C-985BF5ADE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TỪ CHỐI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4DEF5A2-7656-41E6-BF54-54AE0EDAE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lại / yêu cầu bổ sung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03BCA15-7847-44E9-9471-2F6459CEB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14950"/>
            <a:ext cx="470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Audit append-only • hoàn tác quyết định gần nhất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984B83B-8701-4BD1-9565-38452AF21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27/09/2026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346D776-68E1-4A3D-81C1-A918F6A4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2/5</a:t>
            </a:r>
          </a:p>
        </p:txBody>
      </p:sp>
    </p:spTree>
    <p:extLst>
      <p:ext uri="{BB962C8B-B14F-4D97-AF65-F5344CB8AC3E}">
        <p14:creationId xmlns:p14="http://schemas.microsoft.com/office/powerpoint/2010/main" val="140460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B20103-BF75-4212-8D31-B600E082D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107F9E-17BC-4F18-B0F6-DFCF49BF1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Tác động phải đo được — không tự tuyên bố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5A8C2B-1826-4766-82CD-3179179C3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phân biệt kết quả kỹ thuật đã xác minh với tác động vận hành cần pilot.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2E2632-C683-4B06-B302-C2F7670F1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DC86BC-15B3-48FC-81C2-62E579DAA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53340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55226A-18A4-479E-B03E-4AF88FD35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8191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TRƯỚC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FB0FD9-BF37-4B36-8092-B5DEB891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và phân loại thủ công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7ECABD-2E1B-4F0B-BA42-2717D2FF3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47950"/>
            <a:ext cx="4810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nhiều lần chạm trên hồ sơ routine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escalation không nhất quán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lịch sử rời rạc, khó giải thích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E1F485-8DEA-42F0-ABE4-A97A28CE8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5314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9625D2-9C82-4DB7-9216-A242297E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13811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SAU — MỤC TIÊU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D0135D-488B-418D-BBE8-E05AA7A96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Tự xử lý ca rõ ràng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074DA7-5473-455E-B6F8-0AB9A3397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con người chỉ nhận ngoại lệ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có dữ kiện và lựa chọn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một hồ sơ, một timeline truy vết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946FFC-C1CE-4AB1-890D-E21372C44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đã có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C72FD0-989C-433D-9CEF-792BC34F8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183644-02D1-4A68-97CD-C04305689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D8DFF"/>
                </a:solidFill>
                <a:latin typeface="Arial"/>
                <a:ea typeface="Arial"/>
                <a:cs typeface="Arial"/>
              </a:rPr>
              <a:t>70/70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CF8808-38F2-4443-97C1-0F3409A6D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test offline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61174A-4109-4D8E-84B2-F40C334C0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CCE02D-431F-4A6C-B1CC-6AFE41750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25/25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3A5F7D-F769-43B4-A3A7-1284519C0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 batch Ollama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C9A89F-877F-47A9-9410-AEF7F0927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02FE67-2BA9-403C-BA6C-FF6633C2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78BF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0EE61B-9BD4-4D3A-8975-78F9FB2F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ca BGK khóa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9D1E60-3C74-429F-AAE1-3EE23505A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076700"/>
            <a:ext cx="56102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4B0A42-D1A4-4629-A02D-512100CF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Đo trong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FFBD06-7521-4902-BA19-F2FD0D830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Touchless 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F4A38A-EF93-45D9-AB53-916E5EA8A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Review time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0DA986-F1D2-4C71-984C-A4A368841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Over-escalation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632851-0F1C-4D10-97EE-AF6448D0E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Missed escalation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7FCF29-64B1-4204-B6FB-56A2C6FB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810250"/>
            <a:ext cx="561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Baseline và target chỉ điền sau khi có dữ liệu người dùng thật.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594575D-1F67-4199-98D6-FF29354A2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27/09/2026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10B1184-EC26-4BE8-90FE-117A67BEE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3/5</a:t>
            </a:r>
          </a:p>
        </p:txBody>
      </p:sp>
    </p:spTree>
    <p:extLst>
      <p:ext uri="{BB962C8B-B14F-4D97-AF65-F5344CB8AC3E}">
        <p14:creationId xmlns:p14="http://schemas.microsoft.com/office/powerpoint/2010/main" val="7702626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340970-7A24-4A98-A4A7-8DBFD5E16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3A1660-F0C4-4B0D-97B6-DCC795CC9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Kiến trúc: model thay được, policy đứng yên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1B0C07-3014-42E6-8FF3-A4D74ACF9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Vertical slice chạy thật trên ASP.NET Core; Test Kit chỉ là dữ liệu mô phỏng.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1D5184-F4E9-46CF-B612-A527A6060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9DCDDE-EFE0-4A3D-BFED-2510D424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49B5B7-4943-4D61-B4EC-588324C81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GIAO DIỆN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267D78-7C88-4167-86FB-8F6E372A3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Razor MVC • fetch cho AI • reload sau workflow write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C06941-A5CC-4FC0-82A0-D10696F82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1717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286934-4012-44B2-8228-11F0CFB5D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161385-B2C7-45CD-A1AF-B199C4528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ỨNG DỤNG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EB1B26-B677-4BEA-B826-8942F391F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527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Applicant / Verify / Reviewer • state validation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1D0147-1F6F-4CBC-9F8A-BAA9FBC77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908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70BBF3-9F15-4568-B0F8-B90B52838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EA2A5F-6A7C-4F4C-97C6-51031759B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QUYẾT ĐỊNH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DA81CD-5AF6-4CD9-B546-393DC90C1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718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Semantic validator → PolicyDecisionEngine → EscalationWorkflow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9C5076-807E-45E7-AA9C-4397FF7DC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100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A5F205-97A8-4ADA-A06D-85322C2C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D87AB8-FB4B-4150-A3CE-D307CEDA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2AD7FE-A3C0-4F3A-98C4-09135A254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1910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EF Core • SQL Server • private receipt storage • AuditLogs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B3005C-09FA-4BE6-8FD8-9CAAF9D90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95875"/>
            <a:ext cx="7239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E2A3D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FC778F-DA6A-4B74-8531-9944B6835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VISION PROVIDER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81FFC0-ACD6-4CD4-BFFB-02EE9E5FC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6260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OpenRouter mặc định • Ollama local tùy chọn • không có quyền quyết định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419EE2-0F80-461F-8D21-87423828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43050"/>
            <a:ext cx="35052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A95F56-A51C-425C-BD2C-F6339DA4A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CHẠY THẬT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8DB958-11F3-43BE-90D5-2ACB1B6A0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905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Upload + validation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 provider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 C#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+ Audit + Undo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8D8AC5-2D4A-430A-BA30-AFD344E96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5052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39B6B6-AE3C-4D07-A063-9221CE636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90975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MÔ PHỎNG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0F677F-A47F-49F1-9E0B-81671C45F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76750"/>
            <a:ext cx="290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30 ảnh tổng hợp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 ca Verify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 ca giao BGK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9CB659-4190-422B-BA69-22962A006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673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tax/e-invoice lookup</a:t>
            </a:r>
          </a:p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user role thật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0DC51BD-DA53-4668-BE0D-FC372F5D9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27/09/2026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9C39D5C-91DD-49E7-A178-97B9C2556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4/5</a:t>
            </a:r>
          </a:p>
        </p:txBody>
      </p:sp>
    </p:spTree>
    <p:extLst>
      <p:ext uri="{BB962C8B-B14F-4D97-AF65-F5344CB8AC3E}">
        <p14:creationId xmlns:p14="http://schemas.microsoft.com/office/powerpoint/2010/main" val="597282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7C060AB-DD9F-4137-A5A2-1E0C454E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AD56FD-EA6C-4953-A605-29206D7EC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Giới hạn được nói thẳng — và cách fail-safe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5C203C-AA62-4B2A-BF5E-68C130C62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gọi một retry là circuit breaker; không biến lỗi provider thành quyết định nghiệp vụ.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184025-C3AD-481F-B1E2-52A20429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28225E-C14C-469A-8588-BDECC14D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954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02BB02-2CCB-4569-9DA1-83D2E73FB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429 / hết credit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460E6B-6FC5-4FB6-BA29-3B965FEE2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676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retry • dừng phần Verify còn lại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F11BF3-0B3F-4CE6-9F2D-2D7766420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955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73C406-4297-4FE3-A7CA-5ABAA5CDD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5xx tạm thời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3E99C5-401B-4D61-BDE1-1C6ED92F9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76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Retry tối đa 1 lần • rồi kiểm thủ công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92E3C5-E4F5-40F1-A5A4-402CE524A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956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1023EF-B951-46B2-83CD-3506A0539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JSON / semantic sai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F32586-FFEB-4BD1-A7F4-9D5632B6D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76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Repair đúng 1 lần • rồi FACT fail-safe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86652E-7DF0-47E8-B96D-E4516BB44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957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3AE1C2-3783-4FC5-A375-C3AC695D1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Ảnh mơ hồ / giả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D9A4D4-9A1C-49B2-9CE9-7A46575EC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76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FACT ưu tiên • không auto-approve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231696-40C1-477D-9546-40B06183B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1C83AA-C3BA-4DE7-BD2D-F777CA053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Storage / deploy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4B3F7B-FF55-418C-8D48-FB60CC810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76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Server + private folder bền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1ABECD-7D4A-43C8-8404-AD6A73EC9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95425"/>
            <a:ext cx="36385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16B967-3659-47B6-B966-E6A6E4CA0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714500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ĐÃ BÀN GIAO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C22252-47FE-4A85-8501-4EBD1CD3A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143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F740BA-F319-4EC8-B915-31AF05C16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71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Repo + hướng dẫn local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670B92-A43C-4C71-8604-DD3B28FB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524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FCB651-7C64-44A9-94B5-2BC78F902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52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70 test offline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1E1EB5-DA2C-47B9-BD9E-B223ECBB1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05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4FD999-5A37-4636-8F19-E9F4C3AB5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33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25/25 fixture + 15 ca BGK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70BC19-B3FA-4DE0-9BCD-2533EDED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86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5B9B22-1066-4502-B1FE-8AF14534C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14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Video • slide • Build Log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621037-3A98-4DB2-9721-7C5DFEEC4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3638550" cy="1457325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342334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1FBE79C-C59D-4B09-B327-88E525D04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257675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CHƯA CÓ TRONG SPRINT 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0E496F-2177-4F26-BBFD-AF1361088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38675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PDF/nhiều trang • authentication</a:t>
            </a:r>
          </a:p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tax lookup • object storage</a:t>
            </a:r>
          </a:p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benchmark dữ liệu độc lập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37C383A-7BD9-4494-8762-D50876D38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724525"/>
            <a:ext cx="3638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Ollama 4B đã qua fixture gate; benchmark độc lập vẫn là điều kiện đổi baseline.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C6420B5-25FC-4C09-9508-1CFCA904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Giới hạn hiện tại, không phải lời hứa marketing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BF47A3F-8783-4667-8094-CE4A84146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5/5</a:t>
            </a:r>
          </a:p>
        </p:txBody>
      </p:sp>
    </p:spTree>
    <p:extLst>
      <p:ext uri="{BB962C8B-B14F-4D97-AF65-F5344CB8AC3E}">
        <p14:creationId xmlns:p14="http://schemas.microsoft.com/office/powerpoint/2010/main" val="13902694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2026-09-26T19:47:51.8780000Z</dcterms:created>
  <dcterms:modified xsi:type="dcterms:W3CDTF">2026-09-26T19:47:51.8780000Z</dcterms:modified>
</coreProperties>
</file>