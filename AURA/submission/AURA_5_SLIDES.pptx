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3514548e2240f9" /><Relationship Type="http://schemas.openxmlformats.org/officeDocument/2006/relationships/extended-properties" Target="/docProps/app.xml" Id="Ra4bed4fd7cd84b3d" /><Relationship Type="http://schemas.openxmlformats.org/officeDocument/2006/relationships/officeDocument" Target="/ppt/presentation.xml" Id="Rb53a082b1fab42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1a2b4ab5c04a0a"/>
  </p:sldMasterIdLst>
  <p:notesMasterIdLst>
    <p:notesMasterId xmlns:r="http://schemas.openxmlformats.org/officeDocument/2006/relationships" r:id="R9360e4fee1484fd4"/>
  </p:notesMasterIdLst>
  <p:sldIdLst>
    <p:sldId xmlns:r="http://schemas.openxmlformats.org/officeDocument/2006/relationships" id="256" r:id="R1136e4596e6d46eb"/>
    <p:sldId xmlns:r="http://schemas.openxmlformats.org/officeDocument/2006/relationships" id="257" r:id="R0fce81601a4d4722"/>
    <p:sldId xmlns:r="http://schemas.openxmlformats.org/officeDocument/2006/relationships" id="258" r:id="R809f3eddcc4747cd"/>
    <p:sldId xmlns:r="http://schemas.openxmlformats.org/officeDocument/2006/relationships" id="259" r:id="Rf6f4999b44034bee"/>
    <p:sldId xmlns:r="http://schemas.openxmlformats.org/officeDocument/2006/relationships" id="260" r:id="R1c3c767f17804b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0cc239013a4afc" /><Relationship Type="http://schemas.openxmlformats.org/officeDocument/2006/relationships/slideMaster" Target="/ppt/slideMasters/slideMaster1.xml" Id="R541a2b4ab5c04a0a" /><Relationship Type="http://schemas.openxmlformats.org/officeDocument/2006/relationships/notesMaster" Target="/ppt/notesMasters/notesMaster1.xml" Id="R9360e4fee1484fd4" /><Relationship Type="http://schemas.openxmlformats.org/officeDocument/2006/relationships/presProps" Target="/ppt/presProps.xml" Id="R8d824e35adec4658" /><Relationship Type="http://schemas.openxmlformats.org/officeDocument/2006/relationships/tableStyles" Target="/ppt/tableStyles.xml" Id="R49594baeea294f0b" /><Relationship Type="http://schemas.openxmlformats.org/officeDocument/2006/relationships/slide" Target="/ppt/slides/slide1.xml" Id="R1136e4596e6d46eb" /><Relationship Type="http://schemas.openxmlformats.org/officeDocument/2006/relationships/slide" Target="/ppt/slides/slide2.xml" Id="R0fce81601a4d4722" /><Relationship Type="http://schemas.openxmlformats.org/officeDocument/2006/relationships/slide" Target="/ppt/slides/slide3.xml" Id="R809f3eddcc4747cd" /><Relationship Type="http://schemas.openxmlformats.org/officeDocument/2006/relationships/slide" Target="/ppt/slides/slide4.xml" Id="Rf6f4999b44034bee" /><Relationship Type="http://schemas.openxmlformats.org/officeDocument/2006/relationships/slide" Target="/ppt/slides/slide5.xml" Id="R1c3c767f17804b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72b304899a42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c54b6c4f574d7e" /><Relationship Type="http://schemas.openxmlformats.org/officeDocument/2006/relationships/notesMaster" Target="/ppt/notesMasters/notesMaster1.xml" Id="R23b899ce7e0f4c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669daf02734393" /><Relationship Type="http://schemas.openxmlformats.org/officeDocument/2006/relationships/notesMaster" Target="/ppt/notesMasters/notesMaster1.xml" Id="R46f08a7671aa46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b85d64fd3e4b5a" /><Relationship Type="http://schemas.openxmlformats.org/officeDocument/2006/relationships/notesMaster" Target="/ppt/notesMasters/notesMaster1.xml" Id="R320bdfe31c7a46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85bb6bd368453d" /><Relationship Type="http://schemas.openxmlformats.org/officeDocument/2006/relationships/notesMaster" Target="/ppt/notesMasters/notesMaster1.xml" Id="Rf17050f1f58a48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747cdba8aa425c" /><Relationship Type="http://schemas.openxmlformats.org/officeDocument/2006/relationships/notesMaster" Target="/ppt/notesMasters/notesMaster1.xml" Id="Rc61654fcc39447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149/149 test offline và EF model sạch. Live health/security/upload-negative/UI pass; gate AI hậu publish gặp OpenRouter HTTP 429 nên không tạo accuracy mới. Official holdout giữ raw 10/15 và adjusted 11/15; post-holdout regression 07/10 giữ 11/15, 0 missed escalation, 4 over-escalation, 0 system error. Demo dùng một operator và có video/evidence dự phòng; ba user session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docs/LIVE_POSTPOLICY_VALIDATION_2026-10-12.md. Fallback vẫn opt-in và mặc định tắt. OpenRouter 8B là baseline demo có giám sát; live capacity gate 12/10 gặp HTTP 429 nên chỉ một operator chạy AI trong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f7c61550524f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60951df51340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ff1ea49b714c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9b9733b04434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a11b47338f4ec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710f4571c4e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B5EE76-7E65-41AF-A4E9-B79394D7CE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C73A6C6-AB3F-4F9A-96E0-4E4F92A71F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EC487F-CC03-420C-9A63-D31F273E5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BC0BA6-7D1A-4F90-A345-98CEBE02F8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70874E-CA38-476E-8C0F-AC806C10D8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0F914F0-E018-4002-929D-C77940668C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79EBA1-EB84-4ABC-92FD-03A246B4FC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756CFB1-B61D-4560-8534-DE3F84EE8D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7E77E0-21E8-4397-BEE8-EF24AFC66A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494BDDE-7C5A-4694-9007-BA7A310576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f684b0053c4659" /><Relationship Type="http://schemas.openxmlformats.org/officeDocument/2006/relationships/slideLayout" Target="/ppt/slideLayouts/slideLayout1.xml" Id="R64a498f67ff44bde" /><Relationship Type="http://schemas.openxmlformats.org/officeDocument/2006/relationships/slideLayout" Target="/ppt/slideLayouts/slideLayout2.xml" Id="R4b98dbf04d6b495d" /><Relationship Type="http://schemas.openxmlformats.org/officeDocument/2006/relationships/slideLayout" Target="/ppt/slideLayouts/slideLayout3.xml" Id="Rcc4f3488be02483f" /><Relationship Type="http://schemas.openxmlformats.org/officeDocument/2006/relationships/slideLayout" Target="/ppt/slideLayouts/slideLayout4.xml" Id="R24bf9a6426644334" /><Relationship Type="http://schemas.openxmlformats.org/officeDocument/2006/relationships/slideLayout" Target="/ppt/slideLayouts/slideLayout5.xml" Id="Re1a50794b79b447d" /><Relationship Type="http://schemas.openxmlformats.org/officeDocument/2006/relationships/slideLayout" Target="/ppt/slideLayouts/slideLayout6.xml" Id="Ra34c424e71434c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a498f67ff44bde"/>
    <p:sldLayoutId xmlns:r="http://schemas.openxmlformats.org/officeDocument/2006/relationships" id="2147483650" r:id="R4b98dbf04d6b495d"/>
    <p:sldLayoutId xmlns:r="http://schemas.openxmlformats.org/officeDocument/2006/relationships" id="2147483651" r:id="Rcc4f3488be02483f"/>
    <p:sldLayoutId xmlns:r="http://schemas.openxmlformats.org/officeDocument/2006/relationships" id="2147483652" r:id="R24bf9a6426644334"/>
    <p:sldLayoutId xmlns:r="http://schemas.openxmlformats.org/officeDocument/2006/relationships" id="2147483653" r:id="Re1a50794b79b447d"/>
    <p:sldLayoutId xmlns:r="http://schemas.openxmlformats.org/officeDocument/2006/relationships" id="2147483654" r:id="Ra34c424e71434c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07f2f372ed497b" /><Relationship Type="http://schemas.openxmlformats.org/officeDocument/2006/relationships/notesSlide" Target="/ppt/notesSlides/notesSlide1.xml" Id="Re43e22f314ed4a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32cf68aef541a9" /><Relationship Type="http://schemas.openxmlformats.org/officeDocument/2006/relationships/notesSlide" Target="/ppt/notesSlides/notesSlide2.xml" Id="R987fa1c6f3574b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d6782de869451c" /><Relationship Type="http://schemas.openxmlformats.org/officeDocument/2006/relationships/notesSlide" Target="/ppt/notesSlides/notesSlide3.xml" Id="R7dc8828023a041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dd9c84abd54944" /><Relationship Type="http://schemas.openxmlformats.org/officeDocument/2006/relationships/notesSlide" Target="/ppt/notesSlides/notesSlide4.xml" Id="R9c030b32d4cf41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5961ddc3fa4680" /><Relationship Type="http://schemas.openxmlformats.org/officeDocument/2006/relationships/notesSlide" Target="/ppt/notesSlides/notesSlide5.xml" Id="Rd556feedc0344c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1D7B2F-10F7-48BE-AE9C-AED43999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544EDB-3F1C-4DB7-894E-D6A5B88B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60F02-EEA6-48B7-9113-17ABED3F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24461-1A61-487D-B324-0E0F1813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C3766B-7502-4387-A5D4-786D0350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86C1C-19B0-41FE-AA27-ABA71C54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58E32-A069-440A-B15B-7CC70F77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5AA34-BA80-4CB9-87C6-2AE44D4B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C821E-F900-4368-8F55-A67622C5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A122BD-D4E6-4577-8A85-5FD3544B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945E9-C18A-4800-86C4-09E2ECB7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53A45-CFC1-4A2E-BB5F-218BB8EE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7FFE3-5B0B-4587-A5C4-560F17E0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D91B80-FE88-42E1-A268-2DAA5ACA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83703-CCDE-4638-BC20-D4B168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CCA64-DD65-4E54-9821-F6BDC1E7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2C1010-FFED-4647-85D0-06294888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6DB52-58A8-4AC2-961F-811EFE22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35655-7DF1-4E16-8E1F-1E0A0A98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1F1D40-F75C-4420-BD5C-F7011C5C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7B96FC-E431-402F-942F-D8268FEB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C42697-DFA1-461C-B7D5-33704879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29913E-D971-4052-BFC0-78DA097B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50ACC6-4CFB-42D2-9445-496A5990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B2690A-18B8-479B-B846-7CF62827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83B90-B51C-4EA3-AF60-83343F18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6E6CD2-70EB-4DA3-9B84-B0AAE133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2352BA-62E4-4424-BBE4-D4BCAF81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7ACD01-3585-45ED-8755-91828896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6F559F-FC98-44C8-87A9-46C4C739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355C7F-EEDC-4701-B98A-20726AF4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391185-7000-4D64-9D8D-559AE485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274648-50EC-416B-A246-8D3D0CE4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630C4B-DD38-4189-8837-8E86CE66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714F25-AC47-4E04-B974-19D67EEF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682B47-24D3-4DE0-82CF-57BCF466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29804F-F1E4-4AB5-B16C-9ED5A1C3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FF90AC-0E9D-4CA4-952E-FDDAA540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21B8B6-E66E-44EA-B83E-39F7D4B7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5541FF-F1CB-4867-90CA-50CC29EE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B0F18B-0827-402F-BB9B-02DC0444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6462E4-4135-4FAE-BB26-613B3B7C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F37463-B234-4B1C-88F1-9E970705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4FFE34-7275-4350-92C1-F54F4A9B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FFF859-301B-4FD7-AE9A-79CCD009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68CC98-6759-4F38-9DFE-C5C63D3D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057165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0B1E18-6DB7-4D1F-9C19-06B118C6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DC285-5CBD-4866-8452-2EEB17D0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C84DEA-23C1-4871-8E5F-D00DD92B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58B3D-8DFA-43E3-96A8-2197D82A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F3641-4E8F-446E-BBB8-15D95EC5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4E1CE-1C35-43C2-9F1F-5D198B53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3068BA-545D-45A6-81BD-73C7AED5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BAFF6-F225-438F-9446-9BE17A19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BC9D0-FADD-4137-B774-3E115C19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04B72-49CC-4432-9D58-5AE4EB4E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DF035B-952F-493D-A5CB-D637DFD2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A4D61-017C-4FA6-81CC-6C99AE02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F01DE-22DC-40D6-B6F4-A8A0CC97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1690F-494C-44A8-B38D-26213021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A9E85A-758E-4176-BA8B-1C30BABE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ECC90-6E43-4A91-A0F1-FDD7F8EB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D9EA5-B940-430A-A1F0-D57FB81A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E6F6A2-3F68-4989-9931-80E2928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8A11B-0525-41C4-AAC5-78480EA3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1B3755-AEEB-4A0F-913B-95872622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CCA6DF-714C-46FC-BE30-AA768B28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BEFD70-2680-4465-8701-CD56FE90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76018-29DD-4B93-9069-26BC275A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7975A7-6878-4116-85A2-B63C0C46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6DF9D-73CC-4A5C-8CD7-71DD0B07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CDF4F1-D56F-488A-B247-7BE4BA38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4BF4EF-D6EF-4869-95EB-5DCEA548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14114F-0302-4083-A793-10D73F2A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D8C8DC-EEAC-4712-A31E-7CF886F0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2CF4B6-4295-46E0-96C4-5FE2F58D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28BC19-7FFC-42BC-9501-3A6631D1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E3076-00BC-4059-BAC8-221F5B65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181A98-38C2-42A0-BE1F-6C7C953D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45AF3A-8C56-4E2B-B917-198B01DF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A585FB-9379-48AC-9546-FB05D4F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183AC0-ADCE-4E24-BB7A-C62A7500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DACA71-9A05-428B-85CD-75688B8F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0FC259-57E9-45C6-A6E8-93506346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B34D7B-FCBD-4970-BAD5-30BA1C53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F09360-52D8-45F9-8E6F-06B14C63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469E11-41BE-4523-9B4E-608EE73E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3AC971-D385-4EA5-A7E9-D6CE17A1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4FA30A-4DDD-4EFF-8DE9-DFEF1185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EC3CD8-E333-41A3-9DE7-72BAF798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696750-18AA-4346-A461-FD8E4356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063884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19711C-210F-42DD-87EF-D483C7AA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A466F-B234-4F45-9F6C-32973CC3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70779-EDBF-4FB9-9A90-11A50BA4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F04A1C-98D0-450C-89E2-B93A04EB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0C4AA-42B0-45A4-968D-2D7ACC0B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F7ADB-DED4-46EF-8DFF-76D6769A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9EB5C-BCB2-4105-9ECC-5D96667C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0518B-84BA-412F-AB99-09209DFB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A79A4-0DF1-48BE-A1BD-549BB6C8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FF769-D609-4485-8F19-A8B399F8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24483-49BF-4502-91F8-37E3F97D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3027E-E092-42B4-AD59-A2847DD0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F0B758-38DB-46A8-A0D1-2BE5B3EC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2334B-F6FC-4119-8C7B-2A7CE4B5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731A5-7DB2-4B5D-91EE-3684B703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149/149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FFEA4-5347-43ED-9C17-C6DBE441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73DEA-4B38-4E7B-BA6A-E4CAD253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05E898-C15C-46D7-8819-10EC0D81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1/5 • 429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67FE8-D25C-41D6-B47A-3B3EB800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gate live 12/10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D4FD47-2EA1-4B2B-9377-195ACB17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92F843-8A57-4E42-914E-C7309ABF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0 / 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405A85-8D0E-4F41-9D0A-D8DF1424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missed / over 07/10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738C92-CEB3-4C59-BA3D-5940EA91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27AFC5-B9FA-49F1-A2B5-CFBA6318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CD31DE-00C5-4144-A1DC-7EB8831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205428-60B8-49A8-9661-8FD2A5C0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DD70A7-6024-41BE-AC7C-78CFA1B4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01EF98-ABFD-4646-8A7D-F41DA926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D997D6-46FB-44D2-956A-24077B2E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A851A5-5104-46ED-BD9F-987E240D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C26157-CBDC-4FC3-8259-7D95C7D7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661935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E04741-9BBA-43D0-BBAA-28EF79E1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4F092-37F9-4942-BFB5-1C55DD99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BA07E-8474-4D54-9852-ABB13277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B4446-0FD8-44FE-9A16-960CA969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12236-DED2-4B71-91FA-60345B76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80FA44-C15E-4102-9F25-F0557A22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BCEEA-6608-471E-9FF2-6D3B25A8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4F9C8-0866-4FFC-9F1D-86B628ED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11AECB-0FF9-4AC0-AD07-CAE87046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6C602-0C65-4F0D-BBCC-6B5A99F6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7CA23-EFEF-47A0-A19B-D7B44AA3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A95629-C7BB-463A-8F7E-9E42194A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5F04E0-55A3-42DB-B2C8-09FE7E08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E8022C-3693-4E82-9F99-7233B936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09DC62-A14E-4180-A4B2-7AC871DE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96592-FAA7-45A2-8502-D94E35AE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41769-D292-4001-8E3F-F424C6EC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8335A-C5D0-4331-8857-7A8532D8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51166-ADDF-4BD7-AD37-99B8F5CE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D6921-0501-4F96-AFE8-9BB1477D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549DEF-0FD8-444E-AC67-9144DB4C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59351-080F-46F7-B60E-272F6167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AF0F72-E17F-413B-AD0C-8A96F9F5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7FDFB3-4BD4-4055-8ABA-6FAC6163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5C4E0-9724-4590-998C-68164933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57648-3925-4383-99DA-D57492A0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3EB5FB-F6BF-44DF-BB36-B2F170E4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CCDB41-EBAF-4623-A7DD-C9573272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0F64A0-3E21-4332-AF5B-183CAE4E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A4E36-AD4E-4871-9C97-4FF993BF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8E67FB-9437-435F-B181-99D05A75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502206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0D0AA7-3597-4AF0-8976-1DF75F40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CF496-ED34-4EA8-B30C-2A9521D4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0BBE0D-D98D-4450-BD6E-1A192755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93823-1C05-4C1F-98D9-4132B2E1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A18811-6715-42D7-8155-55E5F72F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8697E-B1DC-4DA2-8739-D1EFCF24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1F281-D557-4FEA-BC91-3893A6B4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CD1E8-BA1D-4687-A000-D5EEDFB4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2E77F-D27C-486C-842C-A8609632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70628-0A9B-499A-AC58-A6263465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94861-B9AD-4CCA-AA8E-B85A4C7D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07EDD-E45C-4F11-8528-5FF10C66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12686-9197-4F45-B9B9-E4888D2F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B2653-2F09-448A-83CF-E4A0CFBD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95543-BE34-4C3A-81AD-9E817372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2F580-C58E-4A20-861E-6709DF82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879DCF-795E-464D-B556-67B4A3A0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5EF719-B101-4B25-96D7-A7C987E7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B4C35-8199-4246-8331-2DFA025F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A8C179-6DF7-4914-B9B5-CE3247F7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FCCFD6-E647-48B2-9530-BB4013AA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40C756-A3E0-4384-BA9D-2422C4D8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A68915-E9F1-4A36-8EC0-6AB4CA7A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7F12E4-6D5B-4109-ABF7-1DE401C8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A5666-2165-4714-9180-18F3E2B6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149 test • EF model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F7D465-C169-467D-A554-16E56855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A691AB-5CEB-4065-A06C-9021BDC4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F82975-39AD-4BEB-A272-08DB4B82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7561E2-413B-4520-BD55-EE4E38FF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4E9A9C-D7C2-410B-9A1C-8C1DFAA3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CABF99-B4C8-4A4E-9A05-831911DD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24333B-163A-4F52-97AC-23FA37CB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FDBC80-5158-4091-83D4-E27D69B6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16F925-53DE-4CD7-9A5B-1F085AB3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77A88D-B0F0-4538-AB9C-0440FC81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375216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2026-10-11T19:16:11.1830000Z</dcterms:created>
  <dcterms:modified xsi:type="dcterms:W3CDTF">2026-10-11T19:16:11.1830000Z</dcterms:modified>
</coreProperties>
</file>