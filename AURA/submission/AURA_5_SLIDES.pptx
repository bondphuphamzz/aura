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fed75ea05546d6" /><Relationship Type="http://schemas.openxmlformats.org/officeDocument/2006/relationships/extended-properties" Target="/docProps/app.xml" Id="R78e8b097857c402d" /><Relationship Type="http://schemas.openxmlformats.org/officeDocument/2006/relationships/officeDocument" Target="/ppt/presentation.xml" Id="Re3e21cb231fc4e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a427f69f564124"/>
  </p:sldMasterIdLst>
  <p:notesMasterIdLst>
    <p:notesMasterId xmlns:r="http://schemas.openxmlformats.org/officeDocument/2006/relationships" r:id="R4de5340a29794497"/>
  </p:notesMasterIdLst>
  <p:sldIdLst>
    <p:sldId xmlns:r="http://schemas.openxmlformats.org/officeDocument/2006/relationships" id="256" r:id="R9b6b96808cc64c90"/>
    <p:sldId xmlns:r="http://schemas.openxmlformats.org/officeDocument/2006/relationships" id="257" r:id="Rc565471c4e6d46ce"/>
    <p:sldId xmlns:r="http://schemas.openxmlformats.org/officeDocument/2006/relationships" id="258" r:id="R7082c92563664a36"/>
    <p:sldId xmlns:r="http://schemas.openxmlformats.org/officeDocument/2006/relationships" id="259" r:id="Rb4499c1123184116"/>
    <p:sldId xmlns:r="http://schemas.openxmlformats.org/officeDocument/2006/relationships" id="260" r:id="Rc3242bc076f74b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afa89ebbc84061" /><Relationship Type="http://schemas.openxmlformats.org/officeDocument/2006/relationships/slideMaster" Target="/ppt/slideMasters/slideMaster1.xml" Id="R8da427f69f564124" /><Relationship Type="http://schemas.openxmlformats.org/officeDocument/2006/relationships/notesMaster" Target="/ppt/notesMasters/notesMaster1.xml" Id="R4de5340a29794497" /><Relationship Type="http://schemas.openxmlformats.org/officeDocument/2006/relationships/presProps" Target="/ppt/presProps.xml" Id="Rf5de280596f749e8" /><Relationship Type="http://schemas.openxmlformats.org/officeDocument/2006/relationships/tableStyles" Target="/ppt/tableStyles.xml" Id="Rae5aa7bdae604d98" /><Relationship Type="http://schemas.openxmlformats.org/officeDocument/2006/relationships/slide" Target="/ppt/slides/slide1.xml" Id="R9b6b96808cc64c90" /><Relationship Type="http://schemas.openxmlformats.org/officeDocument/2006/relationships/slide" Target="/ppt/slides/slide2.xml" Id="Rc565471c4e6d46ce" /><Relationship Type="http://schemas.openxmlformats.org/officeDocument/2006/relationships/slide" Target="/ppt/slides/slide3.xml" Id="R7082c92563664a36" /><Relationship Type="http://schemas.openxmlformats.org/officeDocument/2006/relationships/slide" Target="/ppt/slides/slide4.xml" Id="Rb4499c1123184116" /><Relationship Type="http://schemas.openxmlformats.org/officeDocument/2006/relationships/slide" Target="/ppt/slides/slide5.xml" Id="Rc3242bc076f74b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9d9882435a40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5caa93495343ff" /><Relationship Type="http://schemas.openxmlformats.org/officeDocument/2006/relationships/notesMaster" Target="/ppt/notesMasters/notesMaster1.xml" Id="Rf3f2e7f9572841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c34669e817495b" /><Relationship Type="http://schemas.openxmlformats.org/officeDocument/2006/relationships/notesMaster" Target="/ppt/notesMasters/notesMaster1.xml" Id="R14291685075444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bcd1be908f4b74" /><Relationship Type="http://schemas.openxmlformats.org/officeDocument/2006/relationships/notesMaster" Target="/ppt/notesMasters/notesMaster1.xml" Id="Rdc12deed4ac048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3ee3be7d18414d" /><Relationship Type="http://schemas.openxmlformats.org/officeDocument/2006/relationships/notesMaster" Target="/ppt/notesMasters/notesMaster1.xml" Id="Reb66e46f6f5844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214c0831724dc2" /><Relationship Type="http://schemas.openxmlformats.org/officeDocument/2006/relationships/notesMaster" Target="/ppt/notesMasters/notesMaster1.xml" Id="R3d286f8c71924c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bộ: 60 test offline; người dùng xác nhận Verify v2 5/5 local ngày 22/09/2026. Không suy rộng thành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deploy: https://render.com/docs/free ; https://www.smarterasp.net/support/kb/a2437/how-to-set-environment-variable-for-your-account.aspx . Cơ chế retry đối chiếu OpenRouterVisionExtractorService.cs.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a38c3f079648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f5154c5bc94695" /><Relationship Type="http://schemas.openxmlformats.org/officeDocument/2006/relationships/slideLayout" Target="/ppt/slideLayouts/slideLayout1.xml" Id="R2fa286435e3449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a286435e3449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47196fba3041ee" /><Relationship Type="http://schemas.openxmlformats.org/officeDocument/2006/relationships/notesSlide" Target="/ppt/notesSlides/notesSlide1.xml" Id="R0c5c8624bebb4b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b3e91ea8e4c2e" /><Relationship Type="http://schemas.openxmlformats.org/officeDocument/2006/relationships/notesSlide" Target="/ppt/notesSlides/notesSlide2.xml" Id="R9828c9b13a9a4e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1b77aa191a411c" /><Relationship Type="http://schemas.openxmlformats.org/officeDocument/2006/relationships/notesSlide" Target="/ppt/notesSlides/notesSlide3.xml" Id="Rcec7d8e50df64f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9c85ecb594d46" /><Relationship Type="http://schemas.openxmlformats.org/officeDocument/2006/relationships/notesSlide" Target="/ppt/notesSlides/notesSlide4.xml" Id="Rbcb6c8ef594142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3312842f74ce6" /><Relationship Type="http://schemas.openxmlformats.org/officeDocument/2006/relationships/notesSlide" Target="/ppt/notesSlides/notesSlide5.xml" Id="Rea40fca6261847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9658FC-988A-41BB-AB1C-C0526A71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E0600-2B92-4735-A15D-0E5BB1EE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AF457D-99A6-49A0-B887-1CA31843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FE8974-C635-4CA9-95BA-C9791E7A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AE6E5E-8205-4BB3-8410-F6817AE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39F1F3-2623-4D66-AF64-D62F778D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964B4E-D315-44E6-B3F3-5448354A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AEED3D-B47A-4EB0-A2E3-9FB56629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332A7D-30EF-4F1B-A4E0-0E514325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8FD1A4-1191-4451-96C7-7D6DC407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D84B43-590F-4135-9DC7-D67984EB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2A321-2075-47F6-9B84-90A0F20E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0A34B3-952C-41BC-BFF9-12DCD002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02B5A2-3844-49E3-A5E9-765392ED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E85FBB-9250-4085-9F87-38FB9826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000A8D-A657-4B76-81AE-9E8BE271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3DACBF-24A1-4192-A382-CFBEAACD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CA152B-FD84-4CA7-90C4-AFFE6A28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F45564-AB9D-4922-A027-DA6586F6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ADA410-C12A-476F-ADC9-2938E60E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DDFF50-0430-46DF-A977-5F191CA5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C29A12-440F-482C-88C9-799D91B2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A8B0F3-5B45-462D-B1FF-A2FDD906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9140C6-50D2-4055-81BB-7508B93B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06200B-B879-49DB-802B-019F4136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5A1B6B-421F-4186-B7B8-7420D41D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AD6CBC-7FB6-47FA-B736-116C844C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E87B2F-6263-4028-95B7-E0448246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CA905A-C151-47C8-9E7E-66E3950B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BD2151-6A1C-4E59-B3CB-37B78B5A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812ACA-246E-449B-93FE-A930AE32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9B3C2B-3B49-415E-91DF-186A4532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76CD83-9FC0-4643-9DCF-30E8AA17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42472B-5151-454F-AA06-D847063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9B9FA9-7F68-4747-B909-867C3357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3E80D-3621-4938-A289-36E8EBFE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38D811-5AD3-4BDF-A30A-5059C3A3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F48456-794C-4707-93A3-939411723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C07B09-352F-47A1-9CC0-3206E2DD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0AE680-3B67-45A8-A5DD-1CAC9DA2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F027B09-8B26-46D2-97A0-896E1627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F4F1FB-C6E0-465E-B5C7-CA023FC9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AA21ED3-47E7-487E-A98D-7E25458B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B7785A-9DD5-440C-97FD-9904C759F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10537FD-A5C9-4ADE-B152-2D1566D5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26/09/2026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0C8C8FE-D493-4A98-A5E2-C5465635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20467812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E2381FB-04B8-4B58-9076-FE30466E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92501A-48A1-4EBA-942C-416A1757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CD2CF-CE19-4983-8120-9213BB97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84FEC-B0A5-4DD6-BF31-EA063A88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38D663-22B7-44D8-821C-CBB25803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0FA893-5A7D-4C63-B952-8A589BE0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3B330-6BFC-40C9-AE91-5D369428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1908F-C245-42A5-882A-C50811E0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JPG/PNG ≤5MB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2ECE6-AE09-4036-92A9-0CE8C25C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C979CB-B042-4FD8-B78A-08BCEE38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8FF07-B2AC-4A57-BDDB-D090C796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3F1AEC-1E43-489A-9641-F979BE1E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Kiểm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AB85FE-5763-4A7C-A1C1-4B4DE8AC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MIME • magic bytes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AC1B73-3112-488B-AD53-79F91875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95356A-56C5-4885-9B8D-07404BB3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78F900-F659-46BA-B7A0-31C9E864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F736FB-878B-4E49-8C19-4CCAE4BE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A0824D-2093-427A-9207-05D9AD43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Provider cấu hình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JSON 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11F8CC-9129-4B1D-B545-17E76496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55CCC5-8C63-491D-B764-D9277A67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AD07E4-B152-430A-BF67-86C35A27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DF76E3-A1DB-4FC5-8E8D-754132C7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7E24C1-8C92-4442-A6EC-7F90FD6D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C# tất định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FACT → POLICY → AUTHORITY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D34DB6-2C75-49A3-9ACF-A19463F5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16C9F3-986C-4AB8-89BA-8BA8EB2E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83C03B-8E15-47BD-B7AA-78552F28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368D05-01DD-43C9-A729-42E364C0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D875E-2A4D-4042-9FF0-9E16D653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19241E-1C87-4759-AB93-E25F7ECF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6E7803-FF71-4142-90DC-3FA65FF8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2AD4D0-54B3-452B-8734-0622B2C6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63E0A9-B259-492F-AC10-02ABEAA6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9CFC93-8C24-4602-9C75-B6C1F001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97E46C-30CE-4053-8CEB-68E4984B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C5FC80-185D-4AFD-8C72-721761FF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B83AC4-DA4C-46EA-811E-BBA10DB1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2B141E-E346-4CC3-9B70-5BDAD049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8B36D9-6207-4BAE-B6D0-B391834C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F9DE2A-C526-47D0-BA2F-5B782C33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27CB62-9B1B-4974-8950-8E2603DE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371E23-F83F-4D16-9943-93C4EF3B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017D63C-7838-48D9-87BE-09DC703B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7EBCC8-E985-4956-823B-1D29C719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38C833-403E-448B-9D11-2812A264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26/09/2026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0238C2-5EF1-47F9-900A-8C8BA123A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6886890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3BF0EF-7ECD-462C-AF15-10398808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C86B1-E505-47A1-95F8-57843D15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Tác động phải đo được — không tự tuyên bố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16765-30FA-4BB8-9EDF-8B149E87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phân biệt kết quả kỹ thuật đã xác minh với tác động vận hành cần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A21EFB-9D9E-4DCA-BFE0-321AD5AB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7B8510-0FFD-4220-AAE6-903CA226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D3D3A-0839-44BE-82E4-BA1AAFEE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6CAA8-57C0-4DFA-97B5-5D593E2F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24471-6077-4D7A-AA16-D794FCEF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FC5F92-21FD-4BD7-97A0-4C522928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B1319-363E-45EF-99CD-E3DEC52B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32DCE0-95EA-43EC-BAD3-8141F391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FDCAF-B7DD-4E57-B229-B59D2261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BFEF4F-5B42-4AF6-ACB2-FFF9A2A6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469467-AB29-48B5-9874-B5B2BCDA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A42E79-23DF-40B4-9EBF-B2A7DCC1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60/60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64C305-A938-4336-8789-3D48A7E0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D873BC-9B4A-4CD9-9851-70FB7FC2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DAEFAF-312D-4D7F-905B-C2885F12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728E5A-0178-4C42-9380-0038E353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v2 local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CB30B9-5D74-42B5-9710-ABC76626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341962-1335-40B5-ADAF-C5827C0A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DA44B0-04CD-44EE-A859-E72BFFDE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ca BGK khóa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17DF5B-1D2D-4AA6-900F-2C58C230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7C62A5-5667-4ABA-B471-BC43110F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0F0D76-8AD8-4132-B7E3-D9D9A546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F9CF7C-E3CF-4188-9654-30BA1BC5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635995-6FBE-4F37-888B-CFE83A7F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4C2A48-26A2-41E5-9F53-9AF18B3B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29C0B5-9B7E-4D18-8007-A5C6895D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05F1B9-AF7F-4126-BF6D-7215B0D3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26/09/2026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805BBE-0C62-4043-ADF2-3C82C79B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1090811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C98F8B-A9FB-400C-BB4D-4DDA3AF9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12FF13-A8B8-48E2-9D10-1C489FB1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C40A2-C547-427D-B4B4-0EFE7E14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B43D1-7E24-4F7C-8B32-115E2D6B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9586A-1969-40BA-93C7-FB4429FC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43F4B3-6E55-43A0-AD74-5930524D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A8869D-B529-4A6A-B742-6D89803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cho AI • reload sau workflow write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2532BC-12A3-431D-B244-FF99E53F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CD049-463C-47B7-A910-472E339C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1CEDC-6D8C-46B0-8A06-9F0DDE51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506B5-E3FA-4590-8028-A8446285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Applicant / Verify / Reviewer • state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CDEADE-24FD-421D-B718-B7C0980B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3A068-6344-4738-93C9-47B75F44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04659C-7243-446B-BED8-C346BA5C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228A6-58AD-48C8-8275-044CC4C9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IVisionExtractor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BBE92A-0360-4E6F-A2E4-F57080C6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473BC-2AE7-43B6-B6B4-1976EDCA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E7FC2E-1B96-4ECE-ABCC-282E2B85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63ED7F-65B2-466A-A6BE-C3DB51B3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4E1B-8384-4B40-ACD6-898E3B5B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1B091C-263D-4F7B-95B2-8D4C4425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DBD1ED-C90F-47D3-AB60-BCFAD62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mặc định • Ollama local tùy chọn • không có quyền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836C47-39DF-4B73-A4FF-D23E6D60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2862DB-16AE-4281-8AC0-6124F654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8F89E3-EFA9-4FD7-B956-BCBDAE25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5B5D56-74C6-445B-B90B-0BFDA0FE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C66F36-03F7-4F71-9FC1-7C4EF319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9BA82E-F631-4156-A335-357155F5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 ca giao BGK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6001FC-4BD7-4051-B9DC-EE34BCFE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C34C6A-2F66-4006-ACBF-F52D9306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26/09/2026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DF3C62-13EE-4A30-A6B0-623BE045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21472515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D9F511-3F84-4246-8A32-9BD5A62F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E46E6C-E2C3-403E-81D1-F58F4386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được nói thẳng —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30C45-3C15-4E25-B770-D4B9C2BC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gọi một retry là circuit breaker; không biến lỗi provider thành quyết định nghiệp vụ.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28B59-343F-498F-8DDD-664254CC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E70F4A-8DE6-4BC7-9FEA-B47AC8CEA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7A81B2-02A3-4220-9538-2778DAB6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hết credit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43864A-354C-409D-8D2E-C182474A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retry • dừng phần Verify còn lại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DA44D-473F-49D0-825C-39C06390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E75505-D7D8-4D77-9C6A-BB7D2D38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5xx tạm thời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B6AF0-3E5D-483C-809B-E947662B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Retry tối đa 1 lần • rồi kiểm thủ công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33E9F-EBC4-4C23-842F-04261CB0A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4383DC-EE2E-4743-9F3E-4DA6B68A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lệch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E09DE1-742D-4572-98F3-994B97BB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Chuẩn hóa giới hạn • fail-safe nếu vẫn sai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5D1082-77DB-48FE-8E8C-702394C6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4EF920-3827-48AC-8EA8-A540B1EA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9AE377-E2EE-4CFB-97EE-44AFC8FF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32999C-2E59-469C-B02E-E51D24E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92A665-5EA5-4FBF-8554-8859BD01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Storage / deploy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ED5841-ED95-4CE1-843F-42B023F7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Server + private folder bền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7869E0-BA0A-47F6-A1FD-F6B6F77D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DE44A8-F1BD-4457-AD3A-0CF8D60B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714775-80E6-4680-9308-500FCDD4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3486CF-2D33-46A8-B255-D2E85776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Repo + hướng dẫn local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51C290-69BC-4229-B401-519CE804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38C3EF-7C77-4CBA-ADB3-7829BE7D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60 test offline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9B0C0D-D028-44A4-8CC5-A8C1CA09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BCAE0B-1872-44D1-8229-EAF3DF47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Verify + 15 ca BGK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9CC3AC-B6A9-485B-AE61-FF16F4C8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16F844-EA58-42E5-829C-BF33E352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Video • slide • Build Log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C7465D-14FE-42CC-9188-6733E4DA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19065C-79E8-48F9-81E2-96D0408C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SPRINT 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FE7E68-FEF6-4AFA-B20E-74707E5D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6F2B64-88EC-463F-8E1E-84790BAD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Lộ trình: benchmark Ollama + Qwen3-VL 4B local; OpenRouter 8B vẫn là baseline.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5D78F2-BD03-4052-8BEE-BE182591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58C7BD-B705-4183-BD7E-576DF13A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1492353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2026-09-26T04:24:46.8720000Z</dcterms:created>
  <dcterms:modified xsi:type="dcterms:W3CDTF">2026-09-26T04:24:46.8720000Z</dcterms:modified>
</coreProperties>
</file>