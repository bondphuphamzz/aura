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9cd9c7355449b5" /><Relationship Type="http://schemas.openxmlformats.org/officeDocument/2006/relationships/extended-properties" Target="/docProps/app.xml" Id="R4e392be86d3a467c" /><Relationship Type="http://schemas.openxmlformats.org/officeDocument/2006/relationships/officeDocument" Target="/ppt/presentation.xml" Id="R4e368e79ed3a4c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1fe2e40c0847ef"/>
  </p:sldMasterIdLst>
  <p:notesMasterIdLst>
    <p:notesMasterId xmlns:r="http://schemas.openxmlformats.org/officeDocument/2006/relationships" r:id="Rc72c11c93d064475"/>
  </p:notesMasterIdLst>
  <p:sldIdLst>
    <p:sldId xmlns:r="http://schemas.openxmlformats.org/officeDocument/2006/relationships" id="256" r:id="R629f528ee38844bf"/>
    <p:sldId xmlns:r="http://schemas.openxmlformats.org/officeDocument/2006/relationships" id="257" r:id="R521a83534e624cfa"/>
    <p:sldId xmlns:r="http://schemas.openxmlformats.org/officeDocument/2006/relationships" id="258" r:id="R7e776233fdaa4db8"/>
    <p:sldId xmlns:r="http://schemas.openxmlformats.org/officeDocument/2006/relationships" id="259" r:id="R93b5a74b349c4ee0"/>
    <p:sldId xmlns:r="http://schemas.openxmlformats.org/officeDocument/2006/relationships" id="260" r:id="Rb182db39ee1244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36c93d1aeb4527" /><Relationship Type="http://schemas.openxmlformats.org/officeDocument/2006/relationships/slideMaster" Target="/ppt/slideMasters/slideMaster1.xml" Id="R4f1fe2e40c0847ef" /><Relationship Type="http://schemas.openxmlformats.org/officeDocument/2006/relationships/notesMaster" Target="/ppt/notesMasters/notesMaster1.xml" Id="Rc72c11c93d064475" /><Relationship Type="http://schemas.openxmlformats.org/officeDocument/2006/relationships/presProps" Target="/ppt/presProps.xml" Id="R048d2c906c6b4212" /><Relationship Type="http://schemas.openxmlformats.org/officeDocument/2006/relationships/tableStyles" Target="/ppt/tableStyles.xml" Id="Rb031623bdb2349e5" /><Relationship Type="http://schemas.openxmlformats.org/officeDocument/2006/relationships/slide" Target="/ppt/slides/slide1.xml" Id="R629f528ee38844bf" /><Relationship Type="http://schemas.openxmlformats.org/officeDocument/2006/relationships/slide" Target="/ppt/slides/slide2.xml" Id="R521a83534e624cfa" /><Relationship Type="http://schemas.openxmlformats.org/officeDocument/2006/relationships/slide" Target="/ppt/slides/slide3.xml" Id="R7e776233fdaa4db8" /><Relationship Type="http://schemas.openxmlformats.org/officeDocument/2006/relationships/slide" Target="/ppt/slides/slide4.xml" Id="R93b5a74b349c4ee0" /><Relationship Type="http://schemas.openxmlformats.org/officeDocument/2006/relationships/slide" Target="/ppt/slides/slide5.xml" Id="Rb182db39ee1244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6c39e90fb140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1b5f489cfd4803" /><Relationship Type="http://schemas.openxmlformats.org/officeDocument/2006/relationships/notesMaster" Target="/ppt/notesMasters/notesMaster1.xml" Id="R1c9f56fd36f942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82fb4680c34677" /><Relationship Type="http://schemas.openxmlformats.org/officeDocument/2006/relationships/notesMaster" Target="/ppt/notesMasters/notesMaster1.xml" Id="R58501a3e0e794a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9418c975c34708" /><Relationship Type="http://schemas.openxmlformats.org/officeDocument/2006/relationships/notesMaster" Target="/ppt/notesMasters/notesMaster1.xml" Id="R6c8e011ea71b4a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e1967277014378" /><Relationship Type="http://schemas.openxmlformats.org/officeDocument/2006/relationships/notesMaster" Target="/ppt/notesMasters/notesMaster1.xml" Id="Rf8f4cc74801b4f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23ca121e7546c8" /><Relationship Type="http://schemas.openxmlformats.org/officeDocument/2006/relationships/notesMaster" Target="/ppt/notesMasters/notesMaster1.xml" Id="R889356042cc547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cập nhật ngày 01/10/2026: 100 test offline. Trên cùng judge set 15 ca và fallback tắt, OpenRouter 8B đạt 15/15 quyết định, 70/75 field, P95 16,459 giây; Ollama 4B đạt 14/15, 73/75 field, P95 58,318 giây và bỏ sót escalation TK-12. Contract hiện tách ba loại identifier, canonical date và discountAmount; kết quả live sau schema giảm giá phải được ghi riêng. Đây là regression trên dữ liệu tổng hợp, không phải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VisionCircuitBreaker.cs, tools/Invoke-ExtendedDatasetEvaluation.ps1 và docs/SPRINT2_IMPLEMENTATION_PROGRESS_2026-09-28.md. EF Core 8.0.31 đã qua vulnerability scan không còn advisory.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eaca0fdd246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58994481354328" /><Relationship Type="http://schemas.openxmlformats.org/officeDocument/2006/relationships/slideLayout" Target="/ppt/slideLayouts/slideLayout1.xml" Id="Rd2556133d6d94b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556133d6d94b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5616644de45df" /><Relationship Type="http://schemas.openxmlformats.org/officeDocument/2006/relationships/notesSlide" Target="/ppt/notesSlides/notesSlide1.xml" Id="Rdf7263b3d7334e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7c1e594da4798" /><Relationship Type="http://schemas.openxmlformats.org/officeDocument/2006/relationships/notesSlide" Target="/ppt/notesSlides/notesSlide2.xml" Id="R48c1fa6a634141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5e6d4813ed415e" /><Relationship Type="http://schemas.openxmlformats.org/officeDocument/2006/relationships/notesSlide" Target="/ppt/notesSlides/notesSlide3.xml" Id="R973d5e16584143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eae91618947a0" /><Relationship Type="http://schemas.openxmlformats.org/officeDocument/2006/relationships/notesSlide" Target="/ppt/notesSlides/notesSlide4.xml" Id="R641ed0239f2442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fac0bde074b2e" /><Relationship Type="http://schemas.openxmlformats.org/officeDocument/2006/relationships/notesSlide" Target="/ppt/notesSlides/notesSlide5.xml" Id="Rb784c982f42e45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44D851-CF51-452E-8504-7FAF7BE2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0F44B-5A78-4014-8A5C-E206CE5E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3AB8E-C3AC-4435-AC39-743760A2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63A62-D48F-4A09-91C7-6FB55D82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186BC1-1AA2-4784-A882-91D5F4D2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BD2A9-7240-4CE0-834A-6B43C1F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D04E0-2C99-46EE-96B8-19EEF9BE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EA2E7-9C9A-4D96-B5AF-32735ADB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1B1C4-2365-43EC-9BCC-BF38F718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80FC5-A6A3-4CFD-B819-DBF3A53B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7399C-DBB6-4EEA-B010-CB0A72CC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E71FC-FBCB-484F-9367-B4B5C326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62304-71CA-4BEE-B6ED-D22A03C3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87B93F-2F8F-4EFC-BAB2-21D98458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11FCC4-95B5-482B-B379-5A8D6139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C138AF-1E03-44BA-853D-1228349D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268C51-5783-4E9A-9B3A-84FF676C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E81398-F340-4D3A-B64E-246343D6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61F7DA-F69E-452E-B9A2-AB9B9912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2277C2-81BD-46C8-89BF-C0F4BA47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FB971B-901F-445D-9280-0CA9525A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F60E1-1FFD-489F-8984-5C94466D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5B9D1A-5A18-43CC-A116-F3A72AB6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656FC7-F1A4-4507-AED5-20432DC4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A8B8EA-8BDC-472D-A648-10C4113B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B7535F-856F-4098-93DE-6BF578EA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6C3EC6-D816-4305-B98D-F24F08CA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1CEEA0-5C8B-44BD-9424-82A4674E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9DFBE6-9E3A-4FAA-AA11-88B947B2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D59421-6267-4C30-A5D9-29B47AEA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7F850B-550B-4262-9E30-A9E7FBEA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A3B860-3F72-46E9-ABC5-8B1FFA53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134BD5-1C1E-4530-9FE8-9E4D4985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1712B8-F54C-4554-AB0F-B348FD8D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6ABA93-B76D-4B21-A9B9-5AE8F459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B3463C-CAED-497E-B84C-91DA966E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7A0F8C-6EF5-43A4-84B4-E796CC4D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E98B5B-0817-4BB8-924F-F3732B08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1C9734-333E-4823-B5FA-11C9FF0B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CA0DBC-8CFE-44E4-B133-46BCEFDB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2E94CF-37D4-4F86-B31D-CD8E344D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30C98F-43A6-41CE-AC23-92687125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DD5FCB-B9D2-4B44-BD24-8440B036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DBAF94-787B-4E5B-BD06-111FEBA6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96C0D8-6EC4-488D-A9A8-0425F138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6E86DC-2547-465A-BDE0-0AE27A4F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935028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586C75-C98B-4252-B986-02A67009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BA3EF-9496-4BAA-8798-0447EB15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E458F-159B-4A93-9B22-AAB71DFF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779C2-2ACA-4288-98DD-5EA2ED97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AB02D-EE31-4549-9F77-57AB1BCC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CC908C-C9CF-4F97-B272-56DF0316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DDF355-2C1A-4EE3-9332-2C3311B8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229A5-820C-4BA5-8B26-BA778427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8492C-1280-46E6-92EB-77FA3FBD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8C9F4E-C7C7-44BD-AE40-FFCB466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1EF217-1CCC-4D7F-B1A1-0F7E9596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EF4DE-E7F8-49B1-BAC2-75CDBCDC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020E29-9597-4F41-BA74-611BA77C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0EE37-93B7-4C5F-9506-878236F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3410E9-160B-470F-80E9-A23031DF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A9C234-52C5-4E5A-AA61-5150F9B1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34956C-E8EF-45B0-9A3D-51B9CE6D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BCAEB7-378B-455C-BA43-1DEB35FE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E67C9A-F0A0-4D03-AFEA-92E4B901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E8ABC7-1C72-411C-89E4-06613F50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6D4DB4-BC2F-4967-A19E-05E42BAA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6BF8CC-EBED-4562-973A-8C6089EC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491D20-8797-4871-A258-C74FB49A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E6336B-D178-4F70-84F8-38EFAFA7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0D047A-0390-4933-9BAC-17B50459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4DEE74-B7CE-4777-8AF3-B92E301B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1DEDC2-2813-482D-808A-18AA6409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8E4084-89BF-4BC8-ACB0-0C3AAB6E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984B40-447F-47B3-930D-79E11A69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3894BE-46F6-4990-9C04-391D8400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650ABA-8208-4E6E-99D3-E14E0963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20AB6D-769C-46E8-9F8F-AFE6DFFD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43028B-0556-4558-9472-D2F5CE8E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AE5E12-D3C6-4F94-917C-2C7C0074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845954-9B77-43FC-8441-C58025B2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092659-9744-4F91-B37A-B7C98F75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AC24FD-9AD9-4628-8E2F-D8FB47E6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5FC81-A5F7-4244-8BF1-37B657AA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358DD8-17E8-4F68-8F94-12F35A6C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BC5806-17BB-41AB-99E5-8DD63C57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EF675E-5DBA-4A20-92CA-D57BDF94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C35F6A-0BDD-4143-B675-B3DA91E8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43BE1B8-7602-4AB8-AB28-36271404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E90B63-3BB3-4C33-A2E7-93EDC0B8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2E1AEA-B9B0-4976-ABF5-EDED3B8C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501341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45D9E7-A059-4AE6-9F23-C85C1657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224A1-35EF-434E-8089-3C0DBEEF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56892-A6CC-40E4-990C-0801C7D7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52939-A942-4110-B881-08AE1FD0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9D95A-83F7-4666-9217-1694367E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0FCCF-AF53-42FD-9797-599F2DE6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6A8AAD-BB5A-4411-9951-536E4E82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B9F17-8726-4632-A379-0F14A900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BB5D3-C717-4A0E-83CF-71BAE21E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4CCBE-F333-44A2-88BD-9CB597C2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0D233-BA36-4BAE-8A31-5BB12479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8C96A5-C221-44F2-AA99-E9F05690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B9B0CE-6C90-43DF-859D-8D92BF89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968228-F613-42F9-9E2E-37B8E028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94B12-D3A1-4E38-99F5-6A33BC09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100/100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CF3E88-2DC6-428C-9BC7-D0981D63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DA36CC-19BE-4AE8-8776-6D12C916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3F7CB7-3F59-4C44-82F3-08C88C5C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6A9C10-1AD4-4BE3-9361-4AC699FB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79187B-C955-4980-9261-19FCD3D3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E65EF0-0655-4406-B6BB-FF6E172D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14/15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E23FE2-549B-4424-BA44-28634D4E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06DD63-D692-43E4-BCCC-F7844721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2B61AD-E7A1-4349-B99E-E1221FCC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73F1B7-AB65-4C2F-8703-2C62BAC2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4321B-D753-4CF4-92D9-0B1730C9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0B1DD2-DB10-4F2A-9FA6-5FA79587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A98F28-FB38-4F82-90FE-40089BBA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048D49-7F53-4CD4-98A3-33EDEBAA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3842FB-36B4-4814-9D73-B7A0A841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8138DA-1E15-409E-993A-241B02FC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939806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6368C2-EF15-4E21-B5B6-9E695032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43860-C015-4BD2-BFBD-9D82E6ED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61645-D0D3-4E84-8CFD-DA3EA545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1552CA-CC2B-4D1B-B771-E88551FD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FE432-E577-4458-B0FB-50C23214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08DC5-DA5D-4531-87C6-EE447B24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598B2-A31E-4743-BFF6-DA106CDB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1654BB-3B6D-43AD-81E4-C55A328A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28CB24-E441-46FA-8C14-775BFB78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F118A-4D56-42BB-9E01-138D4DB4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544300-559B-42A1-95F0-379734A9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036A00-AF41-4069-8F3A-B945CCA0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397FEE-7AE7-4D65-8884-63C3252D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17055-C90B-473C-AE2B-F0F74D1A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1F8CC-1FA3-4261-88E0-3849D64B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AEF49-50E2-4B4C-BB16-4BDCA577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9B210-6E23-4464-BFF3-55CF26B8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4BE21-13B4-46F6-8CC6-3D098F39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F71D95-FCB5-4F21-954E-D08116B3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D1F6E-B092-4D6C-9CDE-B8BB9151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15003E-E095-4B84-B253-78745D5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EECD3A-CF6D-41F6-9F60-CE031713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2B6D70-3573-4627-A8F9-5B28AD7F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39FCF7-8EBD-4FC9-B229-2D96584A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5EAC37-CEAE-4294-B6A5-1620A9D9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487ECA-6C22-43BB-A57B-D4C53FC4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3CCCEE-9568-4A6D-BD5C-9AEC67A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609570-0626-4AD8-A510-F08C21F1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D64F9C-D8C7-4603-958F-60128511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5B58D9-CDD8-4437-BC01-3F9761AB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01/10/2026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916219-4E0C-422E-9530-EE117A39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179917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26C60-258A-465D-ACF7-8A1B63A1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D1E0C-A595-4257-A004-950CEC52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48F8A-F033-4B18-9A30-F9B9EA40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BE817-1A09-4535-9A2A-E2377C64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C1E4F0-08FF-483E-8634-3692E6F2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9EAB-CD9B-49C7-90E2-A46749E4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11B57-7077-45DC-A2B0-61AF90CE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CFBB8-87C7-458A-A467-21C91AAE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28040-4834-453E-B17C-8DE56331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2FD07-F12B-43AA-92E9-FD90CF0B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3DC74-5B15-434A-AA57-D7E39178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AC0F4A-E306-4FDB-A603-A880BAA5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B6907A-0C26-490F-BF3F-F3E8B040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05322D-33D0-4535-94D0-71260F86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E760B5-EAFF-48BC-B8B5-14DE1DDF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9A2A2C-FB2F-4AF8-B6F9-6297D14E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970752-45F6-4DA4-909C-6EA27575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11A681-AD95-4426-92E6-AD4FCEF3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146B86-4C1C-410B-9FFE-57135686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DDBDE9-E973-479D-9587-B10CA3B9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2336FD-ED4F-43D5-B800-47957A12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0156C3-97B7-4BB7-84F1-C4E88202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CC58E1-49E7-40EA-ABD4-92387241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935903-CA86-4753-A3B1-FDB9FB3A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724680-57CE-4C01-A48D-CB5145CA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100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F40DE6-DF50-4A02-B819-89789BFF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3F2632-D975-444F-A156-9C45E246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Evaluator 15/30 ngoài UI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082487-7CFE-494A-888D-AFB2FE01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B7CA6B-7A0C-4C2F-8D17-37C70AE5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3D36D4-C0CE-493E-AE54-F740F952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EE4CF7-01F2-47D2-A729-A8E918CF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D48215-2F57-4073-A442-34406346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AD36BE-345A-4913-A83C-2F20A420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18627D-BFC1-4CC6-A3D7-6D697184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49398F-E614-4B28-9CC4-EC36407A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120835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2026-10-01T14:28:47.2170000Z</dcterms:created>
  <dcterms:modified xsi:type="dcterms:W3CDTF">2026-10-01T14:28:47.2170000Z</dcterms:modified>
</coreProperties>
</file>