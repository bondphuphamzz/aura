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82f217e37143ce" /><Relationship Type="http://schemas.openxmlformats.org/officeDocument/2006/relationships/extended-properties" Target="/docProps/app.xml" Id="Rfa29bc7cd9f7426b" /><Relationship Type="http://schemas.openxmlformats.org/officeDocument/2006/relationships/officeDocument" Target="/ppt/presentation.xml" Id="R20523cc1bbe14c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1aec8b097d4300"/>
  </p:sldMasterIdLst>
  <p:notesMasterIdLst>
    <p:notesMasterId xmlns:r="http://schemas.openxmlformats.org/officeDocument/2006/relationships" r:id="Re2851056bd974a0f"/>
  </p:notesMasterIdLst>
  <p:sldIdLst>
    <p:sldId xmlns:r="http://schemas.openxmlformats.org/officeDocument/2006/relationships" id="256" r:id="Rf83dc657b8c14bbc"/>
    <p:sldId xmlns:r="http://schemas.openxmlformats.org/officeDocument/2006/relationships" id="257" r:id="Rd045088fbc2c410b"/>
    <p:sldId xmlns:r="http://schemas.openxmlformats.org/officeDocument/2006/relationships" id="258" r:id="R6de6dc70e9dc41c2"/>
    <p:sldId xmlns:r="http://schemas.openxmlformats.org/officeDocument/2006/relationships" id="259" r:id="R10e8c09a60df422a"/>
    <p:sldId xmlns:r="http://schemas.openxmlformats.org/officeDocument/2006/relationships" id="260" r:id="Rfcfe875cf05646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5763c4c0584b27" /><Relationship Type="http://schemas.openxmlformats.org/officeDocument/2006/relationships/slideMaster" Target="/ppt/slideMasters/slideMaster1.xml" Id="R071aec8b097d4300" /><Relationship Type="http://schemas.openxmlformats.org/officeDocument/2006/relationships/notesMaster" Target="/ppt/notesMasters/notesMaster1.xml" Id="Re2851056bd974a0f" /><Relationship Type="http://schemas.openxmlformats.org/officeDocument/2006/relationships/presProps" Target="/ppt/presProps.xml" Id="R5174c3aa3ae248fc" /><Relationship Type="http://schemas.openxmlformats.org/officeDocument/2006/relationships/tableStyles" Target="/ppt/tableStyles.xml" Id="R10f81afb49024572" /><Relationship Type="http://schemas.openxmlformats.org/officeDocument/2006/relationships/slide" Target="/ppt/slides/slide1.xml" Id="Rf83dc657b8c14bbc" /><Relationship Type="http://schemas.openxmlformats.org/officeDocument/2006/relationships/slide" Target="/ppt/slides/slide2.xml" Id="Rd045088fbc2c410b" /><Relationship Type="http://schemas.openxmlformats.org/officeDocument/2006/relationships/slide" Target="/ppt/slides/slide3.xml" Id="R6de6dc70e9dc41c2" /><Relationship Type="http://schemas.openxmlformats.org/officeDocument/2006/relationships/slide" Target="/ppt/slides/slide4.xml" Id="R10e8c09a60df422a" /><Relationship Type="http://schemas.openxmlformats.org/officeDocument/2006/relationships/slide" Target="/ppt/slides/slide5.xml" Id="Rfcfe875cf05646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84a9955f0d42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b051a43f8d44ac" /><Relationship Type="http://schemas.openxmlformats.org/officeDocument/2006/relationships/notesMaster" Target="/ppt/notesMasters/notesMaster1.xml" Id="R64617565077348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073711bb104156" /><Relationship Type="http://schemas.openxmlformats.org/officeDocument/2006/relationships/notesMaster" Target="/ppt/notesMasters/notesMaster1.xml" Id="R904b2439665240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0c70aec11749cd" /><Relationship Type="http://schemas.openxmlformats.org/officeDocument/2006/relationships/notesMaster" Target="/ppt/notesMasters/notesMaster1.xml" Id="R68b15d018a7c4e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7447b42246447a" /><Relationship Type="http://schemas.openxmlformats.org/officeDocument/2006/relationships/notesMaster" Target="/ppt/notesMasters/notesMaster1.xml" Id="R75f9ad2e8d4749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9388775278411b" /><Relationship Type="http://schemas.openxmlformats.org/officeDocument/2006/relationships/notesMaster" Target="/ppt/notesMasters/notesMaster1.xml" Id="R94ef1093877142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54 test offline; người dùng xác nhận Verify v2 5/5 local ngày 22/09/2026.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https://github.com/BondPhuPhamzZ/AURA — Live URL: https://bondphupham-001-site1.ltempurl.com/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421e3cabd45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d5b4947c3248ed" /><Relationship Type="http://schemas.openxmlformats.org/officeDocument/2006/relationships/slideLayout" Target="/ppt/slideLayouts/slideLayout1.xml" Id="R7c68d5a9498c45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68d5a9498c45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47af1b5274786" /><Relationship Type="http://schemas.openxmlformats.org/officeDocument/2006/relationships/notesSlide" Target="/ppt/notesSlides/notesSlide1.xml" Id="R083ba758415b4a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02b487c7b447d" /><Relationship Type="http://schemas.openxmlformats.org/officeDocument/2006/relationships/notesSlide" Target="/ppt/notesSlides/notesSlide2.xml" Id="Rf0b2533d33724f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d601c4a484902" /><Relationship Type="http://schemas.openxmlformats.org/officeDocument/2006/relationships/notesSlide" Target="/ppt/notesSlides/notesSlide3.xml" Id="R3b9ce4d2fd884b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ba212d92a4880" /><Relationship Type="http://schemas.openxmlformats.org/officeDocument/2006/relationships/notesSlide" Target="/ppt/notesSlides/notesSlide4.xml" Id="R143fb56335c240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5b55b04cb04844" /><Relationship Type="http://schemas.openxmlformats.org/officeDocument/2006/relationships/notesSlide" Target="/ppt/notesSlides/notesSlide5.xml" Id="R488a6523ee984a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8CBA9E-96C5-4564-BF9F-2844F607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A54AD-F8DF-42A1-99C6-710D5553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16F94-E7C7-41CC-98EC-86F9D2B9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7F8163-7D08-4A0C-A61B-55DDDE47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56616-8DC5-4DAA-85A7-503B20C5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694E2-73A5-406F-86DE-19215505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0F5BB-A106-43AC-B8E3-4F906F94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BD992-04E5-4499-B1AB-602CCABB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1F671-08AD-4931-8F46-CE2504A4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0A70C7-B4D3-41CD-8015-08C6ADFD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C3A5D-F5F5-4296-9D03-C6E54C14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C1D787-5E79-4AC3-B71F-61B80F27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A79E2-FFE8-4A2F-A206-3CCD9DD5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A084C-552C-439A-818D-E079E61B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D898FC-525F-4612-AB17-8610CAFE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6EE4C8-9F13-4714-A693-22DEC359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15A34-B7AD-49AD-80AB-4CE51C26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C6059B-8218-4B43-8652-C7284BB2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51E216-5063-4C17-B545-C8DE1583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7DDFB9-BD01-4BF4-903D-862F5EDC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9E4DE-30A8-4234-B30A-28D9955F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D69A7-7D4D-4F09-942B-23676415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81E3D9-9557-4768-8ECC-1ABF1027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958229-8BB0-4AE7-AEE1-C9AF7312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112003-ADC1-4683-97EB-22AB325B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FAC9A-AA82-454A-A78A-8B689E39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57AF8C-AED2-46D0-9333-D392B035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0705B4-2DBF-459F-A467-60841038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6C82EA-627B-4D2B-B839-7E8C4F01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D98254-FF1B-4062-BF3D-B75FE6A3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EFA0B2-8D3D-4211-AD3A-264EE16B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2173E7-9AB8-45BC-8B4A-8427EAFA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04198F-86C6-459C-9EFC-A74F3DDB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487A91-654B-4C91-8BEF-C2593437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AAA2E1-4CD5-46FE-9753-BCB8867A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0E6761-DC2D-4448-BD37-5E6F0ABB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8B0612-4ABF-466A-966C-4838B0A4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197C3C-2F40-4220-9919-1D6D8CC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071476-35BB-41BB-925C-D02B058E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D5652B-8B2B-4F74-A3B1-3BDF7EFE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14EBFA-AAC9-45B5-8FF5-5AD09F7B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EF8DB3-1F89-41EC-871E-D7AB1CB5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4877B3-6E75-4B04-8EA8-C9A6B9C5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0E13C35-2CF2-4D7F-A4AE-8721AAD5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FA647A-523C-4C46-9A38-1AEE1506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C425CC9-63F9-494D-8842-4062DCD3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8797620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35A476-33A5-4902-8BDA-477F8B63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79593-35A3-4308-AA8D-E06C6E0A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231C8-D9E2-457B-BD21-E5076518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59817-B422-4375-969B-43715C22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E18E6-0533-41FB-9C06-C82D0767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D7BF3-C545-4F5F-8F52-1A2C3325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05F75-E1FD-41D2-998E-4D5F2E00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36A12-2E6F-4D8F-B647-2E1AC03C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05CF9-0B0A-4E18-9800-D89A69E5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8B6BD-E819-4B09-9839-F2DA78A6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40974-5DC5-4C4D-9EC5-BF89DE9C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D4C14B-B620-4CCE-B350-45ACE6E0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42B0BC-CE1E-4789-9352-685E5F2F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9D51E8-BF0A-4F31-BAB8-496009B2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D55863-AD1A-4872-9AD9-2C482068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0844FC-E51A-4CC1-90B6-6A9B9120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BDDA1C-1079-430B-AC4C-7CC3755E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89D41C-6CB5-4293-B28C-463D5171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B8EFE-CDF2-4DAE-889E-637885CA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0F81D0-8CED-4D60-8B1A-AA1AB871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C19CB-1961-4799-ABBC-F9725026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67BE1-55BF-4345-BBE3-B1CA8540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05D2CE-CEB3-4E97-86FF-1FDCAE6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0F7F4C-B509-4111-A637-8228C0C1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7DD757-DB62-42F3-ABDC-A0D0B9A4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634883-1D79-4878-A1AA-7BBE8CB6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283A28-CA39-4F49-933A-9DB638CA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7DBAB4-2874-46FA-B629-283D9B6F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F76EAA-52D4-43AD-9964-6E399127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8D1ABC-3D5B-48F4-988C-53232556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70CDD9-2413-4A79-B53D-4D6F05C7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4770CF-FCE6-4F11-B408-D140730D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C474BA-C969-4ECD-9030-839D4708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5DA7D8-EABE-4247-8863-441F4F78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4A2DFE-918D-445E-876C-66700EC1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BCB9BA-26DD-4C71-97C3-07E36176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592463-ECDE-4FD1-A462-47922B32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6323B7-EBB5-438E-A283-03F6A563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E0EAB8-B38B-4E08-9A17-49AA820A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F1963C-49A6-440E-BF67-3DE063E6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FBCB37-E2C3-45B7-90FD-35D61990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5B1ACE7-C706-4C25-B50B-44CA5FFE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3CD8F8-D09C-4B3B-B70B-67C60F65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65DBBB-20EA-419F-9AAC-0C3DF463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5C9E20-3EBD-4128-BB4E-1CE73BDE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4996032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78F7F1-6ACA-4371-A8C2-CB9BC995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C42B8-1581-4F2F-BC8C-EFCA3A0E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0AD22-9BA9-4023-8900-3AC51446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90F79-6F8F-410A-B406-00701269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AD351-ECED-4D6D-B610-6BD83076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3D9B6-1CBA-4941-B015-6EB1A60A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4ABFC-540B-473E-83DA-F0893C1E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583161-6F81-468C-9685-9F7AE999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7CD7B-A46D-418F-A7A8-A6043F9F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5ECAC-234D-467F-AD4F-B1969882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4C7A1-CFFD-42BD-83EA-3C6124D4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32F02-3DF5-44A5-A562-8682C7F0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38449C-C0EA-4885-BE98-AF9843C8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D3EF8-B2F3-4E27-97AC-188E99F0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5EC911-05EE-4A23-BE87-9F101B8E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54/54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59581-8815-4BD2-BE31-10094331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E6EAED-7BE7-4D2E-9DA0-B7D625A3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E28E40-5695-4BCC-AD4B-078DF556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5702DA-7E61-4950-B701-E457983B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v2 local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48C59C-D6DE-41F1-8DD6-43CED4CE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0A001-D399-42C0-B1EE-9A4EB21E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90D4CB-6D52-4ED0-A3F3-7047E978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85F048-0473-4E4B-B499-89409BD7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C5B54A-3131-4E98-A7F7-65693208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5FC60C-0ECF-4670-B6C8-65F694CF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77F1A-CA7B-4E4D-9457-0EE026F6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8E3675-FD91-458B-9255-FE3CE62E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E41A62-8AE2-47DD-B633-F8D41B2B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310E49-F8A7-465B-8B32-AF0390BC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69D09-08B4-4F91-9241-68B3E095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A39643-6851-47DC-84FE-C6B0F825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21445983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6E6BED-2346-46D4-952C-645BC3CA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81700-F7B3-4831-97B1-3A1A0D10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E7FF0-DEDE-4977-81B5-F55F2610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FE21B7-9BE7-44E4-ABF9-C52CDC09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2D050-A019-4C3E-8B2B-5B1DF78A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E67BF-6A75-48FE-82B3-21CDBCCC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1733B-9DFA-4197-B554-F704CE25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fetch/fragment • polling 10s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32F55-15EF-4DD8-8EA6-C619F45A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5AFD1-8FFF-4ADD-9FF8-FA485E20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48674-89EC-4E1F-A7B6-2592F6C6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03C47-C1E6-4FB0-8412-491A4AF8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82AAA1-27B4-475D-A67E-DB415C71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8744F2-2513-4F81-9D1D-B5F3CB5E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91F0F-E79B-42A4-97E8-8F264DBD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552B2-AE4F-438A-8961-7C71FF8F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IVisionExtractor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2DEEC-CED8-4699-919A-2199E893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2997A5-88E3-492B-96F9-41F2ACD7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EA0FDB-5905-4DC2-AAEB-710ADB0D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4CED9A-4FE8-45B4-A564-3B3558AA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B0EDD1-F178-4F02-8873-0FA36925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877C1-D9EB-4104-A5DC-F70051DA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OPENROUTER / QWEN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F3EF96-4E1A-4E52-BD48-75E9FF0E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Trích xuất JSON có cấu trúc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3CB091-8E92-4195-AA83-B4DA9887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C93439-8C03-4B95-9BDF-6011577B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77C14B-BDA5-49DE-BED7-14649D6F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Qwen/OpenRouter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83B7B3-4DC0-4271-BAA3-0AC33743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7C7C85-DE01-4801-821F-69B75F36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5A4AE7-432F-4879-BD84-C23B5078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618984-37C2-4103-AB15-6EF1B291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B3D807-88A2-4857-9FD8-44175D50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22/09/2026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1703BB-9B32-48E3-A8B2-C0322309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5222989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526099-DB5E-4B3E-A702-75DCFC5F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09B93-666E-4F4F-BFFD-96DC96C0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B2D9DB-2C14-4182-B9A2-2BB5211D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B8183-C827-4E10-9403-5C795F10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BE11C-49B6-4E00-B122-9E3682D6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983AA-A6B1-41B1-AE24-7F11CF73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CC3AE-BCC1-40C8-BF19-BD8D0FF7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1E04C-8A1E-416D-8802-A09EE92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236A3-C13B-40E8-A8CD-B98AD4B1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44550-DC7A-45A3-8DC9-D82AB2F9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16A0FD-4214-4FBA-900A-22B1E731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37E8F3-8E10-4FEC-80EB-EB0427EB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lệch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B4C98-53D5-45C5-9ABA-CAAB6475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Chuẩn hóa giới hạn • fail-safe nếu vẫn sai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4D83B3-0216-4981-BA3E-4E3400C3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2FCEEA-50D7-4960-AB48-3B2299C9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B26B3-2348-46BB-A4D9-2000D788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F23C6B-38BF-4CEF-AA96-7C951977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1CC5E-E8B0-44F4-B369-5447F00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8E6D9-3FCD-4259-BCBD-9B79DDFB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A68395-2EC1-4FFF-8E59-053A1C0B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7C301-2F00-4B1B-AAEC-6E5A1ABF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TRƯỚC KHI NỘP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588AB4-08A0-4AF6-A697-BA7FC4F3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86ADF7-2F90-4CA5-A373-B437C1DA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Bỏ index.html mặc định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60A925-2F94-4934-879F-323996C5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0AD995-690C-4D45-815B-0B3E3D92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Smoke 1 ảnh + Verify 1 lượt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8C01A-F98A-4E2A-8721-32975B8E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C206DC-3F96-4348-BBDD-B69FCDBC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Quay video &lt; 3 phút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88FFBE-7FC2-4146-BC5E-9A454CDB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554AA1-E385-41DD-8F5A-3B28DD26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Gắn link video vào form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B553E7-221D-4AE2-A6AE-956E9E0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38278F-DFBB-4C35-BEED-EA1AA93E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8FCED5-CE36-4A64-A95A-5B325797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A73D5B-BB5C-42F4-B266-140CE3AB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Lộ trình: benchmark Qwen3-VL 4B self-host khi có dữ liệu và phần cứng phù hợp.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02C1C-2931-43B2-8C4E-EAA7D80B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C65A85-F475-426E-BAB9-0F0E60C8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2092116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2026-09-22T03:31:06.7950000Z</dcterms:created>
  <dcterms:modified xsi:type="dcterms:W3CDTF">2026-09-22T03:31:06.7950000Z</dcterms:modified>
</coreProperties>
</file>