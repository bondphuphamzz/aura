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613ca056fbb4720" /><Relationship Type="http://schemas.openxmlformats.org/officeDocument/2006/relationships/extended-properties" Target="/docProps/app.xml" Id="Rfb8ebecd40ff4818" /><Relationship Type="http://schemas.openxmlformats.org/officeDocument/2006/relationships/officeDocument" Target="/ppt/presentation.xml" Id="Re0c745b085fb46c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e7193389c4c479f"/>
  </p:sldMasterIdLst>
  <p:notesMasterIdLst>
    <p:notesMasterId xmlns:r="http://schemas.openxmlformats.org/officeDocument/2006/relationships" r:id="Rfba7543f2a224346"/>
  </p:notesMasterIdLst>
  <p:sldIdLst>
    <p:sldId xmlns:r="http://schemas.openxmlformats.org/officeDocument/2006/relationships" id="256" r:id="R444b5d8215c843a4"/>
    <p:sldId xmlns:r="http://schemas.openxmlformats.org/officeDocument/2006/relationships" id="257" r:id="Rcad3797ea7e947bf"/>
    <p:sldId xmlns:r="http://schemas.openxmlformats.org/officeDocument/2006/relationships" id="258" r:id="R058fd522820b4899"/>
    <p:sldId xmlns:r="http://schemas.openxmlformats.org/officeDocument/2006/relationships" id="259" r:id="R9dd385b2feae4e4f"/>
    <p:sldId xmlns:r="http://schemas.openxmlformats.org/officeDocument/2006/relationships" id="260" r:id="Rdd6f2d6b3eac404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2446e07f8d4cd3" /><Relationship Type="http://schemas.openxmlformats.org/officeDocument/2006/relationships/slideMaster" Target="/ppt/slideMasters/slideMaster1.xml" Id="R9e7193389c4c479f" /><Relationship Type="http://schemas.openxmlformats.org/officeDocument/2006/relationships/notesMaster" Target="/ppt/notesMasters/notesMaster1.xml" Id="Rfba7543f2a224346" /><Relationship Type="http://schemas.openxmlformats.org/officeDocument/2006/relationships/presProps" Target="/ppt/presProps.xml" Id="Rb21a06b9381f4098" /><Relationship Type="http://schemas.openxmlformats.org/officeDocument/2006/relationships/tableStyles" Target="/ppt/tableStyles.xml" Id="Rc62a611bb8844156" /><Relationship Type="http://schemas.openxmlformats.org/officeDocument/2006/relationships/slide" Target="/ppt/slides/slide1.xml" Id="R444b5d8215c843a4" /><Relationship Type="http://schemas.openxmlformats.org/officeDocument/2006/relationships/slide" Target="/ppt/slides/slide2.xml" Id="Rcad3797ea7e947bf" /><Relationship Type="http://schemas.openxmlformats.org/officeDocument/2006/relationships/slide" Target="/ppt/slides/slide3.xml" Id="R058fd522820b4899" /><Relationship Type="http://schemas.openxmlformats.org/officeDocument/2006/relationships/slide" Target="/ppt/slides/slide4.xml" Id="R9dd385b2feae4e4f" /><Relationship Type="http://schemas.openxmlformats.org/officeDocument/2006/relationships/slide" Target="/ppt/slides/slide5.xml" Id="Rdd6f2d6b3eac404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0c6e9152e3b42f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8684078c87d4c8c" /><Relationship Type="http://schemas.openxmlformats.org/officeDocument/2006/relationships/notesMaster" Target="/ppt/notesMasters/notesMaster1.xml" Id="R77cd45ed034c4a6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42ca290ddfc4708" /><Relationship Type="http://schemas.openxmlformats.org/officeDocument/2006/relationships/notesMaster" Target="/ppt/notesMasters/notesMaster1.xml" Id="R3d7e7ff32c0d442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731545e9bfe4281" /><Relationship Type="http://schemas.openxmlformats.org/officeDocument/2006/relationships/notesMaster" Target="/ppt/notesMasters/notesMaster1.xml" Id="R95ca38b85881409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838011138f4390" /><Relationship Type="http://schemas.openxmlformats.org/officeDocument/2006/relationships/notesMaster" Target="/ppt/notesMasters/notesMaster1.xml" Id="R5f855b34763949d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76ab0f4eb224724" /><Relationship Type="http://schemas.openxmlformats.org/officeDocument/2006/relationships/notesMaster" Target="/ppt/notesMasters/notesMaster1.xml" Id="R193b69c0c032425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nội bộ ngày 29/09/2026: 88 test offline. Trên cùng judge set 15 ca và fallback tắt, OpenRouter 8B đạt 15/15 quyết định, 70/75 field, P95 16,459 giây; Ollama 4B đạt 14/15, 73/75 field, P95 58,318 giây và bỏ sót escalation TK-12. Đây là regression trên dữ liệu tổng hợp, không phải accuracy thực tế.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kỹ thuật trong repo: ReceiptProcessingWorker.cs, ConfiguredVisionExtractor.cs, VisionCircuitBreaker.cs, tools/Invoke-ExtendedDatasetEvaluation.ps1 và docs/SPRINT2_IMPLEMENTATION_PROGRESS_2026-09-28.md. EF Core 8.0.31 đã qua vulnerability scan không còn advisory.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0601017ed6412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5a0b91205d417d" /><Relationship Type="http://schemas.openxmlformats.org/officeDocument/2006/relationships/slideLayout" Target="/ppt/slideLayouts/slideLayout1.xml" Id="Rda69367881ac448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69367881ac448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6abdc844d344eb" /><Relationship Type="http://schemas.openxmlformats.org/officeDocument/2006/relationships/notesSlide" Target="/ppt/notesSlides/notesSlide1.xml" Id="R46473c052c304d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b4e0f441e74105" /><Relationship Type="http://schemas.openxmlformats.org/officeDocument/2006/relationships/notesSlide" Target="/ppt/notesSlides/notesSlide2.xml" Id="R4f9700090627407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20ba57804c40ed" /><Relationship Type="http://schemas.openxmlformats.org/officeDocument/2006/relationships/notesSlide" Target="/ppt/notesSlides/notesSlide3.xml" Id="Rb02ab053bd4d405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d2f776139043b6" /><Relationship Type="http://schemas.openxmlformats.org/officeDocument/2006/relationships/notesSlide" Target="/ppt/notesSlides/notesSlide4.xml" Id="Rc52b317ec0d3435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ca89b1406a492c" /><Relationship Type="http://schemas.openxmlformats.org/officeDocument/2006/relationships/notesSlide" Target="/ppt/notesSlides/notesSlide5.xml" Id="R7dff1ac41c77465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9D3DD7C-AB40-45FF-9C5C-A1A1ABDE6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4C883B-9F82-42C5-97DE-9A2C5C7BF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CF1AD1-832E-4828-A54E-E602C33C1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0B92E6-E58F-4E63-90DA-06E0EE4F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409AF2-B64A-4FC9-8BCA-194AA041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34F22A-B4E5-4371-B6DB-E55046191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A2E305-F3CA-42C8-AA0F-823ABDD7D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DFA13C-4D28-421F-930C-4DA473082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272AB9-EA50-46C7-A3A1-E69D50CD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F56CF6-0E19-4709-AFAF-A22CA5F14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9F99B2-35BD-4351-8C8F-557DD3E6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30783E-EA33-44A7-93FD-D3F6666BB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B11663-267D-46D1-B6C3-4FE6BB6D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4118FC-E3BB-450F-A7D0-A4346A63B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19B866-DDDE-46A3-83D0-C6075CAD2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C895C2-1DBA-4746-9417-687FAAC5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94DD8C-C792-4CAF-952C-7DA032A3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B63EBD-E08B-49C8-B007-65157047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6798EA-0BD9-484A-96C3-B705D6EE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A1CFD3-CBDC-4057-AA08-097069D80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2C4FBA-A8D8-463D-B314-4C6E7847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74019D-AEDE-4140-8AE9-7DDBA272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DEC7F0-88C1-4D66-938E-9824F0E61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F92B6B-E025-40EC-8C2A-7DFDAEEF1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815BA1-7720-454C-A17E-7B125351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F1CC40-C2FB-4D9C-B597-3632E21C9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ECFBFC-C4CE-462C-8E65-1B8FA8F2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6EFCB5-BB9B-4BC6-BCC9-00068898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1C41CC-F1FC-4BD0-AF0D-8D843AB4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B797F0-54BA-45DB-A22A-A46935985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EE402C-8437-466A-A04B-E2E197C6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82570A2-D7D0-409B-87AA-EB4E4FBB3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EB1464-4294-44EB-9A11-CEA2A2E9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3C096B4-61CB-46AF-A339-69F54224E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8D85E29-E49D-4E82-9950-65BDBD70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2DE8B14-5D3C-4E14-A4D1-24A1DF9B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743324-0A15-4587-A54D-7AB28050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F2785C6-610E-4D14-9672-0ACB17C15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6D30F6B-E613-43C8-9CFF-DE0F6030E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C960F8D-BB57-4314-AA55-E5AC3C83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14CB60A-57BE-4C19-BBBA-6F00B52A9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E06BF3D-1B94-4729-9102-A4D5841E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A1BB0A0-AD8E-481B-9910-7C76F3339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3E465CE-1914-4E20-806D-1277B667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8961D38-EC24-4731-8F98-C44AEBE8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29/09/2026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8F16737-2A42-444A-AA24-7BCCE0690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016760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2214A10-3A76-409B-90B5-6D4EE7B2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C1D48B-7ED0-4966-B46F-73223077C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88E3D0-ED25-4410-B597-38C71224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AAC328-2C5E-46CD-9242-3F2B2711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C6F7E2-95DA-47DE-AB40-05579A8F2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D369E3-441D-41DC-AE4C-CB1C0007E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FB52E9-B781-421D-83A0-0A49048D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C2A86A-0CCF-46C8-9B55-C66B44C9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người gửi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B3AF58-1B76-433E-A14E-93D31CFB7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84C95F-6AC8-43AD-8F2A-A02A3588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176936-37F7-4280-82E5-00A7931CD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252EB2-EECF-4863-A79B-6C6AB577E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Nhận hồ sơ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A4D7F0-E782-435A-A922-90F3AC5F8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Lưu PENDING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HTTP 202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B7F54D-2066-4578-AE7B-F29E90B6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C7A1FD-C8A1-4A91-98C2-4C3BC6AC9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E11145-3AD7-48D1-967E-3CF19DFFD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D0B5A7-524A-442F-A014-EA450AE2E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Worker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127236-45C2-4F5D-AD3F-95346500D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Claim bằng lease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khôi phục sau restart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CF6E4E-A334-46F9-9CB2-51ABF0EA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AC6ABB-A934-4671-B55C-58A6129CC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44DBE8-0CF4-41F1-99B2-57BB8F38E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F344E7-18C4-4C8B-8487-AEDFBEB2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D1C6BA-47DF-4C86-8410-35A6C4DE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Primary hoặc fallback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semantic repair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0DABF3-E205-4EE8-86D2-5B299091F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900DCB-13D9-4B4C-A3AF-27753B8C4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D910F7-ED4A-4136-B553-2A4134CE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BC92FD-E461-43FD-8AD3-64FA06A4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6C360E-9D17-42A3-BEEC-081F134A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CEAF37-05E0-4979-93C7-074919A6E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60504B-B519-4ED4-A0BD-B9FC9C8FA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50002B9-D32B-48C0-B094-491F9F7B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C3E939-D54A-45CD-A52F-C38387ABE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0792BD-00CE-4DFD-A2A5-6D86A4404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945626-0DC8-4D0B-8CA6-BCE4750B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A10B349-25EB-4832-BE8A-63E308C0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695052A-FE11-4BB3-ABB9-62CF8E63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086726-399D-4313-8188-53571138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9E557A-85C9-4BBD-BAC0-1A1A8DA8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7DFE4B2-5726-4900-B5EC-7F08BB6A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4DE32EC-29BF-43DB-91DF-83E7AA579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6D848C2-5642-4C5C-AD94-CCA0E1AF8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592658B-16BE-4E60-B98C-ABC6E24CE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F236101-C0B0-44EE-9EC9-FB22A53A1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88C814-A85C-4FAF-AA3D-951C6E78A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29/09/2026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4D8EB5D-0920-4769-A423-4BD0182D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286574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E538872-EC6D-4C9A-8C4B-AE44C7D96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0E054-5D38-4922-A26A-2BBBE742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kỹ thuật và tác động cần đo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BACAEB-9ED8-489C-9FE4-64DB35CD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Kết quả regression đã có; hiệu quả vận hành chỉ kết luận sau pilot độc lập.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B79DC7-53FC-449A-86D9-7EA5146E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5024D4-9D84-4907-B25D-83CFCE69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DCA404-84FE-4476-9C3E-71B2A29F3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1F17F0-1720-4A3B-AF3E-01325A1E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7AEAE4-41E3-461A-8FEF-EAFBEC7E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8F698E-F610-455D-970D-65B1E1AB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24D67F-5CE5-4D34-A9EC-F0B91CF9F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BFFC87-5A0A-4556-B29B-A3F5A0DDD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F55849-DC5E-4779-8805-E0785A48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E5A64E-DF54-4C16-8801-2BF9F389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D66E98-2A43-4161-A809-CF8F87DE9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A01848-4061-4037-923A-886AFEBDA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88/88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CA77E4-A57E-4128-B0C8-59479913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3C45E0-3F26-45B9-8C2E-EADDDF2E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3A5899-EAB9-424D-BAA7-2393ECA0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15/15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E66399-AD72-4D5A-940D-A5A417CD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5646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judge set OpenRouter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9C7005-D313-401E-A86F-36D72AD76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66505E-8547-46B7-BD26-3AD894E82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14/15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FFB63F-F7CE-4333-B6B1-DA9C5977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judge set Ollama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4DA6B-5C0A-4257-AC2A-EF66C836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8E0151-6E91-47AD-BEFD-9C21CBCEA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B8178F-5FF6-4F14-A52B-A5CF9721F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F7FEC1-42E4-4538-A342-59FBBB2BC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E6E5B5-086E-46C6-8786-4292E07A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DBC37A-5F3B-4861-BA4D-A1F92E0B5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7049EB-F346-45A6-88CE-B0F104A6C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28D2E1-F9A6-4667-94C9-A115539AD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29/09/2026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CCE9224-371A-4758-BC41-8E2E8386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1024263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797956-D0AB-4ABE-8237-256A67E99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4FD613-F647-45A0-B3A3-403EBF95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AF7492-EF35-4CB8-A7D7-1BFAF8DA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8FC1DA-61E2-4196-8AAE-3AFF0F5B1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47BFFA-6A40-4B65-93B3-B6CD23776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E2A748-C40B-41CE-B5B9-AF472279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4947A7-EF2C-4DFB-AD11-8E8AA244A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HTTP 202 • status polling sau upload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8EA3FD-5A69-40AC-BE2A-08E43F871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713B53-810C-4735-B11B-3B4F0B13A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171F2B-C0A9-4A0E-90BE-A44CF697D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8EF0B2-D731-4039-AF85-CA1FE401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worker • lease • circuit breaker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361D28-EC35-4048-ABA0-5CA77EA6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D06C3B-8363-4CA6-B36A-1ABE910B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2012A0-B699-48A7-A0FC-3D178EAF8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DE37FE-2809-45E7-B66A-FEC91E228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Semantic validator → PolicyDecisionEngine → EscalationWorkflow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D34321-C0F6-45D2-8748-5B32DD85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100DBD-C125-4B5C-B893-4BCDB102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2BE495-6DAA-4C39-B090-44F8ECF5C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ACBCB5-1186-4093-A1E9-61BA11089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FD75CD-F46E-4FC3-9FDA-C7107082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5A99A9-9124-4D91-908C-2593A41F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7B3A0C-7B05-4679-9412-892C86D5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OpenRouter chính • Ollama fallback opt-in • model không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DEE146-82BD-4027-8398-91E4E8257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581F25-E189-4B17-8588-E502C3945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3227FA-61B5-461F-82D9-9AE24B495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00BE82-ADB8-45F2-9216-93D025EF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52A8CE-7B55-4A4C-BA69-B8DAF84B0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F5758B-8147-4705-88A2-D70E41BC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 trên UI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15/30 ca qua runner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FDFC91-52B1-4998-9203-6677A7F0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F184A3-E8CB-4E03-B489-716B8EAB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29/09/2026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4A919A-9CD0-47CC-B372-451FDCCF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567106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16660F7-6B35-4B54-8E85-1650FA0E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1DE4AB-F50F-4263-A5BF-7E2EBF5A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hiện tại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6A80D2-565A-473F-8B84-4D35C4E1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Fallback có allowlist và circuit breaker; lỗi dữ liệu không được che bằng đổi model.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60200E-956C-4A65-8026-AA43D8C0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FD42A3-2DAD-4852-B4B4-EF4551F9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90E90F-65F0-4FE7-AC47-64CD57EC2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timeout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9BAB55-DDDC-40B3-A340-D9478987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1 lần nếu bật • audit provider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1BE1AE-F9A3-45FB-8DB9-6BF1D70C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76DA5F-4173-4BAD-BBBE-491D0620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Provider lỗi liên tiếp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F8EC0D-8F1A-4032-AA1B-5EBAF3268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Circuit mở • cooldown • primary probe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402F3F-E8C0-4015-9CB6-112AAACA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F10EF8-C01F-4DB2-855B-46CBB70F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/ semantic sai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BE5333-C63A-4B4C-8666-BB594203F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Repair đúng 1 lần • rồi FACT fail-safe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5A9DA9-FBC4-4BAE-B2A6-E48B8DCD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5F1017-AEF8-4FF3-AC3E-A8D3B9BE9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App 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B7DF9A-C022-4D2F-8A3C-7A68E2F0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 job + lease • worker reclaim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10C781-4201-4081-8F4A-8E0662B9C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4A8D97-B80C-4B75-8C14-B2B75C15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612155-6BB9-4BA4-9392-A31F56F2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BC6BA-2D26-47FE-B6CF-778123DA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D09EC1-2B82-4265-9B64-CC1D62B3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C00940-8144-4DBD-BE2F-F2876EA4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263592-ADBB-47B0-B960-BDA290095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upload queue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3E10A3-F978-4168-B8E4-CAB1EC173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C89442-DF5A-4FD4-A477-EC749C64E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88 test • dependency sạch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E96996-977A-4D9F-AABB-F8C463DC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A98ECF-16D4-4814-BEFE-D219AB884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Evaluator 15/30 ngoài UI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0025AA3-2C9F-4266-9780-505468567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E40681-1D09-4C36-99DC-943D0C9E7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opt-in + audit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0659C5-313F-4279-B596-4D52BB5B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99FB65-877E-4CA3-8C54-0D404849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BASELINE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3D3B54-4658-409A-9182-6AD57E038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 • authentication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tax lookup • object storage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benchmark dữ liệu độc lập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93C20A-32F5-4936-B437-52EB319F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Verify vẫn đúng 5 ca BTC; runner mở rộng không làm rối dashboard.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D7592A-42FA-4D7B-BF07-EFA59E86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08F0D8F-48B5-4C9E-BA26-20938CBE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7425948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2026-09-29T01:46:34.5540000Z</dcterms:created>
  <dcterms:modified xsi:type="dcterms:W3CDTF">2026-09-29T01:46:34.5540000Z</dcterms:modified>
</coreProperties>
</file>