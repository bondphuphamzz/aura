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16a54b50194af0" /><Relationship Type="http://schemas.openxmlformats.org/officeDocument/2006/relationships/extended-properties" Target="/docProps/app.xml" Id="R93da1ebe6a8a4311" /><Relationship Type="http://schemas.openxmlformats.org/officeDocument/2006/relationships/officeDocument" Target="/ppt/presentation.xml" Id="Rc9f8b1cbd0924c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3e2bd8699c4258"/>
  </p:sldMasterIdLst>
  <p:notesMasterIdLst>
    <p:notesMasterId xmlns:r="http://schemas.openxmlformats.org/officeDocument/2006/relationships" r:id="Re92d0274163a4bc2"/>
  </p:notesMasterIdLst>
  <p:sldIdLst>
    <p:sldId xmlns:r="http://schemas.openxmlformats.org/officeDocument/2006/relationships" id="256" r:id="Rfd14b3f43f6b4faa"/>
    <p:sldId xmlns:r="http://schemas.openxmlformats.org/officeDocument/2006/relationships" id="257" r:id="Rb037570878a943af"/>
    <p:sldId xmlns:r="http://schemas.openxmlformats.org/officeDocument/2006/relationships" id="258" r:id="R95b93b390e1b4423"/>
    <p:sldId xmlns:r="http://schemas.openxmlformats.org/officeDocument/2006/relationships" id="259" r:id="R02580779994f41df"/>
    <p:sldId xmlns:r="http://schemas.openxmlformats.org/officeDocument/2006/relationships" id="260" r:id="Rfaba4b4a3e4546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f533cc0caf49ed" /><Relationship Type="http://schemas.openxmlformats.org/officeDocument/2006/relationships/slideMaster" Target="/ppt/slideMasters/slideMaster1.xml" Id="R293e2bd8699c4258" /><Relationship Type="http://schemas.openxmlformats.org/officeDocument/2006/relationships/notesMaster" Target="/ppt/notesMasters/notesMaster1.xml" Id="Re92d0274163a4bc2" /><Relationship Type="http://schemas.openxmlformats.org/officeDocument/2006/relationships/presProps" Target="/ppt/presProps.xml" Id="R7688b4532a7741d5" /><Relationship Type="http://schemas.openxmlformats.org/officeDocument/2006/relationships/tableStyles" Target="/ppt/tableStyles.xml" Id="R4e919bca2d7a405a" /><Relationship Type="http://schemas.openxmlformats.org/officeDocument/2006/relationships/slide" Target="/ppt/slides/slide1.xml" Id="Rfd14b3f43f6b4faa" /><Relationship Type="http://schemas.openxmlformats.org/officeDocument/2006/relationships/slide" Target="/ppt/slides/slide2.xml" Id="Rb037570878a943af" /><Relationship Type="http://schemas.openxmlformats.org/officeDocument/2006/relationships/slide" Target="/ppt/slides/slide3.xml" Id="R95b93b390e1b4423" /><Relationship Type="http://schemas.openxmlformats.org/officeDocument/2006/relationships/slide" Target="/ppt/slides/slide4.xml" Id="R02580779994f41df" /><Relationship Type="http://schemas.openxmlformats.org/officeDocument/2006/relationships/slide" Target="/ppt/slides/slide5.xml" Id="Rfaba4b4a3e4546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1ee08d9d4b44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4942b9d3a9459c" /><Relationship Type="http://schemas.openxmlformats.org/officeDocument/2006/relationships/notesMaster" Target="/ppt/notesMasters/notesMaster1.xml" Id="R025a5469700a4c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a3316c062a46e5" /><Relationship Type="http://schemas.openxmlformats.org/officeDocument/2006/relationships/notesMaster" Target="/ppt/notesMasters/notesMaster1.xml" Id="R1dba6666dd874c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81c54bb464401a" /><Relationship Type="http://schemas.openxmlformats.org/officeDocument/2006/relationships/notesMaster" Target="/ppt/notesMasters/notesMaster1.xml" Id="R6ab53c95fb3442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2fd0688a4e4730" /><Relationship Type="http://schemas.openxmlformats.org/officeDocument/2006/relationships/notesMaster" Target="/ppt/notesMasters/notesMaster1.xml" Id="Re98cd7b7cccb4d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fca34fe65341f7" /><Relationship Type="http://schemas.openxmlformats.org/officeDocument/2006/relationships/notesMaster" Target="/ppt/notesMasters/notesMaster1.xml" Id="Rd7c7d74edb9c41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06/10/2026: source hậu holdout đạt 122/122 test offline. Live 1f4b3c9 đạt health 5/5, security 6/6, Verify 5/5, workflow fixture 2/2 và Audit UTC+7; điện thoại thật 4G vẫn là gate trước public URL. Official holdout thật một lượt: raw 10/15, adjusted 11/15 do một nhãn người sai, một missed escalation và không có system error. Đây là mẫu nhỏ, không phải accuracy production;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docs/LIVE_POST_HOLDOUT_VALIDATION_2026-10-06.md. EF Core 8.0.31 và test project đã qua vulnerability scan không còn advisory tại thời điểm kiểm tra.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32363f4824b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07b8a8e52404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37c43174b344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a663ce921144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112ddcf1ae45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d809c88fe945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339480-3D71-4CDD-B382-19EEC78FDC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D15388-BB60-4C29-8EBB-B7C7298CEE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8572542-9165-4481-B207-F9C0C2FF36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CCDA2F-66CF-427E-9422-4F8D8956CA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93BDB0-0959-4513-9BAC-25989D0315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0551F11-84A3-45C6-970D-D50301778F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7177A07-8459-4C6F-BDE4-4B5F4335B7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07B9D98-66DA-4369-B222-01EF0F9C81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4BAD40-E79E-466F-A1E7-CDB8271943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D12EC5-E646-4FBE-AD4C-F1E45D732C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40993ee956461e" /><Relationship Type="http://schemas.openxmlformats.org/officeDocument/2006/relationships/slideLayout" Target="/ppt/slideLayouts/slideLayout1.xml" Id="R6f092cc802e94057" /><Relationship Type="http://schemas.openxmlformats.org/officeDocument/2006/relationships/slideLayout" Target="/ppt/slideLayouts/slideLayout2.xml" Id="Raab7e83ea4924004" /><Relationship Type="http://schemas.openxmlformats.org/officeDocument/2006/relationships/slideLayout" Target="/ppt/slideLayouts/slideLayout3.xml" Id="R0a9326d1dee844ad" /><Relationship Type="http://schemas.openxmlformats.org/officeDocument/2006/relationships/slideLayout" Target="/ppt/slideLayouts/slideLayout4.xml" Id="R699b98a94235434a" /><Relationship Type="http://schemas.openxmlformats.org/officeDocument/2006/relationships/slideLayout" Target="/ppt/slideLayouts/slideLayout5.xml" Id="R7fc576062ea6444a" /><Relationship Type="http://schemas.openxmlformats.org/officeDocument/2006/relationships/slideLayout" Target="/ppt/slideLayouts/slideLayout6.xml" Id="Rf8c453ad235f42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092cc802e94057"/>
    <p:sldLayoutId xmlns:r="http://schemas.openxmlformats.org/officeDocument/2006/relationships" id="2147483650" r:id="Raab7e83ea4924004"/>
    <p:sldLayoutId xmlns:r="http://schemas.openxmlformats.org/officeDocument/2006/relationships" id="2147483651" r:id="R0a9326d1dee844ad"/>
    <p:sldLayoutId xmlns:r="http://schemas.openxmlformats.org/officeDocument/2006/relationships" id="2147483652" r:id="R699b98a94235434a"/>
    <p:sldLayoutId xmlns:r="http://schemas.openxmlformats.org/officeDocument/2006/relationships" id="2147483653" r:id="R7fc576062ea6444a"/>
    <p:sldLayoutId xmlns:r="http://schemas.openxmlformats.org/officeDocument/2006/relationships" id="2147483654" r:id="Rf8c453ad235f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07663a90ed4a30" /><Relationship Type="http://schemas.openxmlformats.org/officeDocument/2006/relationships/notesSlide" Target="/ppt/notesSlides/notesSlide1.xml" Id="R27bc264dd5eb40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c65159b03141b7" /><Relationship Type="http://schemas.openxmlformats.org/officeDocument/2006/relationships/notesSlide" Target="/ppt/notesSlides/notesSlide2.xml" Id="R8e5d1820b30645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53aad3e8f74306" /><Relationship Type="http://schemas.openxmlformats.org/officeDocument/2006/relationships/notesSlide" Target="/ppt/notesSlides/notesSlide3.xml" Id="Raf5ae4432c1c44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73d71ae61d4b78" /><Relationship Type="http://schemas.openxmlformats.org/officeDocument/2006/relationships/notesSlide" Target="/ppt/notesSlides/notesSlide4.xml" Id="Ra4e9ff2e430340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594ec047684cea" /><Relationship Type="http://schemas.openxmlformats.org/officeDocument/2006/relationships/notesSlide" Target="/ppt/notesSlides/notesSlide5.xml" Id="Rb2c8719a9ea64f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B15D0C-5913-4251-8CF4-8D313796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9C2603-3F0E-47F1-AFB8-CF6B6888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5E321-09A7-4614-B570-AFC2864B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411524-03FC-4306-8346-8925CCC6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54448A-DFBF-4BB9-B55F-16B73241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409B7-5334-4A2A-BEDD-D6CFBC3F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4AF6E-5C9F-41CA-93AA-6C64FA81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28429-E700-43D5-92D5-50BA2171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2B8C2-7454-4735-93CC-B914EBCD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51B49-52AB-4F2C-8ECD-1E25FEA1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0D379-7292-4E7A-BFB3-6C721FDE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AFEF3-F14A-45EA-8602-6F6DCEA1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D0FB9-1732-417B-95B1-DCF71A28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AA90C-0859-4905-9CCA-ACA60180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84E02-1AC8-47D5-86B8-E2280E08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AF2E0-A8A7-4272-84FF-49C2A9AB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B27C1-D2CA-431D-8FEF-C2E96C49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9E190-FCBF-4647-BF8E-C79E0B28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285031-1902-40B7-B48A-F07C28C7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1D57B-D6F1-4A94-BBD0-25E069B7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C599D0-D44D-415E-9A2E-C249553B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084876-2FC6-4126-9F9A-66B9062E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6EB0F-1D47-47CC-AB72-8453B620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6F18B1-E94C-4302-BDD6-518DDB41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531393-1C66-41B9-9A80-AFF2BA8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32B0D8-DBE7-43BC-A854-873D12D6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3A0898-A125-4BB3-A68B-14E888E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47C7CA-E809-47AC-94BA-C3FC1D2F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B52206-7C66-4EFD-BC47-D70FCAF3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0C7370-483A-481D-BD42-697E7872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3D41A-A6C6-45FD-8C66-1F39B652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A80CF-E646-481F-895A-AED4CDC3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3D2CA0-2CA8-4EB8-B8D0-403F48A9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C648BF-81B8-447E-9BB2-E34CE951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911AD5-1F15-4906-A8F2-B5F9ACCF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06BFB-3207-4C49-93EC-93CBD36F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E93303-EE8A-4BC3-A06E-23452286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3603F2-EC4F-4A01-9137-5C7A7FAA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1FB55B-C9C2-43F9-8851-5B12987B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EC2B0C-7167-4961-BAA8-4A61F352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40CBBA-FF65-4E46-A73C-382F67B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30DE0F-72D0-412A-93D5-8C858A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EF2E6D-CEA0-4AAB-BB37-94844B49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B55AFF-89D6-4DBC-AD82-9913F017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64893D-93CB-4BC4-AFAB-0756AFE2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4C67BA-B3D3-4BFE-91C9-B79A6737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7600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3FBB0D-2156-4C70-8CA7-E289F7AD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D9809-47EF-4DBF-90E7-43FB1781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2ABCA-6F43-4BF4-90D8-EB050BD2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0A352-083D-4329-B957-68D5E1FB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97C03-D182-491A-BCFA-8DE8359A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D2105-C192-49CC-BBBF-50C18B2C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F54C9-5BFD-4FEA-A2E4-BD0B7FA0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CEB8C-C0F7-4F2B-95B7-FBC9E72F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28CCF-CD77-450C-B898-A380506E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A480FA-8CD8-482C-911D-46029513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89833-4C63-4BF0-8430-CB4078FD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E1A4D-1817-4DEC-8867-72B1F85F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21026-DBDE-4762-BACD-0B9B4FC2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6A533-35EE-4505-B9A0-02DAB7B1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C79B1-15C2-498D-A676-99D25EDD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9DDD1-1853-4A33-8E0A-AABC189A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F0516-4072-4627-94E1-C2D5739A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20C074-7B42-40BE-8518-651FB4BF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47B7DE-A5CB-43C9-A26A-6BF53A9C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857F0-23E9-4CFD-ACE3-07A07BBD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CAC8BE-56C4-4DC0-97ED-EA812AAA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56BB56-ED81-471C-ACFF-AFF0246B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D41408-A346-4A9F-B70A-BE7BF5E4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E44B5-7685-406D-9D68-432C5E02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201FD4-EC92-4568-91D1-AB0D91CD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A9D0A-5B50-4348-A3CA-81ED4260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D533AB-EE35-4746-8454-8E91CD62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67DE8D-1C23-4C78-8D63-78E3062D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091B39-9711-476E-A307-AE1F36B1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D6C0E0-41C9-44A0-A2CB-921CE7E8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80EE7B-D579-4412-ACCD-3CE2694A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C646E2-0A78-4061-984A-CAFFE1F9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E2C950-1DE9-4E79-828B-F0E0E80A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E3ADB4-9647-4082-9BB6-EAC32FF9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D53BC9-905D-488C-9EEC-374FA4B9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67A940-D8D5-4F63-8BC2-8646D144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769F95-DE0E-4F5A-977A-18EE2CCF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F983F8-BEAA-4E89-A012-12C9C2CC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7B4743-2824-45F9-A735-D5E8D007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23BEEF-D298-4775-8D48-4AA059C6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D0495D-E253-41F4-A8D3-15665A7B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A75A25-9D94-4654-B810-B40DFDDB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20A608-1E54-455C-982A-B2B04905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9720B0-8D7A-475E-9ABE-B4A4F55B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B961DF-6E51-4924-8B60-873652C6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91870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7A0F86-67C8-4AAB-8047-CE83F66E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C861C6-11A0-4A6F-94C0-ECC5CCCD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168F9-31BA-4F54-9176-62B6A0A5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83B37-1CD1-450D-9806-F3B8018D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6CFC02-2E50-4FB2-9F14-7BDE327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B5CE4-1E97-4444-AC5A-EA57B092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87C2D-E4B5-4303-B917-8BE5D06C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767FF-517A-4AF1-88A5-43C3E0BE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FD274-5924-49A0-A62E-EE2356B6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91C58-05E4-4D17-BFB5-8F726C9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660AFA-C8E1-41BB-B9EC-12270DB8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DFC57-A99E-4EF8-93A0-55A9F642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72D40-AC33-4D01-8777-51660F13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B2C63-5972-4EC1-A035-998EDF41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1D9FF-1862-433A-8F7E-835E309B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122/122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B6B0D-A84C-49F2-8626-CDDF65BA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92A4FF-2819-436C-90EF-F26F9B91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1F026-624C-4E37-A4E3-CDB0E61C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01832-13BC-41E6-995F-3C10E4A5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A9C4D0-895C-4097-AA88-BC6C909F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658269-2F5E-4320-A8AB-25DFF8E2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7/7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F73FB1-472D-48E4-955F-DCDDD15E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concurrent 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52B3CB-CA4D-4763-90F0-8CC690F7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0D7D88-B21A-428A-98DC-8754C391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A680DA-1761-4606-846F-37A7BF03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5B6C70-EBE0-468D-8410-CFC6175E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16893E-A323-41F4-AD1C-60504BB2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499D1F-1C2A-4514-8C5E-721D94F0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8E82B4-9FF9-4CC0-A22D-D447C886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DAAC92-F329-47AC-8485-3EBBED9A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CB08A-1B35-4864-966D-79461FCF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63850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6C2089-46EB-4345-AC06-C45DA9E3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40A0E-70F2-4469-99A0-AFCB0F68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1876D-6193-459F-BE00-7CA36D28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F763A-FB35-44CD-92A5-79EBE4F7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61431-FB81-45E7-B678-AE145880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8D944-6918-4218-A4F6-8CD5894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75993-2A46-4621-BE8D-D539E7E1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3D515-FE0D-4D5D-99CE-2A3CD969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9614A-BDB7-4553-AB51-8B1E4D84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D0A6F-1EE0-4688-B8A2-11C6333A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F1FA1-CFF0-4DD9-8CC0-13AAA961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56561-E800-4FB5-8C42-9EA0E035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ADAB3-B2E4-46A3-9E47-39D3EB29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D043E-D2B7-45A5-BA94-D4C10117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D3E66-5ADA-462C-9987-1B8A1D44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47894-C36A-497E-9814-C0C43A29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1A5DA-E1D5-4ED8-B49A-457A91D1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A85457-D934-4DBD-A72F-D658FEC6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CE0AD-6D8A-4533-B6F8-525840AC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5F448-0531-4747-97F9-AB129450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3D2770-7F13-4C44-B5BC-FB676BEF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24A258-1996-411A-84EA-57E71FB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336359-DEE1-4B26-B48B-70834AFC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3EFD43-34B6-43C4-8DA0-D9560FD8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C15F92-6C59-4D79-A4AB-989DA169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AEC80-B7E6-4245-9A4F-3F77A59C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70557-5206-4ED3-8E77-E99F1692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0BE912-ABCD-4BB6-8942-97837032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0BB3CE-116E-483A-BFB4-6E7DE3B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9B31AA-8015-4E1D-AE8C-A17FCB27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814748-F5B3-4A5B-BB8A-F0A21EC3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938366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CA4C8-0E0D-4BE4-BC61-189A77D5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A1D37-3980-4E13-9D91-19EBF466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5E845-8278-439D-817B-BEC4C0BD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5D742-38D2-4E06-BB50-611F4CD3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E898D-2230-489E-9FC2-625C890A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0FC7E-53A7-40DF-92E2-95B17173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CB523-EB48-4A8D-ABC4-3DF3F7AC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A8811-35EB-4304-87EB-0DBEB708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B3BFA-B137-4ACF-9FE6-66779C10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98679E-6E79-4DB0-9300-14336D08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7E11AF-E01A-4992-AA18-8947D5EE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836F8-F8B5-4E61-A085-2ABE79C3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0B9676-D1CB-4717-8CAB-B791B700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7B7C1-3532-4155-972F-7046DEDF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998714-9681-492B-9D1E-5A4A1EC7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74EE2-686F-4B46-A651-F612A566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BA741-C1BB-43BF-8043-6B121BCB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2EEA0-B305-4BB0-98A5-21EE5B26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4DCA0C-362E-49C3-9422-39D82855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166743-B528-4514-8959-A6F0F114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9FA2E-F903-4995-9935-82A84D27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358D6B-A803-44DA-89B9-48A89E55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D87050-D015-408D-96DA-FC0EB79C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D449F4-7806-4C0D-8EA4-D7702AFB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F65455-5DA1-497A-BAFA-B4D03353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122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C6E030-2637-4772-A4A6-B378064D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BC232A-CD72-4288-9792-82CA669B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925F40-009D-46AE-824D-665A695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D46FC6-A77E-46DC-84E5-EA89141B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A7CEF2-4477-4C77-8557-F05D84C1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4B5AA3-D4D2-44D9-8723-789123B8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F68784-124F-4781-8D88-A88A4034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thật/4G • 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1350A2-11F5-4CD1-A374-D9E1B66C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AE1373-1EEA-4155-8437-42755150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F9BD19-E407-4F7D-A385-EBFD56B8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476230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2026-10-06T10:28:01.4360000Z</dcterms:created>
  <dcterms:modified xsi:type="dcterms:W3CDTF">2026-10-06T10:28:01.4360000Z</dcterms:modified>
</coreProperties>
</file>