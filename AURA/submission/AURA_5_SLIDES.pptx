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8757bb69b842af" /><Relationship Type="http://schemas.openxmlformats.org/officeDocument/2006/relationships/extended-properties" Target="/docProps/app.xml" Id="Rdfdb73b7cf7c44d4" /><Relationship Type="http://schemas.openxmlformats.org/officeDocument/2006/relationships/officeDocument" Target="/ppt/presentation.xml" Id="Rf77d13052f384f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5c1fc362734d9a"/>
  </p:sldMasterIdLst>
  <p:notesMasterIdLst>
    <p:notesMasterId xmlns:r="http://schemas.openxmlformats.org/officeDocument/2006/relationships" r:id="Rf4aa6f5266204349"/>
  </p:notesMasterIdLst>
  <p:sldIdLst>
    <p:sldId xmlns:r="http://schemas.openxmlformats.org/officeDocument/2006/relationships" id="256" r:id="Rf932dea1b7294d65"/>
    <p:sldId xmlns:r="http://schemas.openxmlformats.org/officeDocument/2006/relationships" id="257" r:id="Re48cc1d197b24fcd"/>
    <p:sldId xmlns:r="http://schemas.openxmlformats.org/officeDocument/2006/relationships" id="258" r:id="R8b8bbe4d2d01454f"/>
    <p:sldId xmlns:r="http://schemas.openxmlformats.org/officeDocument/2006/relationships" id="259" r:id="R0616448da201409f"/>
    <p:sldId xmlns:r="http://schemas.openxmlformats.org/officeDocument/2006/relationships" id="260" r:id="R5ce51b58d92e45f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fa710fda59439a" /><Relationship Type="http://schemas.openxmlformats.org/officeDocument/2006/relationships/slideMaster" Target="/ppt/slideMasters/slideMaster1.xml" Id="R575c1fc362734d9a" /><Relationship Type="http://schemas.openxmlformats.org/officeDocument/2006/relationships/notesMaster" Target="/ppt/notesMasters/notesMaster1.xml" Id="Rf4aa6f5266204349" /><Relationship Type="http://schemas.openxmlformats.org/officeDocument/2006/relationships/presProps" Target="/ppt/presProps.xml" Id="R4e78ca74cc7f4ce5" /><Relationship Type="http://schemas.openxmlformats.org/officeDocument/2006/relationships/tableStyles" Target="/ppt/tableStyles.xml" Id="R770966fe45464158" /><Relationship Type="http://schemas.openxmlformats.org/officeDocument/2006/relationships/slide" Target="/ppt/slides/slide1.xml" Id="Rf932dea1b7294d65" /><Relationship Type="http://schemas.openxmlformats.org/officeDocument/2006/relationships/slide" Target="/ppt/slides/slide2.xml" Id="Re48cc1d197b24fcd" /><Relationship Type="http://schemas.openxmlformats.org/officeDocument/2006/relationships/slide" Target="/ppt/slides/slide3.xml" Id="R8b8bbe4d2d01454f" /><Relationship Type="http://schemas.openxmlformats.org/officeDocument/2006/relationships/slide" Target="/ppt/slides/slide4.xml" Id="R0616448da201409f" /><Relationship Type="http://schemas.openxmlformats.org/officeDocument/2006/relationships/slide" Target="/ppt/slides/slide5.xml" Id="R5ce51b58d92e45f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a1c2e6cbfe4b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de9572840545db" /><Relationship Type="http://schemas.openxmlformats.org/officeDocument/2006/relationships/notesMaster" Target="/ppt/notesMasters/notesMaster1.xml" Id="Rc4bd0cfac13443f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22d448c57f841f6" /><Relationship Type="http://schemas.openxmlformats.org/officeDocument/2006/relationships/notesMaster" Target="/ppt/notesMasters/notesMaster1.xml" Id="R255d443023e746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3618f7c22a4c7a" /><Relationship Type="http://schemas.openxmlformats.org/officeDocument/2006/relationships/notesMaster" Target="/ppt/notesMasters/notesMaster1.xml" Id="Rf112b1838a5348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5182cf77aa443d" /><Relationship Type="http://schemas.openxmlformats.org/officeDocument/2006/relationships/notesMaster" Target="/ppt/notesMasters/notesMaster1.xml" Id="R0d4c2cb75a0740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55edf0cbb294c1a" /><Relationship Type="http://schemas.openxmlformats.org/officeDocument/2006/relationships/notesMaster" Target="/ppt/notesMasters/notesMaster1.xml" Id="Rb947c4bc158243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12/10/2026: 159/159 test offline và Release build sạch. Live health/security/upload-negative/UI pass. Hai lượt Verify concurrent bảo vệ đúng 1 batch + 4 HTTP 409, nhưng batch chính chỉ đạt 4/5 rồi 2/5 vì OpenRouter HTTP 429; không tạo accuracy mới hoặc claim 5 ca dưới 90 giây. Official holdout giữ raw 10/15 và adjusted 11/15; post-holdout regression 07/10 giữ 11/15, 0 missed escalation, 4 over-escalation, 0 system error. Ollama 4B 16K đạt 15/15 trên synthetic regression nhưng P95 khoảng 213 giây, nên chỉ là fallback local có giám sát. Demo dùng một operator và có video/evidence dự phòng; ba user session vẫn là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 và docs/LIVE_POSTPOLICY_VALIDATION_2026-10-12.md. Fallback vẫn opt-in và mặc định tắt. Ollama 4B digest ee4b975b58c1, context 16K, output 4K, Think=false đạt 15/15 synthetic decision nhưng P95 khoảng 213 giây; chỉ bật local sau smoke. OpenRouter 8B là baseline demo có giám sát; live capacity gate 12/10 gặp HTTP 429 nên chỉ một operator chạy AI trong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cabd20ad0c422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06e181c625451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0a3a8959314d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2d63d2ea3a4f6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e7e29911ab40a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c56cfe55f64d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6B082C-FACC-41D0-8346-C5E379F3EB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A849904-F756-454A-8285-02B2D713BC9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78DC026-5EC3-441E-B6DC-56D0EA8788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84B5C0-A6D3-408B-AAEF-5CB4C2638D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6FCF4A-B269-4BBB-99FF-78B32464D5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A594DB4-839F-4C96-95E4-C772EB64C8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B8F66E9-76DF-43DC-A8CA-82210C7368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1C3F73B-BF56-44F8-BC96-3216C2A0E0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0F3A2CB-7F0F-4BF0-BAD6-38F17E21F1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B9D08A1-9DC0-4576-9178-4E20769BDA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9b6297da7c49c3" /><Relationship Type="http://schemas.openxmlformats.org/officeDocument/2006/relationships/slideLayout" Target="/ppt/slideLayouts/slideLayout1.xml" Id="R9ab2ac5e4c8b4435" /><Relationship Type="http://schemas.openxmlformats.org/officeDocument/2006/relationships/slideLayout" Target="/ppt/slideLayouts/slideLayout2.xml" Id="R3e1b8aa2fb0a4b27" /><Relationship Type="http://schemas.openxmlformats.org/officeDocument/2006/relationships/slideLayout" Target="/ppt/slideLayouts/slideLayout3.xml" Id="Rc05bd4693aee4aff" /><Relationship Type="http://schemas.openxmlformats.org/officeDocument/2006/relationships/slideLayout" Target="/ppt/slideLayouts/slideLayout4.xml" Id="Re0978bd5b3174104" /><Relationship Type="http://schemas.openxmlformats.org/officeDocument/2006/relationships/slideLayout" Target="/ppt/slideLayouts/slideLayout5.xml" Id="R819e9326825c453a" /><Relationship Type="http://schemas.openxmlformats.org/officeDocument/2006/relationships/slideLayout" Target="/ppt/slideLayouts/slideLayout6.xml" Id="R38dbad51224d423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b2ac5e4c8b4435"/>
    <p:sldLayoutId xmlns:r="http://schemas.openxmlformats.org/officeDocument/2006/relationships" id="2147483650" r:id="R3e1b8aa2fb0a4b27"/>
    <p:sldLayoutId xmlns:r="http://schemas.openxmlformats.org/officeDocument/2006/relationships" id="2147483651" r:id="Rc05bd4693aee4aff"/>
    <p:sldLayoutId xmlns:r="http://schemas.openxmlformats.org/officeDocument/2006/relationships" id="2147483652" r:id="Re0978bd5b3174104"/>
    <p:sldLayoutId xmlns:r="http://schemas.openxmlformats.org/officeDocument/2006/relationships" id="2147483653" r:id="R819e9326825c453a"/>
    <p:sldLayoutId xmlns:r="http://schemas.openxmlformats.org/officeDocument/2006/relationships" id="2147483654" r:id="R38dbad51224d423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a025ba282e4903" /><Relationship Type="http://schemas.openxmlformats.org/officeDocument/2006/relationships/notesSlide" Target="/ppt/notesSlides/notesSlide1.xml" Id="R7021ad722f224f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7d08b01b2c4caf" /><Relationship Type="http://schemas.openxmlformats.org/officeDocument/2006/relationships/notesSlide" Target="/ppt/notesSlides/notesSlide2.xml" Id="R327c53b389e94b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9cbf9ba0a54769" /><Relationship Type="http://schemas.openxmlformats.org/officeDocument/2006/relationships/notesSlide" Target="/ppt/notesSlides/notesSlide3.xml" Id="Re716d775893a46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0820d085564444" /><Relationship Type="http://schemas.openxmlformats.org/officeDocument/2006/relationships/notesSlide" Target="/ppt/notesSlides/notesSlide4.xml" Id="R422ea0238fea409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91cac28052410a" /><Relationship Type="http://schemas.openxmlformats.org/officeDocument/2006/relationships/notesSlide" Target="/ppt/notesSlides/notesSlide5.xml" Id="Rbb1bd45646a342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DCD4DC-779F-4121-964E-61ACB39C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57DF84-1F3E-4977-984A-5E3D6743B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950A6-0E2B-4886-B08B-B07CF684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D87899-4788-46C7-AB54-7E60C49C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A9D0ED3-7DF1-4A5D-97B4-06E5608D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1402B-035F-4854-B618-0F13002C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3344CD-C7E7-44FB-BAD2-39E77F0C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FB6A2-C80D-44F2-A7FE-056B5A47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22BEA0-7E7B-4BB2-93F5-707E82F1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887D73-1565-4DE2-BDA4-9FC15EE4E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5D6B54-D1AE-43EC-BDF0-A78E3EF90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3437C-FFC9-420B-AD8C-81B59ACFF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F33005-DF77-4631-ACC2-CE13A996D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6A1E7E-D037-4FC8-ABC7-D34BF71C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34B42B-46D4-4EF5-9873-1A3701DB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72116-E185-45C3-9338-B3612C08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FDEA81-828E-4A5A-B17B-8C64A2C2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2061E-B07A-4D41-8F33-1663BA6BD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5D3F34-9673-49F5-A5F9-413E8E18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72D89-6E0B-4B46-9361-0BF18CCA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49222E-81F1-45ED-B0B4-AD31D336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8F9674-4A60-4515-A824-A796B0EB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8F5EDB-9751-4DB3-83E1-A3294545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A35F96-34A1-4416-BB76-CD9AA3D4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B2369D-46E2-4E0E-95C1-D54EC8C7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35B298-DC67-4976-995C-6255F315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74D8AD0-713A-4241-A3CF-4872CF1E5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09A258-C8C8-4B6D-AF19-6547C376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FFFA89-09C3-4200-B644-6FD9D4CB7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0FBA2D-2FDF-4948-B7B5-9C5DE51A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73C191-182A-405F-AB50-59322ECAE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E26936-BC9C-486F-9F4A-09780930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3ABA3F-CAFF-41FF-B40D-90988FCF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670FE1-99DB-42C9-9304-7BA163BB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5F36BD-A636-4245-B872-B86A1C32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271AE6-670A-4B0B-9A63-02F9B721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4AE844-71E5-485F-8DCA-BAC192F1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D382BC3-0CAD-4536-A366-8BE4BED1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E276CAD-C0C9-4217-BC36-D28592F1B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BE92A66-71A8-4382-9D8F-DF3ADE7DC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C7FEC4-526E-4CC5-BBEB-FC7D18E7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78C23CA-E348-44C4-BEDD-79BC5B2BF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8C64CB-48CC-405C-9D98-6E0E3DBA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CC05DE-27D2-41CC-8442-6D628472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659C17-2C85-4613-A796-C7C7597D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C26214A-84C7-47BE-8B72-34596CF5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614792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FF9FA93-B9A6-4633-95F5-907D75E9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E481B-8EE8-430A-83DF-69491A2A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14AE3A-2BDB-4EF7-90A0-694E8A16C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39C9BB-5CBF-4031-8B9A-E1A7B885F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6C5ED-EC28-4380-83FA-B1595CD2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75857-1AAC-408C-9751-E1429537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7E0667-66FF-452B-B513-DA5A8430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365468-2732-4272-8909-761A0EB3E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8CEBDB-45D5-4FD4-BC32-A09A9C3D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56F296-1F10-4951-93AC-6DC138B4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877A5-8D59-47F8-8B3E-F15B5AAA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4E2E06-4816-420B-809F-23BDEA79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84B096-D75F-43EE-B8B5-009D0AF13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D0B158-6FDD-409D-810C-0BDC3FBF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C00065-53DD-47A9-9804-E5A64EB0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C174F4-44F7-4602-8B7D-1818F8E41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B0BE4F-E24A-4C32-8DD8-B83B4E2B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8A7C57-47D9-49FD-A2C4-871D3AD6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A13F01-0B1E-40DA-AD3D-9656EC890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C1FBAD-F67C-40C4-B882-81C80FB7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38598F-871A-4E9B-9645-CE4C3D69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D40B54-2FFE-423A-A020-1993985D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D8D021-C684-40AC-B10A-3CB7477F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50550-5974-490D-8DC5-CDC146BF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2A7417-0E01-4391-AA98-BEB4E3F6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BF30AC-EF13-47F6-8B59-445F59B5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B1094C-E21E-464E-8FF3-A885CEEE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058F9C-82FF-48F3-9392-EECEB66DC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1384BB-D676-407C-8ADF-D5AE50B7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36A0539-69A3-43EE-BD00-D4828C931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6F8C23-4B9C-40CA-9515-15ED942C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49328B-D1F5-4FAC-A0F5-8B1E84A9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B2D39A-DDF2-4F21-8257-5D0D1F91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679222-5723-40E9-95FF-4712A6F3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DEE873-DFC1-4FA4-B4DB-1733E1F62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CC179F6-ACE3-4344-ABC7-49564E1F3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62B22E-65F1-4DED-81A7-3277F2D4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44FD0F-B061-4C52-86A3-01E3669D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42EB2C-15E8-4586-99D3-C7FE4478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6C3A0DE-786B-4A5E-9098-D5F8E524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FE58BB7-7671-40DA-9BD4-7BEF8E48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34BF69-EA43-4123-BD8D-9F0971CEC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70AE91-961B-4575-846A-47E03F67D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40384D-69C2-41E2-BD3F-E3C09DAC9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A3FE15D-E5EB-4AEE-A9DD-DE596D76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11109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3578FC-16F0-4557-876B-0933FCEE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E7CA3-82BD-448F-ADEE-82D17AC4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6614F1-952A-4CF6-895B-F5CAD2ED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6C4A3-DCA3-4266-A231-7ABC3FE39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31FF5B-F026-433D-8526-4F744D15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12E77E-D923-4A5A-B840-369F4BF9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296592-30FC-4EE2-A327-CC37E67C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5BE344-09A6-4629-9E5F-33B74B28D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29AD9-CE1B-4A02-B936-C9A6D0FB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B38276-8E27-4EB1-AF5A-C3450A70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E25302-F726-415B-94BF-C44B720F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381388-4DFB-4FBA-917A-64E22B16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2A1C5F-B1DB-45DD-98A0-921129A9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3C49A5-5285-435C-B74C-945AEA6D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981307-99AB-40D9-B14C-6D43ABBD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159/159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12C4DD-77D8-41A1-B305-6F0878E5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6CF57-61F7-45C4-8DE2-BE67FB99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97CA7B-4D25-4FF1-8403-82EC72721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F742D6-E45E-4067-80FD-8434F9C4D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best run • 1×429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DC78D8-C3AE-4904-8A59-4F8F1DC5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A99B43-1AE5-4BC2-84E6-0EE4F4F7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0 / 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02570C-18A4-42DA-B041-AD8BFCEA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missed / over 07/10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70239A-38DC-43B1-A756-5CD409A1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59DA90-4D40-48DD-A3EB-C3528D61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7FD787-8711-4766-B485-2459121FC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553938-F5BE-40EF-81BB-AEC869293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3C52B7-81D2-4AD4-ACA8-88888480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716577-33C7-494C-B48E-52117EE8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2DF15A-2D60-4638-8AE6-E0699CFA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430720-93EC-406C-8AA4-0B220D19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EBE63E-EB8C-4424-9779-4C21A1DB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26700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12E2A2-B2DD-42EF-8DBA-D5C0BDD1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AA64F0-3061-43A7-B298-16F05E84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307F80-A241-434A-BF56-F428C95A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F83133-8CD7-46E2-A5A5-09EB7772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9519F-FB97-4AB4-9415-B0C4B9EB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F6385E-CE13-41EC-9D41-83EEAE17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01AB0-9372-45DA-BB6F-965F5723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FAE4-E2AB-44BE-B9E2-76EE5257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A18C4E-613E-4C83-B844-04436B1E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589A7-AC44-430D-90F6-B94DB3B8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8FED6-C42F-47AC-B9E6-9A62A085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077C4B-A033-4ED8-8333-14A307FBB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E05E49-206E-40BF-81F2-A51D6A00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CD1A54-A863-4190-B18B-63FD5170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AE6ED8-B212-4AB5-A3F7-FF68A852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144AFE-03A9-4250-8982-537683CE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85A24E-4A63-45BD-99F0-96F05270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DBC591-E47A-41B0-B013-BC59C2FE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31EC51-17B5-4539-95C3-E360FDD4F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A5C67A-721F-4CF0-907B-A6B308F7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351361-E0A5-41D7-8DA6-37731A0A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25F397-67DF-40ED-9E18-B30D627F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chính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C19EA0-94C8-497E-86CD-B65F9ED4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F0C8DF-EC41-4C50-90AD-A5C64F8C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9F3540-84A5-447A-B4ED-7A6C9E2A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A07379-3212-4CCE-98DE-29742ED9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FF170B-CF39-423A-873F-AC8396DB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0433C8-01AC-4320-9DA0-4A18F7EA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78DA9E-32DC-4D95-951C-D06802DD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00EAEC-9767-4154-A8D5-E06487898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DAC59-2CBC-4E81-9EA6-3EB94A90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5971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81EE38-719A-4FA6-940A-D7125531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D301C0-C9FA-48C5-98C3-7BE4B5E0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E413A3-F206-4049-BE31-4F63FDB9D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0C457D-1D69-4CC6-8A66-AA350E22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02279-399A-443D-95BB-1AADD8615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4BFCB1-A3DB-4986-9388-E53EA4FD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337798-CBD9-434C-8862-6D61E3C7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72C6B-34D2-45B9-B1F8-B1FD8E0B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464FE-DF2E-4918-9BD6-78EB0D0F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78497-C68B-47E6-8182-21E92EDF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8D148-F9D4-497A-8534-BB1668DC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640A7-6859-4F05-B1D2-93729B40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CBB26-CDD8-46F4-A8A8-3F35E3A5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AEB94-69FF-4E8C-8A7A-6B0FB0A5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1419F7-EB46-45EE-BED9-A72F91EE6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9E23B2-0A8A-4731-AE2B-08FC45D6C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01A718-7471-4199-9F6E-1734FF14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9861FA-63C2-4E8B-BE55-01574B63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D925EF-7DB7-4586-8A66-35E602A0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8720E-C08E-4E2D-B4E1-5AB1ADDD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677D9B-E4E0-4080-BDA6-10823F9C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9B360-14C8-4FBF-B5C9-453D9591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0E3492-FA56-477C-B053-157008E25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35A298-9271-4586-ADD6-98652336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81FC7D-E1F7-41FC-9EB7-55C2744B8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159 test • build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1E00A5-59DE-4A68-B446-B0AA3DB0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B2728B-D99F-4FFD-AA1F-906727BE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Holdout thật 15 ca đã khóa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F29B1C-895B-4774-9077-0CFEE510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0FB41D-C6F9-4407-AD33-9ECB0D99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4G/5G đã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78BD2A-C99D-463A-A83F-699E6583E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DA6A99-63B8-40B4-A494-FC1820414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B04919-DAFE-4ACE-8FCA-1C8BE7C8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FD53CA-6AC4-4850-AD8E-5FB24FA9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13AEDB1-6E96-4A33-9DC1-DD10AA6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BD3D0A-0233-4674-9B5F-D08F9F26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8559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2026-10-12T13:18:06.7370000Z</dcterms:created>
  <dcterms:modified xsi:type="dcterms:W3CDTF">2026-10-12T13:18:06.7380000Z</dcterms:modified>
</coreProperties>
</file>