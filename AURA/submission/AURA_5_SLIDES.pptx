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524db7e4004d35" /><Relationship Type="http://schemas.openxmlformats.org/officeDocument/2006/relationships/extended-properties" Target="/docProps/app.xml" Id="Rcd5d43ca22554345" /><Relationship Type="http://schemas.openxmlformats.org/officeDocument/2006/relationships/officeDocument" Target="/ppt/presentation.xml" Id="R261847c210384a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a742d8292642fd"/>
  </p:sldMasterIdLst>
  <p:notesMasterIdLst>
    <p:notesMasterId xmlns:r="http://schemas.openxmlformats.org/officeDocument/2006/relationships" r:id="R64cc69ad1bfc401d"/>
  </p:notesMasterIdLst>
  <p:sldIdLst>
    <p:sldId xmlns:r="http://schemas.openxmlformats.org/officeDocument/2006/relationships" id="256" r:id="R8d58b26c3ea14173"/>
    <p:sldId xmlns:r="http://schemas.openxmlformats.org/officeDocument/2006/relationships" id="257" r:id="R967f463ccb154d17"/>
    <p:sldId xmlns:r="http://schemas.openxmlformats.org/officeDocument/2006/relationships" id="258" r:id="Rf6af5872248a4499"/>
    <p:sldId xmlns:r="http://schemas.openxmlformats.org/officeDocument/2006/relationships" id="259" r:id="R96a9de3006944746"/>
    <p:sldId xmlns:r="http://schemas.openxmlformats.org/officeDocument/2006/relationships" id="260" r:id="R7ba59433a4214c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92f5253ccb41de" /><Relationship Type="http://schemas.openxmlformats.org/officeDocument/2006/relationships/slideMaster" Target="/ppt/slideMasters/slideMaster1.xml" Id="R9aa742d8292642fd" /><Relationship Type="http://schemas.openxmlformats.org/officeDocument/2006/relationships/notesMaster" Target="/ppt/notesMasters/notesMaster1.xml" Id="R64cc69ad1bfc401d" /><Relationship Type="http://schemas.openxmlformats.org/officeDocument/2006/relationships/presProps" Target="/ppt/presProps.xml" Id="Ra15f1165be574877" /><Relationship Type="http://schemas.openxmlformats.org/officeDocument/2006/relationships/tableStyles" Target="/ppt/tableStyles.xml" Id="R738cbe8351654ef8" /><Relationship Type="http://schemas.openxmlformats.org/officeDocument/2006/relationships/slide" Target="/ppt/slides/slide1.xml" Id="R8d58b26c3ea14173" /><Relationship Type="http://schemas.openxmlformats.org/officeDocument/2006/relationships/slide" Target="/ppt/slides/slide2.xml" Id="R967f463ccb154d17" /><Relationship Type="http://schemas.openxmlformats.org/officeDocument/2006/relationships/slide" Target="/ppt/slides/slide3.xml" Id="Rf6af5872248a4499" /><Relationship Type="http://schemas.openxmlformats.org/officeDocument/2006/relationships/slide" Target="/ppt/slides/slide4.xml" Id="R96a9de3006944746" /><Relationship Type="http://schemas.openxmlformats.org/officeDocument/2006/relationships/slide" Target="/ppt/slides/slide5.xml" Id="R7ba59433a4214c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c4f6adbb6640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a056b95f3545cd" /><Relationship Type="http://schemas.openxmlformats.org/officeDocument/2006/relationships/notesMaster" Target="/ppt/notesMasters/notesMaster1.xml" Id="R835db2e316d646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16f17a11274812" /><Relationship Type="http://schemas.openxmlformats.org/officeDocument/2006/relationships/notesMaster" Target="/ppt/notesMasters/notesMaster1.xml" Id="R01d0e8e43b7542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6cbcd892a444d7" /><Relationship Type="http://schemas.openxmlformats.org/officeDocument/2006/relationships/notesMaster" Target="/ppt/notesMasters/notesMaster1.xml" Id="Rb75cc3b5e4f346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8e853e39864d9a" /><Relationship Type="http://schemas.openxmlformats.org/officeDocument/2006/relationships/notesMaster" Target="/ppt/notesMasters/notesMaster1.xml" Id="Re12a0ec0e75c40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801b43249041a0" /><Relationship Type="http://schemas.openxmlformats.org/officeDocument/2006/relationships/notesMaster" Target="/ppt/notesMasters/notesMaster1.xml" Id="Rc60f15f736a24d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bộ: 54 test offline; người dùng xác nhận Verify v2 5/5 local ngày 22/09/2026.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https://github.com/BondPhuPhamzZ/AURA — Live URL: https://bondphupham-001-site1.ltempurl.com/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deploy: https://render.com/docs/free ; https://www.smarterasp.net/support/kb/a2437/how-to-set-environment-variable-for-your-account.aspx . Cơ chế retry đối chiếu OpenRouterVisionExtractorService.cs.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5123ae15ca44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eb1fb25af64203" /><Relationship Type="http://schemas.openxmlformats.org/officeDocument/2006/relationships/slideLayout" Target="/ppt/slideLayouts/slideLayout1.xml" Id="R8f26aa32d54e48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26aa32d54e48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0a24e24ef4cab" /><Relationship Type="http://schemas.openxmlformats.org/officeDocument/2006/relationships/notesSlide" Target="/ppt/notesSlides/notesSlide1.xml" Id="Rc5040506ed5a4a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81550cd824e7e" /><Relationship Type="http://schemas.openxmlformats.org/officeDocument/2006/relationships/notesSlide" Target="/ppt/notesSlides/notesSlide2.xml" Id="Rc36c818f2faa46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b5e6dd8fa54c2f" /><Relationship Type="http://schemas.openxmlformats.org/officeDocument/2006/relationships/notesSlide" Target="/ppt/notesSlides/notesSlide3.xml" Id="Rbf0cfa3c21ba46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aa056f1284aae" /><Relationship Type="http://schemas.openxmlformats.org/officeDocument/2006/relationships/notesSlide" Target="/ppt/notesSlides/notesSlide4.xml" Id="Rc51063cfad4246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1bcb752154e7d" /><Relationship Type="http://schemas.openxmlformats.org/officeDocument/2006/relationships/notesSlide" Target="/ppt/notesSlides/notesSlide5.xml" Id="R1d05e445281648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C727313-801F-4D4C-8D2D-C71D1D67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AAAF3-6FBA-47D1-86EC-77B05DFB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A881C0-4901-40B9-8A42-8893DD60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AFFD0-3C7B-4657-AC9C-45675CC3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CCBCE0-7EFA-4305-8B31-DC7F9914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1B686-FF36-401A-9AA6-7A54C8B5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48C246-5046-49AF-903E-C47A8945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494BB4-FB75-45C8-9F2A-595C121A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FE9419-7B99-44E6-BD31-A5D93A1C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D8843A-DD8E-4DB5-B167-D4B1F636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4F6DB-25F3-4E03-9167-5CDF3D3A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2043A-78FA-4D92-8F1C-A2A645CD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0AC78A-1904-46EE-8A9C-8B2F0672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7AA31E-1E85-493F-B281-CF48893B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483989-B2A4-4600-A2EA-43A73406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DE1A81-36DD-4DFC-B5E8-BCF7D311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FFF75C-4F5E-44D3-936C-5A8AC6B1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F5A83-7F11-495F-8E85-5FE6DDC6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D06FB0-C586-4ABD-8B7A-7E01E465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F07508-5904-46F1-AD70-1F9CD972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1F3925-A66F-4F23-95CE-FC229759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BED112-0666-4167-9C8A-99E815A1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67FE42-1142-4249-B754-20CDA45E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A60663-4F48-4429-9940-B7B16B77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B31DFA-EACE-4377-8E58-337AEC13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931E69-D633-4CFA-9FDA-B95E3230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65E569-7508-419B-A629-3CE1EA93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D23DE7-045E-4F07-A33A-3A96973C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77F8A0-8809-417C-AD8E-EE2C745B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D7A79B-FD57-4D42-819D-F6F0F618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485654-B7BD-42C6-B47A-45DF7F3B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1F8DE2-A76B-46D4-8242-B7D8D4BB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F3BF1B-2D04-457E-9379-4E9E6F24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B7CABE-A208-48E9-B36A-B746E58D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F50DAB-7B68-46CD-880A-7F0B3674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B0ADB8-58BE-4081-970C-EE25CE27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82A3CF-4517-4393-9D4F-A065A707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2A2DB8-DB5B-47EB-AEDA-83E7343D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DE6059-2F68-4687-8A81-39FB7CA1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CDF437-C58F-45B5-B610-B633FA30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8E4803-C35F-4BC2-A18C-E4997CED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828ED7E-A2BA-4597-A123-831825A8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975896-EDF1-4752-AB26-19168325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A4AEE6-A665-4F0B-BC57-865ED300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34B312-2911-421D-8321-F88E1BA1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A1CECC-40B2-41D9-B0B7-53AA4A46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10335850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8F2971-145B-4640-93F7-7C1BEE2F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24CCB-7A89-4610-AE93-342A939F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802585-DF26-424B-A41A-4360D268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9AC4F-3AE0-470C-9B5A-C0AACBDC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8885A-BB31-4270-97A3-9E04EED1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48CC31-044B-406B-A9A6-6AEA0258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606FF-9E07-45A7-849A-1C5CFB9C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D903B-9C70-46F2-8597-E62E0EEA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JPG/PNG ≤5MB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9666E-C86C-420D-ACB2-5452D0F5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2D3EE-38BF-4685-949B-92FF3E38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41D16-D7DA-48E6-960D-30794A9B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DCAC55-15F1-4848-9FE1-7584C3D6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Kiểm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0F4A50-CA4D-4FA2-99EF-AB01D354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MIME • magic bytes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73E00C-FBC9-46BD-A9CC-407646D0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0E4481-336C-45D8-8A85-5B964597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C4802A-D2D8-465C-A198-B54617F8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856FD9-32ED-45F7-94CF-EB77EBBE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41231F-CD4A-40E4-BA78-76071717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Qwen/OpenRouter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JSON 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AD6EA0-BCB6-4388-93A5-3F1313BC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A3B93E-3AB1-40A1-BFD7-26B2EFBC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F273D7-749C-42D6-9E48-C54114FE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568819-14F2-4A8B-9295-31F34E45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2E3492-150C-4CF1-9C80-DEF484DF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C# tất định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FACT → POLICY → AUTHORITY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81DEF5-0CDF-4C86-ACBA-F8590416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785B62-2E3D-4F40-8FC6-F1A2DA56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4FD62-6EEB-4890-B392-B28B0654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FC71A3-5671-4FD9-A3A5-1F238D18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345BE2-5DC3-4AFE-B566-F9B438F8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D210B0-4B90-48FD-8E75-0E456DB5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68A039-4F1E-4093-8558-542160A4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A6FECD-A0D3-4681-9E9A-D93F4EDA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5FEC97-68A0-4B4D-AD53-7DDA1E75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B26B6F-D10C-400E-BBC4-53154CC6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1ED77E-934C-41CD-BB34-5EC7A87C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B670F4-D8B3-407F-B641-85A6D572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C2A63F-098A-46E1-8A6E-E3FC0B9F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7DE927-2D71-4A2E-91C4-0858B66D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9594AD-50CE-422C-94EE-8D5D8677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1B54B7-25F0-40B5-838C-3D932181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5719CB-A80C-459E-A58E-47135B79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EC7DBE-C5B7-4D8A-B124-38C15A49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ACE9A79-C774-4FD4-ABC5-178C733C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DF8B86-1F49-4EBC-B49F-DBE90E32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C02FA0-E2B8-410E-BD35-5642BA2A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31E741-6A23-4511-B984-7653D184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13442827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EC4A61-C658-435A-9C7F-C06A7F34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00CD93-FB49-4E2F-8B07-4D762098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6307C-8F5A-4491-AE27-7B124838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F867A-8141-491B-AE39-2F878273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D24EA4-11A5-4895-A5CB-9E6E419F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F21B7-95A2-44B2-B22D-DB691ADE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C6312D-8C24-4FC1-A4BC-11466113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377B5A-ACCB-4FF0-8C3D-5ADA8C36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396D3-B875-41B2-A015-52CD6E23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7854AC-C35D-4DB5-AAB6-177F1E79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EA3630-7EDA-47C5-A173-FC139650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0DAF43-4DED-41EF-94BE-3C41398C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CB9716-4595-4847-A80D-9A286020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0AC89C-DE8F-46F4-AAF7-6008DFBE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2F5194-5923-4F01-86C6-6203FCAC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54/54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5A2EAC-9B24-4D1E-AD71-DFB3E787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CFB55E-2641-45F8-B019-FFFC8DC7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E596E8-8FF1-42EB-B474-04416304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8D1EC8-9DD0-4074-97A8-204CD7B8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v2 local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D07CA-CB80-4CA9-A055-851188CD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4C739A-40D1-45AA-90DC-3F86ED84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19CF64-00E5-4052-B461-9E5C9926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ca BGK khóa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3AEE6D-1F5A-4054-8DED-609EBEE2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0B9B04-C760-4347-96BF-09DB8AC2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03C07C-6105-461B-BAE4-1BEDFCCA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59A54F-CCDF-444D-BB44-771726DF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19FC9A-9367-47CE-BE66-10CD43B7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0AFE76-87EC-40C2-9EE2-251707BE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A4298F-F419-492A-9C96-A1E01195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B99521-3E0A-47E8-A350-F96875C1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790431-6CD7-44D7-B4C3-3DF05412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10709119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B760B5-CD28-404A-8700-89E005FE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7FA199-56B3-492E-8C52-6B644DBA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BD24A4-0438-4236-8D11-AC5E7612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8BF944-AF02-4827-AEB6-E092A3CB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EB37A-CF44-476F-A5C9-842CF0D7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510A4A-0D33-4A7E-9C47-DBA25848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AEB96A-BC6B-42A3-BD41-7E1C06D4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fetch/fragment • polling 10s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3E0727-6DA0-4357-AC58-C31D9C72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76425B-F9B2-41FA-B6AC-E4F9AABA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12AAE-CDD3-4A15-B569-2972C5AA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080F7-FB9A-4BCC-906D-1A6711EB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Applicant / Verify / Reviewer • state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0CA43-8A3A-43A4-B192-A126F44A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89BC4-8B8F-4B94-B2E7-4C8A4E8E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751D05-6380-450E-8D92-180927A2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E25C2-1778-45DA-9ACE-455BED8D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IVisionExtractor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BFC2A9-4E0B-482E-90A7-D89E4F5D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55A4D5-644D-48A5-97D6-AF7AE587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9DC070-1866-4FBD-9548-D1970994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2A46E6-EBE5-489D-AABC-4B2697D9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C0A49D-0DB6-46BE-9B83-47D792E3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7EF547-EE35-40F4-893E-150C9A8F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OPENROUTER / QWEN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16EABD-7E74-4293-85F8-ABE8BD92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Trích xuất JSON có cấu trúc • không có quyền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41C080-CC19-4CB6-B2B6-617A62C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8CF817-3E08-4502-A78B-7E401E26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8B1748-ECB6-44D7-848D-8F6BBDE0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Qwen/OpenRouter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98509C-F1C5-4FD0-A3A8-17A68C4F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EA05B3-7D6C-420C-B452-30A4ED40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11427B-6392-4D91-805C-42E4463C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 ca giao BGK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947F2E-6C22-4AA5-84AD-98769FE5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9369C9-3470-47C9-A55B-5293CDB3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FCBE71-BE0C-417D-A886-6066B6A2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18577413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EFC94C-BB72-49AB-A025-FB9FDC79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8245F1-E45F-4E6C-A414-021F4BE6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được nói thẳng —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023D7-26B2-4059-A230-88054397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gọi một retry là circuit breaker; không biến lỗi provider thành quyết định nghiệp vụ.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A3EEA-CA7B-431C-A8C8-22DA2082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081611-86C0-4111-87EA-B5F3AE3C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FE8F35-BCEB-4E07-8E4B-96147862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hết credit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336FB1-E54B-47CD-99E7-BDAD337E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retry • dừng phần Verify còn lại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25BE4-C6A4-431C-BDF9-9F10263D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CD4954-88EA-47F4-BA62-DEA97D73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5xx tạm thời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C09530-78B2-4EE4-89A1-26DE4EBA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Retry tối đa 1 lần • rồi kiểm thủ công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1C3A7F-C2F8-49BD-91DB-A76967D4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E32243-DE6A-4C58-830B-785B6DDD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lệch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52111-51FA-4A61-8D78-BEF2BE3B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Chuẩn hóa giới hạn • fail-safe nếu vẫn sai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229209-C2BE-4C10-A728-366F66A7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4AD627-5B44-4180-A387-4EB90834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1C567-CB20-4EE7-B032-D32A35EB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F800E4-7B55-42BA-9011-3638A92F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CAE1C0-F73F-494F-900C-3B532890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Storage / deploy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05A962-82F9-46CC-BB8D-72F93923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Server + private folder bền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CDF108-4BE2-44F6-B176-EC9C0BE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304251-5D2B-4345-8C30-DDBBFEEC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TRƯỚC KHI NỘP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AD6359-2F71-4A53-BB57-AB0BF1F6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D4D4AD-D2B2-4BAF-87B0-F790C466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Quay Verify production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175079-2038-4B6B-84D4-1E0F363C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BE82E0-BE2E-47F7-9335-DB977892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Demo quản lý + Audit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D11F11-361C-44DD-8509-8BAF0D1B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B1CDE2-F3C5-4FE5-93DB-A70F6215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Video dưới 3 phút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DF986E-B418-4779-A025-2B0645A5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0CBCD3-1586-4749-9DE7-E7F4505B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Điền đủ 3 URL nộp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565FC9-14AB-431D-897B-5ACC314D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D8B4A0-D08E-4798-86B0-D0D57EB9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SPRINT 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5780A6-FC8B-40BF-99C4-3843CC1D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3DF588-FBCA-436C-A812-0867E010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Lộ trình: benchmark Qwen3-VL 4B self-host khi có dữ liệu và phần cứng phù hợp.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31E212-8155-4394-ACDC-75994D5E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48E8FA-289E-4430-9082-219EBE5B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21221558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2026-09-22T05:23:06.6720000Z</dcterms:created>
  <dcterms:modified xsi:type="dcterms:W3CDTF">2026-09-22T05:23:06.6720000Z</dcterms:modified>
</coreProperties>
</file>