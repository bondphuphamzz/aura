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caac5a2891470d" /><Relationship Type="http://schemas.openxmlformats.org/officeDocument/2006/relationships/extended-properties" Target="/docProps/app.xml" Id="R5706d39c3a52468e" /><Relationship Type="http://schemas.openxmlformats.org/officeDocument/2006/relationships/officeDocument" Target="/ppt/presentation.xml" Id="R487e199670aa4d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16686c0b8c4d3c"/>
  </p:sldMasterIdLst>
  <p:notesMasterIdLst>
    <p:notesMasterId xmlns:r="http://schemas.openxmlformats.org/officeDocument/2006/relationships" r:id="R6b60b3f6319d4dcb"/>
  </p:notesMasterIdLst>
  <p:sldIdLst>
    <p:sldId xmlns:r="http://schemas.openxmlformats.org/officeDocument/2006/relationships" id="256" r:id="R10afa5a3ec084006"/>
    <p:sldId xmlns:r="http://schemas.openxmlformats.org/officeDocument/2006/relationships" id="257" r:id="R87bc4171847c40be"/>
    <p:sldId xmlns:r="http://schemas.openxmlformats.org/officeDocument/2006/relationships" id="258" r:id="R299a49d829b540ea"/>
    <p:sldId xmlns:r="http://schemas.openxmlformats.org/officeDocument/2006/relationships" id="259" r:id="Rbab2a39300274ecd"/>
    <p:sldId xmlns:r="http://schemas.openxmlformats.org/officeDocument/2006/relationships" id="260" r:id="R2cf26da1510640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cfad67384944ba" /><Relationship Type="http://schemas.openxmlformats.org/officeDocument/2006/relationships/slideMaster" Target="/ppt/slideMasters/slideMaster1.xml" Id="R0716686c0b8c4d3c" /><Relationship Type="http://schemas.openxmlformats.org/officeDocument/2006/relationships/notesMaster" Target="/ppt/notesMasters/notesMaster1.xml" Id="R6b60b3f6319d4dcb" /><Relationship Type="http://schemas.openxmlformats.org/officeDocument/2006/relationships/presProps" Target="/ppt/presProps.xml" Id="R4a2424309a15486b" /><Relationship Type="http://schemas.openxmlformats.org/officeDocument/2006/relationships/tableStyles" Target="/ppt/tableStyles.xml" Id="R792a93534a6d47f1" /><Relationship Type="http://schemas.openxmlformats.org/officeDocument/2006/relationships/slide" Target="/ppt/slides/slide1.xml" Id="R10afa5a3ec084006" /><Relationship Type="http://schemas.openxmlformats.org/officeDocument/2006/relationships/slide" Target="/ppt/slides/slide2.xml" Id="R87bc4171847c40be" /><Relationship Type="http://schemas.openxmlformats.org/officeDocument/2006/relationships/slide" Target="/ppt/slides/slide3.xml" Id="R299a49d829b540ea" /><Relationship Type="http://schemas.openxmlformats.org/officeDocument/2006/relationships/slide" Target="/ppt/slides/slide4.xml" Id="Rbab2a39300274ecd" /><Relationship Type="http://schemas.openxmlformats.org/officeDocument/2006/relationships/slide" Target="/ppt/slides/slide5.xml" Id="R2cf26da1510640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bad91f24744f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ef958c59694f55" /><Relationship Type="http://schemas.openxmlformats.org/officeDocument/2006/relationships/notesMaster" Target="/ppt/notesMasters/notesMaster1.xml" Id="R07c01d29a3574e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e08b7982f94f54" /><Relationship Type="http://schemas.openxmlformats.org/officeDocument/2006/relationships/notesMaster" Target="/ppt/notesMasters/notesMaster1.xml" Id="Rd6fb5b80319b46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95c1fc043e416c" /><Relationship Type="http://schemas.openxmlformats.org/officeDocument/2006/relationships/notesMaster" Target="/ppt/notesMasters/notesMaster1.xml" Id="R590e06ca85f145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5649a8eb334834" /><Relationship Type="http://schemas.openxmlformats.org/officeDocument/2006/relationships/notesMaster" Target="/ppt/notesMasters/notesMaster1.xml" Id="R4f8da4e2a9c342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535a5e4b1e4b8c" /><Relationship Type="http://schemas.openxmlformats.org/officeDocument/2006/relationships/notesMaster" Target="/ppt/notesMasters/notesMaster1.xml" Id="R4c62811b51d74c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159/159 test offline và Release build sạch. Live health/security/upload-negative/UI pass; gate AI hậu publish gặp OpenRouter HTTP 429 nên không tạo accuracy mới. Official holdout giữ raw 10/15 và adjusted 11/15; post-holdout regression 07/10 giữ 11/15, 0 missed escalation, 4 over-escalation, 0 system error. Ollama 4B 16K đạt 15/15 trên synthetic regression nhưng P95 khoảng 213 giây, nên chỉ là fallback local có giám sát. Demo dùng một operator và có video/evidence dự phòng; ba user session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docs/LIVE_POSTPOLICY_VALIDATION_2026-10-12.md. Fallback vẫn opt-in và mặc định tắt. Ollama 4B digest ee4b975b58c1, context 16K, output 4K, Think=false đạt 15/15 synthetic decision nhưng P95 khoảng 213 giây; chỉ bật local sau smoke. OpenRouter 8B là baseline demo có giám sát; live capacity gate 12/10 gặp HTTP 429 nên chỉ một operator chạy AI trong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1764378c614b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424d13ed524d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4d7e58524047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0770256b04f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0268e35db44f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39b608904c41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88EA0B2-2048-41D8-9057-B223EB7683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09844F5-676F-4993-9B29-0B59EF1640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9F9613F-AB89-4C45-990C-53E6F9BD3D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938548-5337-4E64-AE0D-0A214A9DD6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6F70DB3-9176-4C07-9140-1E28E3BCB4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2533C1-EEA0-4628-BDB3-E8778B7B40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2D4F90-72E7-44F6-A6C4-32DC92D190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92CD09E-9FFA-4D0D-9ECC-143C41D6430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978D84-492D-4BC1-B2C1-803A219970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8C71F8-5A0F-4A96-92ED-A855D1706A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c6445512674164" /><Relationship Type="http://schemas.openxmlformats.org/officeDocument/2006/relationships/slideLayout" Target="/ppt/slideLayouts/slideLayout1.xml" Id="Rb75743ed9d334c6d" /><Relationship Type="http://schemas.openxmlformats.org/officeDocument/2006/relationships/slideLayout" Target="/ppt/slideLayouts/slideLayout2.xml" Id="Re3f7e7d67a024076" /><Relationship Type="http://schemas.openxmlformats.org/officeDocument/2006/relationships/slideLayout" Target="/ppt/slideLayouts/slideLayout3.xml" Id="R31dbafce46dd48bd" /><Relationship Type="http://schemas.openxmlformats.org/officeDocument/2006/relationships/slideLayout" Target="/ppt/slideLayouts/slideLayout4.xml" Id="R7bdf6c6ceb224382" /><Relationship Type="http://schemas.openxmlformats.org/officeDocument/2006/relationships/slideLayout" Target="/ppt/slideLayouts/slideLayout5.xml" Id="Rb25eaf57899f4617" /><Relationship Type="http://schemas.openxmlformats.org/officeDocument/2006/relationships/slideLayout" Target="/ppt/slideLayouts/slideLayout6.xml" Id="R68c66994f44a49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5743ed9d334c6d"/>
    <p:sldLayoutId xmlns:r="http://schemas.openxmlformats.org/officeDocument/2006/relationships" id="2147483650" r:id="Re3f7e7d67a024076"/>
    <p:sldLayoutId xmlns:r="http://schemas.openxmlformats.org/officeDocument/2006/relationships" id="2147483651" r:id="R31dbafce46dd48bd"/>
    <p:sldLayoutId xmlns:r="http://schemas.openxmlformats.org/officeDocument/2006/relationships" id="2147483652" r:id="R7bdf6c6ceb224382"/>
    <p:sldLayoutId xmlns:r="http://schemas.openxmlformats.org/officeDocument/2006/relationships" id="2147483653" r:id="Rb25eaf57899f4617"/>
    <p:sldLayoutId xmlns:r="http://schemas.openxmlformats.org/officeDocument/2006/relationships" id="2147483654" r:id="R68c66994f44a49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189307c4a54ecd" /><Relationship Type="http://schemas.openxmlformats.org/officeDocument/2006/relationships/notesSlide" Target="/ppt/notesSlides/notesSlide1.xml" Id="R3ec6cea69ee840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43a9d76dc34aa0" /><Relationship Type="http://schemas.openxmlformats.org/officeDocument/2006/relationships/notesSlide" Target="/ppt/notesSlides/notesSlide2.xml" Id="Ra8be69aa343844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ed175f4a2440b5" /><Relationship Type="http://schemas.openxmlformats.org/officeDocument/2006/relationships/notesSlide" Target="/ppt/notesSlides/notesSlide3.xml" Id="R31af196aed2146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f16f7b9bb94f6e" /><Relationship Type="http://schemas.openxmlformats.org/officeDocument/2006/relationships/notesSlide" Target="/ppt/notesSlides/notesSlide4.xml" Id="R0f2f07dfaa7549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cea5d151b84bf8" /><Relationship Type="http://schemas.openxmlformats.org/officeDocument/2006/relationships/notesSlide" Target="/ppt/notesSlides/notesSlide5.xml" Id="R02e7c2d577384b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EC7B2B-44E0-4779-892B-254DB90E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62F6A-FC21-424F-A22C-DAF400DD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9C1C5-18A6-4B21-B78D-D2215B63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77AA8-B3AA-4838-8C33-13B48928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2F45AA-A860-46D6-BEFE-90021ED4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9FCB0-44A3-4A9F-BD09-C683AA47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76F8C-4779-4F2D-B0D5-E9C106C0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9618C-6D65-4A7A-B223-8FD79E77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A36A8-E9CF-4631-9EFE-9BA3E445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2E0C0-1B34-4876-8A8C-39B772DE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C94D6-253B-43DC-B288-45926F4A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1B879C-62D5-49FE-A797-CA4128A7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3DE51-C8D2-4123-BD8B-95B8AA97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0A247-F916-419E-87BE-CF7C851E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AD70A-9AA3-4893-97F5-707DF6A4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EB2A5E-6D03-409B-9ADC-94DD5497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C2F22-0B8B-4243-BCD1-AB69D18C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3169B-1EE2-43CF-B14A-198C21CD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333EF-8816-43F8-B18D-50EBEE13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64534-9FF5-4557-B04D-45307ECC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BDCC5A-5930-4643-A0DC-D8B1566A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0ED056-89D8-4627-BFD0-6D1D28A9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4DB810-5451-43CA-863D-65AD8369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E195D6-D447-4AD3-970F-B1CFF0FF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6AB8FD-61EB-44B9-A3D5-68BC68F9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96595-3279-438D-ABAA-5EC540FB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BCB889-E55E-4FE2-9167-4072CDA6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5EAA48-B370-46AF-A0BB-65F8B91A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554735-010E-4270-A914-F968BDEE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AC9603-E829-4CC4-AFD8-F095296B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C8D6E1-F632-4490-90FD-727E8F0C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CE0FFA-704D-41A6-ABB9-A6A0298C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DE2A7E-AE62-4C73-B7A7-0E5B3717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57AC00-CD16-46E9-BF3B-604444D5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2B9B9C-87FE-427E-96F6-D232DD8F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901D68-74CD-4649-A632-E7FBAAB6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CBBBEE-B56F-4514-961E-ED2ECE7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6D1895-85B8-414E-9C98-F3E527C0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51BE69-0731-43B4-9345-B6FAF290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FAD73E-5CDB-4AA9-A723-DEBB58DE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9E3A531-0D9B-4FC9-957E-1FA30E16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208925-D1A1-4D3D-8308-2DCC0988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329076-A942-4EF8-AD0C-D4F33E70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933331-6595-45B3-8208-6E06E73E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618D14-9F00-40DD-AA9F-3FC06569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25BB39-F9A3-41FF-93E5-B4234DD5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51597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72B3354-487B-4215-939F-6F86F33B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0AA04-2519-42FA-B0C9-F8E8CF6D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B0CC2-7015-4371-87A2-EDA34091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60BFF-061E-44C2-BB21-5D0B0B7F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1E086-8A4F-4D27-B459-2EDBB032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6191A-3118-4BF1-A130-DEAC8A36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FF21F-C39F-4C69-B9BD-D5A68ACC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889E16-95BF-4885-87BF-6D80FE7F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B75EB-2120-4B0B-904F-222581F6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B1D09-A187-4F6E-B8DA-5390DA63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C37916-8805-4644-9E65-DAC6063E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80E6C-8934-4189-85A6-456A5D62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E3170E-9BB1-43EA-A2C8-F10730F0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C6C8C6-0F05-40F5-ABEF-72F8F547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EAE751-1357-4795-896D-86E0F6F1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697EEC-CBC5-4065-882C-F25B4953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C062A5-F004-4BD7-B8CE-1CA09AEC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2C0241-195E-4147-ACAE-0E650502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A2591-FAAE-477C-81E3-788B7907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1DD86-84E8-4AAB-BBEB-F61FFDEF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C4FAA3-EDEB-4F6A-9B19-5DDFD5C8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27D5CD-F317-4F6C-BC4E-38221F2F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0C70C-BCE9-46BF-B92D-76E65D60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18AA3A-3DAC-442E-AAFD-BA49FF99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AA8055-8374-4BAF-9CF5-B65D7DEF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56DBDC-726A-46CB-8AF0-9B687BCA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99D8A7-4772-4AF4-AE03-BACFB3FE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9FAED9-4E73-4FD3-8AD0-2F86E453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D3E7E2-414F-4AF6-A6F7-E6905860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E31A17-F66F-42C1-9C66-674019DF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FE2169-B04A-41BE-9111-2454F146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D2EF41-8615-4C6D-BBA3-AC23E764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0F6752-F3C6-4B1A-B0AC-D5DE6974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2DA606-1FAF-4A87-9B6B-741AC5C7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A03BC6-3E35-49C0-8D31-68C02303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894B47-9016-434D-9343-6E0805A8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4F50C2-E58A-40BA-AC1D-D2E45C50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F56721-044F-4AD5-8442-F4EEDC57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D902E0-EAE9-40F9-AB7F-CD68F175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2E8724-2EFD-4222-AA47-9E94DD9B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336520-0E60-4903-BD67-7CDE8EB7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7F25CE4-28F4-4269-9280-8C12F3ED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2CF07F-F38E-40A7-AD18-9B210293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CF9FE3-64B8-4A4B-8736-2DEB3478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13E7F44-E91E-43CC-B10C-A270EF1C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59938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601560-A7C5-4CE1-B407-AAB54F67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6D7C0-72F1-4B35-BCD1-F5E76F02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E30DA-058B-43B5-AFB5-550DAB43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7C5D7-4B22-4D92-98A7-8E4ED0CA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98E8F-47F7-4D92-B950-9DC4DD62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47584-6E59-43E5-BED4-DF58CCA2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B6F02-ADCB-4341-A845-186596CA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974747-71F6-44B4-B867-5F407277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63BB0-E3DC-4702-BCD8-03E891F4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9E56E-FF7A-4A39-9D1A-4F98EB11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7C260-225F-440B-86A5-202D09ED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B4A02-3A4E-40A7-9EFD-FFEA296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7E550-3821-4E7C-85E5-68D4ABC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97220-6561-4731-BC2B-F22761B7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F3D3C-3249-426D-9D06-F98869B2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159/159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30E52-4BBE-4D24-AE74-6ADDA999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E8729-FAF1-427E-B772-755A9C1B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B1BAA6-F88D-47B7-9BBD-FF5C864A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1/5 • 429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DA95F1-42D1-4359-A337-2C04D1ED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gate live 12/10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F1555-4CEB-4555-9F31-F4167ED6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E27941-E7A4-49D8-841D-04D102FA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0 / 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75D517-55FB-4F13-8314-DFB4C5EE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missed / over 07/10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52E6DA-75B6-4BC5-A6D2-238B3356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CB3F6C-CCB7-457B-B1C4-69AF235C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3D49BA-ED80-4ED2-B403-11043CA1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5A8D4-544E-4E81-AFEE-DA4326FC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ADA541-1B25-4837-B8B5-8CD61E53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7D9788-2493-4CE8-905A-2749D74C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5E9707-33C8-4D0C-BAFE-643DB8CF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F722A1-E1D8-40B7-A29C-83B5EA5F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4965B2-EC00-4836-9CFE-60B4D2E2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287739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F1DDE6-7E59-4309-85E7-2B1FFCE9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82C20A-820C-4D02-B5E9-B4B5B178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0AB70-7FFB-48A3-BED0-7DCC04E3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CD846-5FB0-419C-AC2F-37D9CB6A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38592-EFE5-4546-BC63-6A150055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21CB6-587B-43BD-92B6-0730C915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E631C-E4DF-4E95-BFCF-0B03425F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CAB38-D8DF-4306-A963-C1C8AA21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21195-4D5B-485C-8A2A-4A58BD00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2C848-0A91-47E8-A0BB-9CE01FE2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7DFDB0-CCD6-4790-9D6E-B25A45AC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842D5-B7DF-4389-B576-C3FB9107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473C0-B65F-4FB3-BC3A-4B1067E4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8B5E46-404B-4D1C-8856-A92A9DE5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4C297B-1F24-4D4D-8127-DA23B7C2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1D1B6C-13FF-42E5-AD9B-ECB6D118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F9948E-172E-405A-B4CF-73A284E9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9D999C-7A19-45A3-8778-D1CA0F4C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D3E490-D7CC-4FCC-B224-73DD7D24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B43431-D0DC-488D-89E1-73106215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82F4A8-1143-4B13-BF0C-1FE9C898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C87878-BA5D-4A78-BDEB-A1BA99A3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9B26B4-95DD-4E25-BCF0-1ECF934A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84DD13-F1B5-4D5E-B362-5055C00F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DFC7BB-7C49-43DE-8482-D753A59C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5C7A27-05B3-41F4-8031-69F6588C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5AEA31-443C-4F9D-A553-D5E16CE5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975140-1821-4F02-A2BC-84FD02AC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B6A04C-537F-4BE0-817D-5C56C312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476EA-74D7-49EA-B144-5BBBAEC7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E0EB96-2C86-4DD6-ACEA-CD2443D6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50866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78F48A-3B8A-4B96-85E0-21C22A7F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1C00B-0E3F-4A86-A136-B714FBC8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4D53D-5BBA-4E39-B8BC-7B4F1059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2B7EB-FD6A-4676-A8FF-64011A12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FE3AD-B862-45F3-A52A-44AEDD38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08B546-CBB4-498A-82F5-71A0B966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5B243-39AB-4242-9087-C2F2B65A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B2D10-9E4B-458F-8A6F-36650227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153604-1254-45AF-9507-D8CB54D1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8EE0E-C693-44E7-87C5-8582A54F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CCB6B-E860-4BB5-AFA8-8583C290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CDC1A-B5EE-4682-949E-6D7A1CDD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EAC325-4812-4190-BC40-C3BA445A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D9982-C898-42A2-9C8C-C5474CFE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BF3599-F4A3-49FE-B5EE-AE70710E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50637-C41C-40B9-9DAB-FED7DF39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34BB31-B9A3-46B3-AF4A-F80B4FA6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0CA84D-22D1-4491-B72B-B20F7A4C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E87EE5-BCBC-4C0D-9165-49215433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8A809C-0EEB-450E-A29F-9740CDC0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1FC401-55A8-47A4-9DD5-B24019F5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740659-BDC3-4211-A584-1590827E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23D5A9-B996-497E-BD76-A568863F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DBB671-7805-43EC-B002-69BE9870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2FBFCB-A8FF-44E9-BC88-C072D224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159 test • build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0C9E99-C3DB-445C-A95A-C6B0EDCC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0AD14A-8196-453D-8EED-7868EB8C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EB5AC0-EF9D-4C5D-A74D-F3BA3C0F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E01C65-92F9-426A-AE83-83633C9E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C8A5F3-8FA4-4B76-82A3-C88536EB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B56454-D606-430B-9B37-D95F2931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D8BB58-BB7A-481C-943F-CB45C692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C19DC2-DA40-4E31-AED3-4597FF01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A7AFCC-DA35-4C08-86A1-8A735D4C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2ABCA5-6550-427A-B94D-A5E4FC0F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863766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2026-10-12T06:34:28.7780000Z</dcterms:created>
  <dcterms:modified xsi:type="dcterms:W3CDTF">2026-10-12T06:34:28.7780000Z</dcterms:modified>
</coreProperties>
</file>