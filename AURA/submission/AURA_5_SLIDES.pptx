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771e5c28a842fe" /><Relationship Type="http://schemas.openxmlformats.org/officeDocument/2006/relationships/extended-properties" Target="/docProps/app.xml" Id="Re93f4569b7ee4a7a" /><Relationship Type="http://schemas.openxmlformats.org/officeDocument/2006/relationships/officeDocument" Target="/ppt/presentation.xml" Id="Rc0f2d2f665e64d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4bb367d2554eda"/>
  </p:sldMasterIdLst>
  <p:notesMasterIdLst>
    <p:notesMasterId xmlns:r="http://schemas.openxmlformats.org/officeDocument/2006/relationships" r:id="R4900fff3c0e74b80"/>
  </p:notesMasterIdLst>
  <p:sldIdLst>
    <p:sldId xmlns:r="http://schemas.openxmlformats.org/officeDocument/2006/relationships" id="256" r:id="Rae91ebc4f2d94a8f"/>
    <p:sldId xmlns:r="http://schemas.openxmlformats.org/officeDocument/2006/relationships" id="257" r:id="Rf45f4e4efcd64bee"/>
    <p:sldId xmlns:r="http://schemas.openxmlformats.org/officeDocument/2006/relationships" id="258" r:id="R6bc86ff904334479"/>
    <p:sldId xmlns:r="http://schemas.openxmlformats.org/officeDocument/2006/relationships" id="259" r:id="R3d875320c4cc4580"/>
    <p:sldId xmlns:r="http://schemas.openxmlformats.org/officeDocument/2006/relationships" id="260" r:id="R5ede8306f23b40b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5a67c1896846ae" /><Relationship Type="http://schemas.openxmlformats.org/officeDocument/2006/relationships/slideMaster" Target="/ppt/slideMasters/slideMaster1.xml" Id="R464bb367d2554eda" /><Relationship Type="http://schemas.openxmlformats.org/officeDocument/2006/relationships/notesMaster" Target="/ppt/notesMasters/notesMaster1.xml" Id="R4900fff3c0e74b80" /><Relationship Type="http://schemas.openxmlformats.org/officeDocument/2006/relationships/presProps" Target="/ppt/presProps.xml" Id="R805fd27115124282" /><Relationship Type="http://schemas.openxmlformats.org/officeDocument/2006/relationships/tableStyles" Target="/ppt/tableStyles.xml" Id="R542fef97aa7441e8" /><Relationship Type="http://schemas.openxmlformats.org/officeDocument/2006/relationships/slide" Target="/ppt/slides/slide1.xml" Id="Rae91ebc4f2d94a8f" /><Relationship Type="http://schemas.openxmlformats.org/officeDocument/2006/relationships/slide" Target="/ppt/slides/slide2.xml" Id="Rf45f4e4efcd64bee" /><Relationship Type="http://schemas.openxmlformats.org/officeDocument/2006/relationships/slide" Target="/ppt/slides/slide3.xml" Id="R6bc86ff904334479" /><Relationship Type="http://schemas.openxmlformats.org/officeDocument/2006/relationships/slide" Target="/ppt/slides/slide4.xml" Id="R3d875320c4cc4580" /><Relationship Type="http://schemas.openxmlformats.org/officeDocument/2006/relationships/slide" Target="/ppt/slides/slide5.xml" Id="R5ede8306f23b40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187ac9b80c49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09640f2792486a" /><Relationship Type="http://schemas.openxmlformats.org/officeDocument/2006/relationships/notesMaster" Target="/ppt/notesMasters/notesMaster1.xml" Id="R6de3c48ca4384f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a074229d894cf4" /><Relationship Type="http://schemas.openxmlformats.org/officeDocument/2006/relationships/notesMaster" Target="/ppt/notesMasters/notesMaster1.xml" Id="Rd28c5b8beab34c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42849b08a347a9" /><Relationship Type="http://schemas.openxmlformats.org/officeDocument/2006/relationships/notesMaster" Target="/ppt/notesMasters/notesMaster1.xml" Id="R5d5378f3f30847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96eb6bc92d4fde" /><Relationship Type="http://schemas.openxmlformats.org/officeDocument/2006/relationships/notesMaster" Target="/ppt/notesMasters/notesMaster1.xml" Id="R55a2dea0c6c44b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bcd9094c3a439a" /><Relationship Type="http://schemas.openxmlformats.org/officeDocument/2006/relationships/notesMaster" Target="/ppt/notesMasters/notesMaster1.xml" Id="R25ec3bc6a1ee49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 cập nhật ngày 30/09/2026: 93 test offline. Trên cùng judge set 15 ca và fallback tắt, OpenRouter 8B đạt 15/15 quyết định, 70/75 field, P95 16,459 giây; Ollama 4B đạt 14/15, 73/75 field, P95 58,318 giây và bỏ sót escalation TK-12. Contract mới tách invoiceNumber, receiptNumber và transactionReference; cần benchmark live lại sau thay đổi schema. Đây là regression trên dữ liệu tổng hợp, không phải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ConfiguredVisionExtractor.cs, VisionCircuitBreaker.cs, tools/Invoke-ExtendedDatasetEvaluation.ps1 và docs/SPRINT2_IMPLEMENTATION_PROGRESS_2026-09-28.md. EF Core 8.0.31 đã qua vulnerability scan không còn advisory.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1e7697cf8c4e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b0d5fa14bb4d9e" /><Relationship Type="http://schemas.openxmlformats.org/officeDocument/2006/relationships/slideLayout" Target="/ppt/slideLayouts/slideLayout1.xml" Id="Rec53c80f347744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53c80f347744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8f0298d2043e8" /><Relationship Type="http://schemas.openxmlformats.org/officeDocument/2006/relationships/notesSlide" Target="/ppt/notesSlides/notesSlide1.xml" Id="R19b72bd6de0d47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45355d83014aaa" /><Relationship Type="http://schemas.openxmlformats.org/officeDocument/2006/relationships/notesSlide" Target="/ppt/notesSlides/notesSlide2.xml" Id="R93d6b5b0cb6d43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908d38a2094e5e" /><Relationship Type="http://schemas.openxmlformats.org/officeDocument/2006/relationships/notesSlide" Target="/ppt/notesSlides/notesSlide3.xml" Id="R39df12ed7a9b40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ab450299d9426a" /><Relationship Type="http://schemas.openxmlformats.org/officeDocument/2006/relationships/notesSlide" Target="/ppt/notesSlides/notesSlide4.xml" Id="R354b60f3269741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237c1f98d44418" /><Relationship Type="http://schemas.openxmlformats.org/officeDocument/2006/relationships/notesSlide" Target="/ppt/notesSlides/notesSlide5.xml" Id="R3d64b01bb80843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5913668-1E7F-4A81-AA65-53BBD262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2D6BC3-275D-47C7-AB4D-7026F2D7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2D11CA-12CF-4D22-94B3-C12FE70A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7666E-846E-4AD2-BDD4-779AC891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7A40C7-B3D5-42D2-8041-FD2E1951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FA6EC-31A9-4E07-A87C-A1D29B0A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790FE4-44C6-4060-96E4-5418175D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739D44-33EB-4573-A194-A95CCFA6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01387C-B89D-4F6E-A4F9-C4C5EB58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665C42-A7D6-4227-B83E-4D56BD99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3728D4-EF1D-4BE5-B34F-7479529A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674B7A-7776-4C77-B6D9-E5FB72AB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E2964A-C218-4D41-BF26-B9A13DDE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1E4B1A-6D61-43DA-9E0A-544114E6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570192-8289-4E8D-BA5F-E7A57AC7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649F2-3A06-4325-99D8-0C9573B0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25D1E8-7572-45E4-AC1A-6CBF953C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C89BB0-BC30-4A86-9199-BA17A955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1AAF40-62FB-428F-A568-876DA7FF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B775CB-69B8-441F-93D1-5D37AFAC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47519F-FE03-453D-B012-E945B789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F46540-15FC-4D95-A9E5-230188F1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4198DA-2F24-4139-A20B-123CDDAF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229C17-74E5-4BFA-9778-AF0EE82E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EA2F83-14EE-4A9E-BE84-7CB2176B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ECE9E6-94FD-46DE-9FE5-C420F580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CE5A4B-C776-483B-8A94-D2759273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FAB675-20F6-4EAD-9D01-D07D5A2B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D9B4F5-E6BE-49A8-B06C-07E6FAB8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47628D-7438-40D8-A4EF-2F5A5EDC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A230F5-31A3-4798-832B-D2008DAF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8DA844-9432-4AE7-9465-304B15C6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2B4836-EB2E-45F1-A7D5-40B85BB9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ACB2B3B-8D1F-41EE-BA4A-4045823A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DC3238-23AD-4FF0-8DB5-9F057F39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5955C6-F770-4FCD-AA67-F14EA143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5833A4-8C34-469E-B729-6C6AA1E1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13FBCC-86DD-4845-B822-EC19EB4B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5C8DB6-BD7C-4FEE-8C6C-6FC75E12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A65804A-0021-497A-92F2-2D7C70C8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ABDBA41-8A9F-4029-A7DB-8B03A5FDB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2C545A-EA68-45D3-8E02-14C28BE8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192B43C-130D-48C0-97C0-C629AD40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6D88CF9-D1B6-433D-8068-367B950F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EBD4FBC-E636-4A9C-994E-5AA9DB0C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30/09/2026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FFFF5C5-C7C0-40D1-885D-47A93187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267901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1D6DB4-8490-426B-A861-94D1A4BD2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ABFE51-CEDC-4FA9-90A0-47B01CD3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91161-9D85-43BF-A85E-F26F5754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061ABB-6855-4827-9246-D8EE31EE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81C7CF-7AB5-4704-B050-B10CA52C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026608-C0CC-4DFD-9477-81502C00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40CFA0-45DA-4D98-8E3A-C5AD789D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3CD048-54BC-4A37-BC94-7F22B91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C2E66C-597A-4059-A8F8-BF0292CF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8FE002-5CFA-4718-9BD9-C9328AB2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F5141A-A918-4238-A255-580899B7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69FD06-7D2C-4B9C-86E8-1E9402FF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4CD196-D2D6-47F2-816E-1F04D5F0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3EDFEC-58DF-431E-9490-3304B1AB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0E99AB-93F7-4EEA-B8FC-7D625896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1B6CE3-87BC-44D8-AD3D-5F2412F5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3A1B94-D208-4F58-863C-488E7FA5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A90177-813C-4CE0-8CBF-82EE1123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6149F8-2862-4354-B326-F1CEE3F9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81A323-0C33-422C-A2A2-773B0634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4D0DFB-923D-48F6-8242-6E54515D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50000F-A892-4BA7-8DE4-87A2A70BF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08459B-59E1-448B-ADAC-09D0AA3F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A861B-3352-4909-BE60-19DA7732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8AD49A-37EC-4A77-A211-AB1B07BF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203CF0-52A6-4035-98B1-2BA2C8AE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49E077-ECDC-4D95-922D-26356F76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2B8515-9A17-4E8D-A9AA-41B273E6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417632-D754-4CCD-8F0C-F7496714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2F8910-15C0-49F8-AD84-57DFB371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061632-CE76-4988-84B2-CB63B0FA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178020-A016-4DAA-9EBD-1CECCEFA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DCB6BF-7962-4D1B-A2E3-15C9DA5A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0457E1-8958-493F-9A38-B408858E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004CCD-BF75-4ABA-9A53-BF2417ED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84E97C-D2E7-4993-9EF0-A3F08179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260737-256B-47BE-A10B-B5562A92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6C8665-2BF0-48DE-AF4A-23ED2262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DE0A53A-5C2A-4099-B44B-92D677B9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30DCF66-746D-4FA5-9BC1-A1EB41CB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A1397A-A866-49FF-9570-31B96317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C871B9-9F82-4ADE-951C-D63C9F2A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DFB6A74-1B4A-4D97-924C-B057989E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4D9861-66CC-42AA-BB64-7F68CBF5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30/09/2026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55D9374-2590-4D8C-AD78-E586C965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525619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09B3A0-1D91-47FA-90B7-EFD7F37F9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352F2A-A939-43D7-AB3E-20541C48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036D46-5E1A-41C1-B572-45A8699E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12B59-32EC-4BB2-842F-C5059290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56DDD9-33D5-4A96-8576-AD414FBC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631DA-0C60-42B5-91F0-EDBB398B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0659E9-495A-4849-B489-92DA8497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6664E4-33E6-4314-9B3F-A31DB0D2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CABCE5-5B62-478B-BBDB-418E5F99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369FD-C591-453F-96E7-CDD0FD09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3A9736-222F-47C3-8E8A-8FF130D5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A9AECB-50DA-499D-9B8B-ADF397FC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F97CED-22F7-4C5C-9D58-D62CA0EA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E1362B-DF3A-4787-BEB4-0419E004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55FD17-9599-4D76-A926-345BFF08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93/93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4EF1D7-B80A-4594-89C8-86DBA94A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396F11-8A17-45C1-82C9-9F129CF7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08888A-A6B9-45A2-A30C-C79BAE57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15/15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5D17CC-33C3-4BDD-8617-B372D1D97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5646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judge set OpenRouter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C69ED6-E63D-48FF-895F-17E898A2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B3F745-F4BE-4163-9856-69F99205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14/15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900FB4-1E7F-4E13-9241-5779E152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judge set Ollama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DE3B5D-8232-4B4A-8EDC-7DC9914E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E71A65-1C58-4ED7-B62E-23164182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F0264F-78A2-4D34-BE94-152C664D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0FD54F-AF1C-4D8B-9314-FA275CB9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65C1CB-3FD7-4003-8167-5EE50E6C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D754EA-07DF-4B34-93A1-D4F60F9E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005EB0-5567-4CAA-9A05-F34464DB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4089AC-14CD-4565-9685-ADB6D458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30/09/2026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AB0C78-0770-4F5A-9183-4A05DE73B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882290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3C72AA-BF3E-4521-91C7-28A4C3D0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6E9CB4-8C22-4D4B-A365-1A1DBF52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59173-4645-4C52-8E0D-7C220BF6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FA333-5055-4A8A-8AAC-85A7CE22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BB02EC-232F-4DF2-AD4D-F9DD34BF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84D3C1-235F-41C3-9CC8-F19DD70D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27D169-E558-4AEB-8BCE-EC312702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26B025-08AF-4C0F-B4D7-E66995CA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6E67E1-CA2E-4579-B2F4-AE19AB0C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D8B4D9-1DF7-4341-A409-97F76FB6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3986FC-EB26-43F1-A4A3-D2645BBF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3F566F-C264-4125-B3C5-E35541EFB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271AC8-57AE-4392-BE2E-82E06FF1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18176-C619-4424-9B90-F66F3005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6074B0-B305-4EBB-8D47-CB0ABA8D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B62DAF-9AAA-47C7-9E3B-48746799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6FFF23-71F8-4D7C-9722-E6EC6AEB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6E79B7-07E4-449F-B36A-5126C493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10DD9D-B154-4B37-ADCF-7C41A307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FBB813-C3CA-4703-9AA3-954CF3D0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DE82D0-5F54-4F12-A583-4C18EFE0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6B9420-2999-40A4-9E4A-9EBBC082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1A3E90-A481-4BB6-AF97-D99E7E75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6895B6-F7F3-4520-9C96-301AED34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AD7814-DD54-4377-B028-FBDB2F27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4175E2-8D50-49F6-A8BA-AFD981DC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8FBD63-1A4A-4F80-AF45-5901A2FE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E9A6F8-C678-4727-B0D0-573E9305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AE7460-35EE-497B-9250-FE742A12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D09E61-7B60-4BCC-A115-23EAF50CC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30/09/2026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BE339F-F67B-43C2-87BA-DBF5E2AF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203726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F3EB0F-6976-4876-895E-DCC343AE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E8CB3A-9B8B-418F-9E59-11A58485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0C603-C39D-4EEC-B2D3-861F4197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4C036C-640B-4350-ABC8-1F7543DC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3B601-CEA0-4507-BF61-3E1C9CE7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69D57-5868-4339-B5D7-14A2AC12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029A50-7FEB-42F0-985D-CF2C33D6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3448DA-4B09-493E-AF31-31F39447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190381-12D6-46EA-B0C9-C1AD55F2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159FBD-A456-4D04-970F-772D39DB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163021-83C0-4C50-AD7B-F4EDFC2D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C324A-8DBF-4515-874E-0C6A0A08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E0B72-C843-49EB-905E-D16D50B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BFFBC4-F856-4424-B731-B7083CD1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5A5919-39FF-4CA5-816C-16C67349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437057-F959-4FB8-8919-F7BE1F7A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688343-32EE-4672-A522-A0465790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CB8449-9E81-424E-ABC9-ECE67774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258AA8-AF5D-4884-A8B0-B3C031AA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D079F9-CDBA-4643-BCBC-B76DEBD6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5C329A-B51E-4134-B208-72B4E7C1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C9EAFC-D275-44DE-8A61-EC2CA189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D3C5C7-C570-4231-8C95-F3FCC1D7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2C931C-D071-49F6-8CD4-BDA4E8FC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BCC27B-C130-4662-8F50-F13F6261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93 test • dependency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25E3E8-BBE7-47EF-9524-BB4307D9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954D00-BEBF-4B43-ACD1-79742A73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Evaluator 15/30 ngoài UI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BFC383-1A44-4123-B0F4-637DA9DA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53AEAB-0DE8-46A5-9478-1ED1B062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opt-in +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5C49AA-45E6-46B7-A027-9F4D6965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BF99B3-B6D1-4E55-8C8A-A56E030F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5F9BA0-BD67-4280-819A-7CBD906B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FDBA68-7549-4825-B2EC-0DA469E7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4008D2-75CB-493A-A687-2DC30847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F45F09-7541-41F1-870B-685A99DF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553915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2026-09-30T16:16:40.5240000Z</dcterms:created>
  <dcterms:modified xsi:type="dcterms:W3CDTF">2026-09-30T16:16:40.5240000Z</dcterms:modified>
</coreProperties>
</file>