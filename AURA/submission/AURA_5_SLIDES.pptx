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4d5c148a764d85" /><Relationship Type="http://schemas.openxmlformats.org/officeDocument/2006/relationships/extended-properties" Target="/docProps/app.xml" Id="Rfe5dc14342d24fea" /><Relationship Type="http://schemas.openxmlformats.org/officeDocument/2006/relationships/officeDocument" Target="/ppt/presentation.xml" Id="R2ab7424b86ac42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f9dcb952c346e7"/>
  </p:sldMasterIdLst>
  <p:notesMasterIdLst>
    <p:notesMasterId xmlns:r="http://schemas.openxmlformats.org/officeDocument/2006/relationships" r:id="Rc79f6310c62b4203"/>
  </p:notesMasterIdLst>
  <p:sldIdLst>
    <p:sldId xmlns:r="http://schemas.openxmlformats.org/officeDocument/2006/relationships" id="256" r:id="R0b834363fdd84091"/>
    <p:sldId xmlns:r="http://schemas.openxmlformats.org/officeDocument/2006/relationships" id="257" r:id="R75111fbc928746c7"/>
    <p:sldId xmlns:r="http://schemas.openxmlformats.org/officeDocument/2006/relationships" id="258" r:id="R130f1a04ab6e4328"/>
    <p:sldId xmlns:r="http://schemas.openxmlformats.org/officeDocument/2006/relationships" id="259" r:id="R9fbaca921fe049e2"/>
    <p:sldId xmlns:r="http://schemas.openxmlformats.org/officeDocument/2006/relationships" id="260" r:id="R54e951ea125b49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e60202737a427c" /><Relationship Type="http://schemas.openxmlformats.org/officeDocument/2006/relationships/slideMaster" Target="/ppt/slideMasters/slideMaster1.xml" Id="R2df9dcb952c346e7" /><Relationship Type="http://schemas.openxmlformats.org/officeDocument/2006/relationships/notesMaster" Target="/ppt/notesMasters/notesMaster1.xml" Id="Rc79f6310c62b4203" /><Relationship Type="http://schemas.openxmlformats.org/officeDocument/2006/relationships/presProps" Target="/ppt/presProps.xml" Id="R150f751b7d6a4c1e" /><Relationship Type="http://schemas.openxmlformats.org/officeDocument/2006/relationships/tableStyles" Target="/ppt/tableStyles.xml" Id="R2bd0b368a0344a91" /><Relationship Type="http://schemas.openxmlformats.org/officeDocument/2006/relationships/slide" Target="/ppt/slides/slide1.xml" Id="R0b834363fdd84091" /><Relationship Type="http://schemas.openxmlformats.org/officeDocument/2006/relationships/slide" Target="/ppt/slides/slide2.xml" Id="R75111fbc928746c7" /><Relationship Type="http://schemas.openxmlformats.org/officeDocument/2006/relationships/slide" Target="/ppt/slides/slide3.xml" Id="R130f1a04ab6e4328" /><Relationship Type="http://schemas.openxmlformats.org/officeDocument/2006/relationships/slide" Target="/ppt/slides/slide4.xml" Id="R9fbaca921fe049e2" /><Relationship Type="http://schemas.openxmlformats.org/officeDocument/2006/relationships/slide" Target="/ppt/slides/slide5.xml" Id="R54e951ea125b49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8010c2bd014d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81af4d03614d66" /><Relationship Type="http://schemas.openxmlformats.org/officeDocument/2006/relationships/notesMaster" Target="/ppt/notesMasters/notesMaster1.xml" Id="R1618ab8003b34c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0eca6e9c014b8d" /><Relationship Type="http://schemas.openxmlformats.org/officeDocument/2006/relationships/notesMaster" Target="/ppt/notesMasters/notesMaster1.xml" Id="R43504cc29f7447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56fc4f05404403" /><Relationship Type="http://schemas.openxmlformats.org/officeDocument/2006/relationships/notesMaster" Target="/ppt/notesMasters/notesMaster1.xml" Id="R276c6badcf894d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85fa1bd99e40bd" /><Relationship Type="http://schemas.openxmlformats.org/officeDocument/2006/relationships/notesMaster" Target="/ppt/notesMasters/notesMaster1.xml" Id="Rc9077f8f40b34e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e498bc1a8e4943" /><Relationship Type="http://schemas.openxmlformats.org/officeDocument/2006/relationships/notesMaster" Target="/ppt/notesMasters/notesMaster1.xml" Id="Rb4421162b7bc4a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54 test offline; người dùng xác nhận Verify v2 5/5 local ngày 22/09/2026.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https://github.com/BondPhuPhamzZ/AURA — Live URL cần điền sau deploy.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eac2c4137e47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f4cdd6c8514ad2" /><Relationship Type="http://schemas.openxmlformats.org/officeDocument/2006/relationships/slideLayout" Target="/ppt/slideLayouts/slideLayout1.xml" Id="R4fb76e3fab3240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b76e3fab3240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6cb9f870e4bf8" /><Relationship Type="http://schemas.openxmlformats.org/officeDocument/2006/relationships/notesSlide" Target="/ppt/notesSlides/notesSlide1.xml" Id="Rd153d4692a4649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57e44ef334bb3" /><Relationship Type="http://schemas.openxmlformats.org/officeDocument/2006/relationships/notesSlide" Target="/ppt/notesSlides/notesSlide2.xml" Id="R6bd2fa5510a342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6776f4d5a4da0" /><Relationship Type="http://schemas.openxmlformats.org/officeDocument/2006/relationships/notesSlide" Target="/ppt/notesSlides/notesSlide3.xml" Id="R5c1087a659cc4a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091b56436420a" /><Relationship Type="http://schemas.openxmlformats.org/officeDocument/2006/relationships/notesSlide" Target="/ppt/notesSlides/notesSlide4.xml" Id="Rd7225f6abb7b48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cfafd5fbc43b5" /><Relationship Type="http://schemas.openxmlformats.org/officeDocument/2006/relationships/notesSlide" Target="/ppt/notesSlides/notesSlide5.xml" Id="Rc69f1284b6344b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CC3EF61-663F-44C8-A4FA-3AB382FF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FBAAE-FF66-4754-BFB4-85E406B8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7EA93-C008-46CE-9A1D-DAE5E94B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76F9D-A5D5-4E57-B903-5F42B20F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DAFF9-61FD-431F-B41D-9881DE0C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54D236-F3F4-4ABE-A254-D7399F16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BB6C6-55E7-4026-AAF9-80CC2E18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CCE9D-43EC-4BD5-99E1-0E6D75AC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CEA03-92EC-4CAD-BC46-926D303F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0EF06-5B99-429C-B5E3-5574BD98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AB2F8-3A48-4EC1-BC4A-784529D7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E60167-9A39-4409-8822-F0686531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6C7C99-B4C6-4C02-8E5F-179EC91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49F77-1EA3-48B3-A58A-85DD6034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E47F9-0489-4CFC-99C1-691D7537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834C2-85BE-49F1-B97D-7099E04C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297BF-D083-45AA-9A7F-8FE9D46F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B29B8-553F-4F6D-A8EB-21C12880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6EDF8-6415-41D3-B6AB-CE4A5B00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B9075A-FE91-4A42-B009-9244BCD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303CDB-3177-4617-9C5A-51D29D66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BBD600-953B-43D3-BFCE-1A48C808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ED5379-EEEF-4BB9-9D1A-3F68B2E2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34D279-0E5B-42D1-8019-4BC31608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732FE1-D872-41F3-9CBD-8B4F5702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51698-23E1-48F7-A6AD-0DA1009B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FBF14-F2DB-49EF-A39C-1F20CAA3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B20088-8A6A-41D8-AC94-1383CCA8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9B9BF2-DA3F-4623-8639-B04C138C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3BE072-C803-4638-80A8-D8FDEBE9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5C17BC-CD42-4F03-9737-976CB10D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DC83C8-3F91-41B5-9FD6-15D3A94D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39C6F8-5F65-49ED-AED2-088CBE7C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A59138-5641-4964-B90E-1E6198AE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332363-8A63-470D-AB27-D49CED22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F863C1-69B7-49A3-87E8-C770E4F4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3B2830-0D06-42EB-9689-40CACFE6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E1F2C0-270E-4779-983B-25AE51F4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2A6572-820F-4C6F-86F9-4222B919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7FA224-C499-4CC7-867C-74506878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65D212-935D-4E23-9864-C59A6095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EF1CB8-2211-457F-9687-D9CA1162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0E42C1-FE1C-4B81-8A25-0BD47D56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BFB9A7-5960-4AC0-B7EC-E880AAE8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C18FFB-8099-49DF-ACBE-7DD230A2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5E4786-F678-4179-9DB6-A4AA9C7C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10959503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1F35E9-927B-4403-88A7-72A2CCEA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EBAD7-8656-4835-911C-BFDC7CC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07F1C-C8DC-46DD-BD87-BA0AA87E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84C98-9CAD-497D-A147-8D469EEC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B980A0-B5CE-4C18-BCAE-264F00AD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99B6F-50DC-4992-B8E5-D5732F7A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1F239-E84A-447B-A10D-86BCC3CF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B6688-DAF3-45BF-BDED-13B7B229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3C679-52B3-4433-8663-53B0CC6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3E1FB-8F47-4691-A867-DEFC3F73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6B833-CDFC-4537-B51E-667A18F1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E551B-11BA-4D80-A798-C8F3C1B0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ACAF80-5153-478F-BF79-C56DFC37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1010D-6663-48B8-A91C-B8110C64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E641B-573E-44EA-B39B-198BA2F0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D0DC6-6324-49D8-8EAF-84FF4360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B61197-A736-4398-87F8-D3A8C518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F91A3-3550-4EFB-AB9F-FFA97FC4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FBCFBB-47FA-4445-B6FB-B0E513CD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F02891-473F-4882-9027-84534544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404A2-5EDA-424C-AA00-49963934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0F0D9B-4ECC-41EE-B766-7F82F7B1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1D54C-FFCB-46EC-8F89-CB22BE81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EA97A5-A262-48F0-AF89-17866AE3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8696B5-0767-4B14-B30D-90D56EC6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F08A5-39A6-4CE4-B98C-51E3DCD4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E3F720-0ECB-4525-8B3D-30E07DB4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96D384-69B6-44D7-B1E6-54F61087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8CA290-72C3-48A0-9E56-19F7EF67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EAF233-DDF5-493F-91EB-DF6D2FC1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44A16F-10F4-4FDA-BB9C-59F89C33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115A35-4748-45AD-908F-4C1A0572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DA593E-5301-4866-9479-9ACA99F8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26A614-3E78-4137-9504-EE436E77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F00844-5421-4796-BFAE-F7C3754A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40F9F0-B19A-455C-A8B0-96D86DEF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00C540-688B-4289-90A9-FAC15DAF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7449D5-721C-4221-A346-1B8FD94A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77853A-3BB1-46BE-9E19-C22C365B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DEEF25-1D5B-432F-BB1E-24AAF32C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3A577B-56E2-425C-A432-BEDB7819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C098D4-FBF7-4C24-A023-163ABC67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554B8D-6019-4B49-9BF1-A128A092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EBB40E-10C2-4FE8-86CB-8BB3D20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279B22-FA54-47B0-BAF9-AD822A35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098489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131729-38A5-4A6F-A912-0E9327BB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5C00E-3FFE-464C-9C27-8B4DB86A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4D5D6-F9A3-47B0-8CE1-E62F293F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4C2D3-186D-433F-B2BC-BD1D890F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34FBB-389C-4042-9BB2-64AA6561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CFB88-882C-407A-A13B-BA579D1D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93260-4A3C-4C23-ACDB-17FDF4B1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9F8DC7-22C6-432D-9CFD-6FDA27C2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53DEB-2229-4B7E-9797-C5A0445E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A6821-F45D-457E-85B0-F4A697B0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FE44E-FE61-4226-9E9E-C902F852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FE742-D3E5-46FF-8557-D637704F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154D24-A8BE-4D51-9CDE-24811F6E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29FA7E-683A-45BC-BF10-A55F72D8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D9D81A-A59E-461B-A8DB-B74DD5E8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54/54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20012-C366-426D-B00D-67819D82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AE015-69F2-4292-AD32-98E9EE7C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68D92B-3578-46DC-9FC4-5AE8B4BE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CC59D-CE13-4455-A2EB-BF0AFD5C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v2 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EE522A-9488-4852-B510-B028412F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6A85FB-4248-41F5-94B5-5841C6AA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71D8F9-27C2-4CC8-B422-CEF3C05F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8073C7-D788-449A-B515-787C5375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DED6E5-4D53-4D06-8F28-F12D9458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E3D44C-2375-4933-934D-7D73131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E78124-52B3-447A-92D3-CF62830E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2CFEF8-CAEB-425C-AFE5-8C6DC5A8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B4B8FD-F094-46A6-B4B2-975F88A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3E1BB-B30E-4EB2-9458-DDD315B3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1DE11E-4CA1-4F84-A1FE-90E52DF5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7BC66C-6E67-48FD-9C48-106309B4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2185706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7DE3F6-F8E3-4E92-9CB7-5DD3EBA7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9553A-0779-43F5-8736-D1F4C719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8BFCD-D67E-4F19-B39D-D23671B7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672DA-C5B0-4D48-B85E-B1F29DE2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694B9-8CC5-49C4-85C0-EFA9AF41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07E3B-D91C-445E-99EC-8AEBC158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81FEB-7F58-477D-8D76-BBEFA105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fetch/fragment • polling 10s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49027-CAE1-4E9C-8CB1-4FCFB196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2C9B0-512C-440F-98B2-CCD94D75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7EC48-7B8D-4297-946F-4A4E673E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CE859A-D68E-432D-B6F4-B2050661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5FC70-EA87-4C15-AED1-F5FA3425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430FB-E9A7-4921-BF50-3CDC0B5C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E05252-28A5-4C5B-9689-58FF143F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560AB2-DBB9-46A0-B0F8-1A782EDC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IVisionExtractor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33B48-AD43-46F7-A33C-F7F1C009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B6157-D251-4A0C-91BE-68292715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2455B2-16CE-4DA2-9B93-2D1C3B27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DBA725-2DD5-4F8D-BC75-A1CEA0F6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48765-AC53-404A-990D-F3BEC2C6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FA3F0-6252-4444-8F47-8A36AFBA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OPENROUTER / QWEN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7E9926-7619-4198-9C84-AC9B4703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Trích xuất JSON có cấu trúc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D3FE98-854D-4F06-A61A-1670BCF7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D3D8A9-25A6-4DC1-8511-222A9163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D66EF5-01B5-45C9-B896-3EF76D7F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C88A20-7CE0-495C-A604-08EAD607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E528DF-F47D-4273-9837-038243BC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765649-DEE6-4E2B-AE9C-37A0E854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ECAF9D-2393-43AA-B65E-9188048B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41328C-8954-4D0A-A68A-999656C2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FB85E6-D682-4E1B-87EC-22D4D7C1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1700458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229975-A90D-4485-B99A-DD4EB8E0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EA5E1-FA5D-498C-8F65-592DF3E1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29B81-8749-4C2F-ACB3-EA142A01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E6626-518A-450B-BF8F-2F38233E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FEFAE-EEAE-432A-AD99-555BC90B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97F06-8E88-4335-82C1-A93EFC36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A98CB-2D09-4A2D-95F3-ECACEDFC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0FB63-9994-429F-A146-8319701E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BE7C6-2C39-4588-99EE-D39143A8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70D32-19E7-47FC-A48A-04E84D19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82E71-E562-471E-A2E1-82AD4FCD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00DA77-C935-40C1-8089-D847BCCF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lệch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91D3CB-EAC0-470F-AEFD-67C68331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Chuẩn hóa giới hạn • fail-safe nếu vẫn sai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69C11-B264-4A84-AFCC-8FC9E86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5AF0D-9D01-471F-BC6D-3A9BFF6F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196AF3-A7D0-4CD6-91CF-8B01772F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A44D8-F6BE-4C5E-B35B-CAD918C1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255FC-CCE0-4495-BFAE-7556A460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EAA53B-4C81-4DD3-AAF0-C9A57660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A93FF-FCD0-4C85-805C-ED464AD9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2C61D1-2F68-4F9B-8966-C2C1F2EF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TRƯỚC KHI NỘP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7B680D-46DF-4506-9058-A0BE8A8E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C166A3-D87A-4921-81A9-8ECC6CA2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Deploy SmarterASP.NET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A0EAE5-B755-4318-AEDC-00E82138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FF0362-69CB-4FB7-88BF-FB895A98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Smoke 1 ảnh + Verify 1 lượt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20DFD3-BDD9-4B3F-BC73-919110D1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9D2016-86A1-4964-9A16-4D5C3B9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Quay video &lt; 3 phút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54A855-83E8-438C-887C-F1C97E4F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54A10C-2340-4330-89D8-2D5C7B34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Điền Live URL đồng nhất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B49A8F-53CF-4E42-A848-25C2DAA2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B7648F-3C49-4EB5-99D4-8B826D3C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0619B5-384F-4FB5-992E-CED4842E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CB10C5-86A4-4312-9526-9A1B941C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Lộ trình: benchmark Qwen3-VL 4B self-host khi có dữ liệu và phần cứng phù hợp.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39372D-E9E4-4A4D-844D-AF03B864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E4C119-D9E4-449F-826E-BF2422CB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0107709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2026-09-21T19:44:16.0400000Z</dcterms:created>
  <dcterms:modified xsi:type="dcterms:W3CDTF">2026-09-21T19:44:16.0400000Z</dcterms:modified>
</coreProperties>
</file>