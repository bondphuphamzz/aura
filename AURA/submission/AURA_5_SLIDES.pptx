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ee19f960734052" /><Relationship Type="http://schemas.openxmlformats.org/officeDocument/2006/relationships/extended-properties" Target="/docProps/app.xml" Id="R376e72cea4254660" /><Relationship Type="http://schemas.openxmlformats.org/officeDocument/2006/relationships/officeDocument" Target="/ppt/presentation.xml" Id="R5903f6d780cb4b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eea6bf059c4497"/>
  </p:sldMasterIdLst>
  <p:notesMasterIdLst>
    <p:notesMasterId xmlns:r="http://schemas.openxmlformats.org/officeDocument/2006/relationships" r:id="R7a0643453675435e"/>
  </p:notesMasterIdLst>
  <p:sldIdLst>
    <p:sldId xmlns:r="http://schemas.openxmlformats.org/officeDocument/2006/relationships" id="256" r:id="R1112f2f24a2c4b12"/>
    <p:sldId xmlns:r="http://schemas.openxmlformats.org/officeDocument/2006/relationships" id="257" r:id="R85dcab4e9d4049d5"/>
    <p:sldId xmlns:r="http://schemas.openxmlformats.org/officeDocument/2006/relationships" id="258" r:id="R066e96bf84404226"/>
    <p:sldId xmlns:r="http://schemas.openxmlformats.org/officeDocument/2006/relationships" id="259" r:id="Raf80bdb4dc544f78"/>
    <p:sldId xmlns:r="http://schemas.openxmlformats.org/officeDocument/2006/relationships" id="260" r:id="R095afc72d83947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1dd30ba21d4ca8" /><Relationship Type="http://schemas.openxmlformats.org/officeDocument/2006/relationships/slideMaster" Target="/ppt/slideMasters/slideMaster1.xml" Id="R9beea6bf059c4497" /><Relationship Type="http://schemas.openxmlformats.org/officeDocument/2006/relationships/notesMaster" Target="/ppt/notesMasters/notesMaster1.xml" Id="R7a0643453675435e" /><Relationship Type="http://schemas.openxmlformats.org/officeDocument/2006/relationships/presProps" Target="/ppt/presProps.xml" Id="R261ebdbbf972485d" /><Relationship Type="http://schemas.openxmlformats.org/officeDocument/2006/relationships/tableStyles" Target="/ppt/tableStyles.xml" Id="Rbe493885164245d2" /><Relationship Type="http://schemas.openxmlformats.org/officeDocument/2006/relationships/slide" Target="/ppt/slides/slide1.xml" Id="R1112f2f24a2c4b12" /><Relationship Type="http://schemas.openxmlformats.org/officeDocument/2006/relationships/slide" Target="/ppt/slides/slide2.xml" Id="R85dcab4e9d4049d5" /><Relationship Type="http://schemas.openxmlformats.org/officeDocument/2006/relationships/slide" Target="/ppt/slides/slide3.xml" Id="R066e96bf84404226" /><Relationship Type="http://schemas.openxmlformats.org/officeDocument/2006/relationships/slide" Target="/ppt/slides/slide4.xml" Id="Raf80bdb4dc544f78" /><Relationship Type="http://schemas.openxmlformats.org/officeDocument/2006/relationships/slide" Target="/ppt/slides/slide5.xml" Id="R095afc72d83947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a47ceb6b454a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380017a90d4c93" /><Relationship Type="http://schemas.openxmlformats.org/officeDocument/2006/relationships/notesMaster" Target="/ppt/notesMasters/notesMaster1.xml" Id="Ree16a98f3b0f46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5399b2235f4a65" /><Relationship Type="http://schemas.openxmlformats.org/officeDocument/2006/relationships/notesMaster" Target="/ppt/notesMasters/notesMaster1.xml" Id="R680abae9b7c54e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28fa8943b04c97" /><Relationship Type="http://schemas.openxmlformats.org/officeDocument/2006/relationships/notesMaster" Target="/ppt/notesMasters/notesMaster1.xml" Id="R14f5b3ad3c4547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98636582474672" /><Relationship Type="http://schemas.openxmlformats.org/officeDocument/2006/relationships/notesMaster" Target="/ppt/notesMasters/notesMaster1.xml" Id="Rb6142c8db3f246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c51ab46874463d" /><Relationship Type="http://schemas.openxmlformats.org/officeDocument/2006/relationships/notesMaster" Target="/ppt/notesMasters/notesMaster1.xml" Id="R40b71c4155ad44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cập nhật ngày 01/10/2026: 102 test offline. Trên cùng judge set 15 ca và fallback tắt, OpenRouter 8B đạt 15/15 quyết định, 70/75 field, P95 16,459 giây; Ollama 4B đạt 14/15, 73/75 field, P95 58,318 giây và bỏ sót escalation TK-12. Contract hiện tách ba loại identifier, chuẩn hóa lossless ngày giao dịch trên chứng từ giấy và đối chiếu discountAmount; kết quả live postfix phải được ghi riêng. Đây là regression trên dữ liệu tổng hợp, không phải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c059a398e4d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c71f01403b464b" /><Relationship Type="http://schemas.openxmlformats.org/officeDocument/2006/relationships/slideLayout" Target="/ppt/slideLayouts/slideLayout1.xml" Id="Rd2fc839d16fb42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fc839d16fb42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2cc812b9745fd" /><Relationship Type="http://schemas.openxmlformats.org/officeDocument/2006/relationships/notesSlide" Target="/ppt/notesSlides/notesSlide1.xml" Id="Rceb2c7575c774a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4ab7f1dff4eea" /><Relationship Type="http://schemas.openxmlformats.org/officeDocument/2006/relationships/notesSlide" Target="/ppt/notesSlides/notesSlide2.xml" Id="Ra5d7eb41ab8c4f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1d9ffb5c5435b" /><Relationship Type="http://schemas.openxmlformats.org/officeDocument/2006/relationships/notesSlide" Target="/ppt/notesSlides/notesSlide3.xml" Id="R1eebdb32d5024c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fce12e3bf48bf" /><Relationship Type="http://schemas.openxmlformats.org/officeDocument/2006/relationships/notesSlide" Target="/ppt/notesSlides/notesSlide4.xml" Id="R9e475b19e69640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a0736e55d4426" /><Relationship Type="http://schemas.openxmlformats.org/officeDocument/2006/relationships/notesSlide" Target="/ppt/notesSlides/notesSlide5.xml" Id="R7624ffba3ef246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1D0D8EA-B290-4C8A-B1FA-1F4511AA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72C47-8E68-41B9-A043-984D8803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1AB07-12FA-4A43-AE63-61065E3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2D52C-7B98-490A-9339-E2603330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1D7ED-A6B8-4E15-9618-A0859078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CDC57-ACD8-4E58-99D7-C7AC66BE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EC49B-2175-4AAA-B84B-83ACF97C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860A-3CE8-4595-B113-38622F2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B62C1-C451-4CC2-A249-732AE80E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0F7C3-A83A-49BF-991F-CB4D19B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0A7D7-A443-4F21-B9F0-4D6EC447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5FB1AE-DA90-40E6-B1FE-613D6CD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60FD8-A42C-40B4-A473-82AA0683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E0921-F67E-4DAD-861D-90AEF2BA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7DA21-5533-4756-A142-F4BB989E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2F3A4-A33C-4566-A2BE-AAF6656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4E3FDE-AEC9-418D-9615-02CCB291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E8C7F-6CC1-4C7F-B666-E4CF3895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A68161-A341-4287-AD57-4E52765C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CB2C63-B675-48F6-B5CC-C1B04A36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46612-7B67-4AAA-BE68-FE045D8C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F6114-300D-45B5-A281-2BA0418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3E568-CF42-4848-8988-EAFDE2A9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516136-3E5C-474E-B267-A1651F75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2A1300-1607-4AAA-8343-CDA0DD1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6AF2E2-CC1B-47EF-8D29-E4AFA2CA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7D6E21-DF15-4BB9-A983-E8D6793D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B2872B-31B2-4A89-8143-A568B70A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812EE5-E4D9-44AC-8E98-A44713AF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FCF40F-4593-4999-A47C-53B1521F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0AF953-D773-4DBA-8737-42F07949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982D5-7EDB-4983-9BF1-AF64815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C69ECF-549B-4D8B-94AD-79A38182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FBA543-37D9-4870-9BBA-2E0A2DCF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B87074-0D73-4401-AE4D-6338E596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52C202-35F3-4B5B-9417-CCCFBACA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33DBEA-A4FD-4C2B-A554-B2DD252A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9C1965-7A5B-44BB-8036-965EBA48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491AF6-4F5F-4451-9971-4C6BAC7B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69D2DB-9A2D-4DA6-A778-49615DF0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EE4FA6-E0FD-4296-8B1C-A914F4B7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AABDD5-7A70-420F-87E6-78DDD7F9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32965B-0E86-48DB-A038-420EDEC8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691D89-BD8A-488D-8579-EAAF02B8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3E3777-0FAE-413C-BCE4-44A42A6D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61AEE5-1569-4BA3-9B7A-B8C74ADE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061744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034B0B-04A7-4161-92A2-5BEAC30C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709CB-61A0-4BE9-AAA9-0ADE6D87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056E8-B13D-4592-B34D-D6C8CA0A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E2C48-5757-464E-9BD7-107131A3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876D4-55B3-4F53-AAAB-1F9CFDFE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C96E3-30B4-46C3-B8FD-7591FB8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BA572-2EFB-4531-A6D4-99ACB65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C9CF0-EC89-4ABB-AA8E-C377AEE7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2376D-FCF5-491D-AFFC-C197EFF2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0698B-4C6C-4D3E-80E0-CE139F5E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3A746-4A9E-4463-B418-CA79B330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52732-656B-4D24-8185-253F98F5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028AE-B222-4ADF-A904-FD94B131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4AE29-842F-4842-99D5-85FCED0C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62746-C8CB-4973-933C-68029C93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A293A-624A-4778-AB22-528EA7BF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FC672-2631-4418-A56F-78C67CC3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FEFF6-0F07-427E-80B5-A68FF551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F1E78-0904-4D9B-B005-4326F586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B812E-F482-494C-9821-37076763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36F8D-7157-4172-B4CC-A1316187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0C9D38-151A-4ECA-AAD1-6F20C66E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73DF2A-13F3-416D-B3F9-8A07D8CE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DD804-CA21-4E34-9312-20B30B79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7661B0-725C-4108-8D2D-0411469F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FEE29-106F-46A6-9989-7B6DAA13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5EA7AD-B544-4913-B0CD-A5A0714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409356-290F-4951-B5B1-2D9FBC80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4CA65-5DA4-459F-B9A1-00FE8DC6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9495DE-F2B9-42D9-BFF8-728C419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5BD8BC-5ACA-4C5D-98F7-6DEF97E1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68A118-4C33-4D26-B25A-3057BED6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E4D0A8-8ED7-4A86-BA64-54205905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DF43A6-44FE-407B-AB34-51D9B61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EA5367-EC49-4DCE-A467-83A67A2E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80D55C-E064-4385-88D5-10431B43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8AFBFF-395C-4782-9F29-68F99432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1B5069-893B-4EA6-9B37-FDBD2BC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3A3AB7-64B7-46A6-99DE-652B83ED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475B7B-7128-493D-8906-631CE2B7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B4506B-BCE3-4820-BABF-CFB78F5A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A32EB8-68E0-4BF7-B8FD-FD8826E3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25CF04-0570-46F9-AA4F-17788A98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A2AEDE-E5E5-4984-9FD3-A82373F5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70032B-322F-437F-9C8F-ECFCA878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35712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14511-6D5A-47AB-B83B-0C7B2F64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BFE22-C547-45B4-A805-520D25D7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FEFC3-0DDE-4E42-A6BD-1FB379F4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EA75F-90CF-48D3-BB59-073E637B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68893-0187-4858-A289-17323544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373ED-144D-4F1F-9AA8-11D36BE1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D209D-C26A-477D-B9BD-9D2FD454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019B4-6E6D-4E65-A04A-EF5E1083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1F89F-F9E2-4553-99E8-733E488A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8C8F4-E17B-43DA-BEB4-71666E7A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15079-BC91-4112-8298-BFF1B908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06B08-D72B-4DE1-BAF1-A1CB52B0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BDACE-45C7-4B58-A39A-7A340BF4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C8A78-0B92-44A4-8E17-CDD16861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0178F-E5A0-4AFC-ABE9-6A364828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102/102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9CC4D-E555-4D1B-B514-B9723A18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424080-C145-47ED-B130-D77ADD17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DDA25-E75D-4201-A33D-510937E5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5D7868-C534-47DA-9549-A840DFE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F7E16-0BA5-4CC1-B522-F5445ADB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434766-582F-42A4-A878-BE7F6691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1D985-5000-439E-9FE8-D9F71459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A98405-26AE-4900-9896-BDF7EB62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29AB64-BF06-4E05-90B3-D5FD18E8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526C3-96C9-4F11-8BBF-3B2FE659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4AA49-3608-46FE-9347-098751FE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C95793-5680-4FB1-AE6F-2070493F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11F663-CB75-4B46-86E8-ED7444A8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9F579D-333B-482F-A2AA-08AA9624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E69601-1EC7-453E-BDA2-46855A8A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3192F5-FDE9-4AFD-9C95-AA3CE69A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57473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912624-0463-475E-BC70-DB426C9C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DC499-CD26-4E3F-BAC7-45E2DB99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A005D-2F91-43A8-8E17-08DF5645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C4A03-25E5-4B8B-8966-F9EE6E09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4EDCC-69C8-4584-868C-22B9F4BB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05C93-4D2D-431B-A99D-1D322E6D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E181A-B40C-4EBA-A308-C6DBF73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CF3A0-E93B-4E10-8A7A-19FD6937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3A13D-8556-4A79-9FFB-DEE59411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637A6-B0F8-4FAE-9073-24FE8C4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C6A0E-8980-4CEB-AF84-09182D14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F107E-2CC4-4450-BE77-7D6A6628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145CF-D9DE-4A1E-8D66-1628E93D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8EA7D-528D-4D46-AABE-3D8C80A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4AA6FD-5B50-4D8D-9762-EC1512F3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438DFE-0961-4C7D-9FFB-E3BFB48A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05003-1468-44FA-A161-09614A0E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0521A3-34ED-43E8-AC9A-49548C47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44F6B0-EBAF-44F8-BA05-D968E14B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67686-C119-4453-A755-BFA73504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37EC33-2EBC-4A07-B163-E4FB9119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92B5F8-97B2-4803-8FFC-A3DB9DD0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06311-7725-4E30-B8C7-5FDF4DD0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D85AF0-9809-4524-BC4F-5192F869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8D3A7-D92C-4388-9B3A-17CBA574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9F992-0956-48DA-B546-D07D02B7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5E4A84-D521-428A-A753-C1528F21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AC7676-290D-47ED-A30B-24AFF049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D3929F-D423-4240-9688-D1F6BAA2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234EF8-DA74-45F3-94D9-5A00C7FF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D02701-A0B7-4EFF-91AC-EE4685B8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948161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12FEA0-71A1-44B4-8802-0C8A18FD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F080A-956A-439D-A5B7-B482EE50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AC233-E03E-4A7C-91EE-B9981E27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9593D-A720-437F-B1DD-7968C715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775BF-9765-412F-BDC9-EC6840A2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779E3-4BDB-4CEA-BCE8-105F362D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8F8F5-E291-4676-BD29-9EC8148C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8B025-E1FE-4320-8AB8-C0F98333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EFEE4-8B4A-4D1E-ADA0-D67FDE97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5A063-5322-4392-B975-7FF00BFF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448C4-FAF7-4117-96F2-A90694D2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5CD79C-18AF-4F31-AB5B-B7E88BD9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22E8E-08A2-48FC-B5DC-A25F7289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2B84D-B84C-4ACE-B46B-343A1F7F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1AA05-B24F-4AB0-907C-6AAA2B94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2F119-2735-4CE6-A35F-748620C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C24527-CE72-43EB-BE9F-A7E1D914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1F64D-8E85-43B2-8CFC-FA8293FD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BC94D-D1E2-4CCF-8E48-E6094B4E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6CB0DD-1E02-4D87-98F9-0D29CC63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340D8-D1BA-4BDB-8BCA-519E7C2B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F78521-6A6A-471D-98E3-70D1E47C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A22DB-0296-429B-8E51-BD2330CE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085F1A-FD05-44D1-804A-EBC250E2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7851D5-ACCE-4263-B204-97BF4565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102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DD6B3E-ECFF-4299-A248-6541F037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E3ED5-90A9-47C6-AB75-A2C127DC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A88352-E10A-42AD-AA9A-8E98437D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76A2BC-E960-4104-A17A-CF0104F7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72AE8B-EAC9-410D-8ADC-D4A01BD0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B268EA-B2BC-4C5D-BF5A-1283C6A7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799164-C307-416B-8C2F-A9A6747F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7E1D2A-4CDB-4E81-8AC3-C4B933F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820217-C860-496C-BF7C-3889538F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FEE78A-AB72-4011-92D9-C9B2C4F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23837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2026-10-01T16:29:50.1940000Z</dcterms:created>
  <dcterms:modified xsi:type="dcterms:W3CDTF">2026-10-01T16:29:50.1940000Z</dcterms:modified>
</coreProperties>
</file>