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adcb14839a477f" /><Relationship Type="http://schemas.openxmlformats.org/officeDocument/2006/relationships/extended-properties" Target="/docProps/app.xml" Id="R2c164644425540ce" /><Relationship Type="http://schemas.openxmlformats.org/officeDocument/2006/relationships/officeDocument" Target="/ppt/presentation.xml" Id="R809d566a9ae44b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1e1d52569248da"/>
  </p:sldMasterIdLst>
  <p:notesMasterIdLst>
    <p:notesMasterId xmlns:r="http://schemas.openxmlformats.org/officeDocument/2006/relationships" r:id="R35424368232f49c6"/>
  </p:notesMasterIdLst>
  <p:sldIdLst>
    <p:sldId xmlns:r="http://schemas.openxmlformats.org/officeDocument/2006/relationships" id="256" r:id="R8c190628d8ba439d"/>
    <p:sldId xmlns:r="http://schemas.openxmlformats.org/officeDocument/2006/relationships" id="257" r:id="R92620e8d34bb40e5"/>
    <p:sldId xmlns:r="http://schemas.openxmlformats.org/officeDocument/2006/relationships" id="258" r:id="R9fbe8dee174548b8"/>
    <p:sldId xmlns:r="http://schemas.openxmlformats.org/officeDocument/2006/relationships" id="259" r:id="R9aee3d8ad0b94b51"/>
    <p:sldId xmlns:r="http://schemas.openxmlformats.org/officeDocument/2006/relationships" id="260" r:id="R61b1076e48a64b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addaf42239432e" /><Relationship Type="http://schemas.openxmlformats.org/officeDocument/2006/relationships/slideMaster" Target="/ppt/slideMasters/slideMaster1.xml" Id="Rc61e1d52569248da" /><Relationship Type="http://schemas.openxmlformats.org/officeDocument/2006/relationships/notesMaster" Target="/ppt/notesMasters/notesMaster1.xml" Id="R35424368232f49c6" /><Relationship Type="http://schemas.openxmlformats.org/officeDocument/2006/relationships/presProps" Target="/ppt/presProps.xml" Id="Re43802a35a984de6" /><Relationship Type="http://schemas.openxmlformats.org/officeDocument/2006/relationships/tableStyles" Target="/ppt/tableStyles.xml" Id="R832422c8d2504d01" /><Relationship Type="http://schemas.openxmlformats.org/officeDocument/2006/relationships/slide" Target="/ppt/slides/slide1.xml" Id="R8c190628d8ba439d" /><Relationship Type="http://schemas.openxmlformats.org/officeDocument/2006/relationships/slide" Target="/ppt/slides/slide2.xml" Id="R92620e8d34bb40e5" /><Relationship Type="http://schemas.openxmlformats.org/officeDocument/2006/relationships/slide" Target="/ppt/slides/slide3.xml" Id="R9fbe8dee174548b8" /><Relationship Type="http://schemas.openxmlformats.org/officeDocument/2006/relationships/slide" Target="/ppt/slides/slide4.xml" Id="R9aee3d8ad0b94b51" /><Relationship Type="http://schemas.openxmlformats.org/officeDocument/2006/relationships/slide" Target="/ppt/slides/slide5.xml" Id="R61b1076e48a64b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99ecee4d3249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799081e61e47b3" /><Relationship Type="http://schemas.openxmlformats.org/officeDocument/2006/relationships/notesMaster" Target="/ppt/notesMasters/notesMaster1.xml" Id="R27915c40d3ce4d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8239b4e93746dc" /><Relationship Type="http://schemas.openxmlformats.org/officeDocument/2006/relationships/notesMaster" Target="/ppt/notesMasters/notesMaster1.xml" Id="Ra7910c49d2a147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c06ef6ed7f4ad2" /><Relationship Type="http://schemas.openxmlformats.org/officeDocument/2006/relationships/notesMaster" Target="/ppt/notesMasters/notesMaster1.xml" Id="R5fd127cbf40649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c7fb363b50480b" /><Relationship Type="http://schemas.openxmlformats.org/officeDocument/2006/relationships/notesMaster" Target="/ppt/notesMasters/notesMaster1.xml" Id="R05b2350d0ec148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a96ed6e7094d18" /><Relationship Type="http://schemas.openxmlformats.org/officeDocument/2006/relationships/notesMaster" Target="/ppt/notesMasters/notesMaster1.xml" Id="Rc0491d108d5545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06/10/2026: source hậu holdout đạt 122/122 test offline. Live c382ce7 đạt health 5/5, security negative, Verify 5/5 và workflow fixture 2/2; bản vá hiển thị Audit UTC+7 còn cần publish lại. Official holdout thật một lượt: raw 10/15, adjusted 11/15 do một nhãn người sai, một missed escalation và không có system error. Đây là mẫu nhỏ, không phải accuracy production; ba user session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docs/LIVE_POST_HOLDOUT_VALIDATION_2026-10-06.md. EF Core 8.0.31 và test project đã qua vulnerability scan không còn advisory tại thời điểm kiểm tra.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c191d638f547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447efadf1045f5" /><Relationship Type="http://schemas.openxmlformats.org/officeDocument/2006/relationships/slideLayout" Target="/ppt/slideLayouts/slideLayout1.xml" Id="R9832fe8c32b34c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32fe8c32b34c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d41a2f60b494a" /><Relationship Type="http://schemas.openxmlformats.org/officeDocument/2006/relationships/notesSlide" Target="/ppt/notesSlides/notesSlide1.xml" Id="R7382427e86db42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03bafd77d4bca" /><Relationship Type="http://schemas.openxmlformats.org/officeDocument/2006/relationships/notesSlide" Target="/ppt/notesSlides/notesSlide2.xml" Id="R4b4207e9cac04b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7d3ae89d242c2" /><Relationship Type="http://schemas.openxmlformats.org/officeDocument/2006/relationships/notesSlide" Target="/ppt/notesSlides/notesSlide3.xml" Id="Rf1e2a9e2ef5a41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5d03bb76747fb" /><Relationship Type="http://schemas.openxmlformats.org/officeDocument/2006/relationships/notesSlide" Target="/ppt/notesSlides/notesSlide4.xml" Id="R2e8786aa9b3f4c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e9215857c4584" /><Relationship Type="http://schemas.openxmlformats.org/officeDocument/2006/relationships/notesSlide" Target="/ppt/notesSlides/notesSlide5.xml" Id="Rf660448f7ab542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827A72-B6D0-4EF9-8AD6-C5FDBDB8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B6C24-7F5D-426D-89EA-2705DBA9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24E5E-980F-4C2A-81A0-C2A67288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6315E-A163-4E9B-AB7F-422DC8BF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7E051B-DF8E-42E1-AE07-F4C57F9E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D9275-95E8-4173-AF6C-086456F5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6FA51-64B3-43B0-8E52-C2945DCF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DBA80-53FB-4807-AAB8-44900B0D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13622-73C4-46D3-AC79-404497B3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30432-3D7E-412E-940C-24D4A75D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94617-E16C-4218-8FA6-197DE31E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ABD5D-F83B-475C-BA84-6C3618FB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96DFD-9FB0-4AB5-B70E-8346DDF5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4B2626-999E-4DDE-BAE9-D69944E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319F7B-303E-42ED-BAE4-6346DBB0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B3456-304F-4561-96F5-E6E819C5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70048-AA13-4FA3-BB83-AEF13C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D5C7D-0B38-4151-B315-6901DC9F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48CD23-D73B-4EB8-8A96-4144566A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A7BA69-49C0-441F-951B-E55CF5E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5CE2D5-D37E-4698-862D-5D8B565D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9F104-0031-4820-B997-24F9144B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6A9C02-BD5B-406B-8037-03668D8B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B77F0A-3479-42F3-B2FB-C52F08EC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8CAEC1-DEB2-494F-89E0-277E54BC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F0B3F8-BE61-4F12-AA69-6F2013E6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66BBF0-BBB9-4E54-899F-A76A4CA9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608202-C4C2-46C4-A5E4-9A8A3ADC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653293-E070-4821-9016-F3EDFEB7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CAFA38-2B7F-47B0-B368-E1F650C5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3B59C4-9948-4D21-BE2A-3FAC9668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3EC212-D3C2-4100-8425-91462825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D0D773-1B0B-4877-A5DD-298CBD5C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1E4A47-D6FE-452A-9859-6635F331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C91EA6-75CB-47AB-92D7-AE91633A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001A6F-E35F-4263-AC5E-D9C8D3FB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2ADEDC-73EB-4013-81D0-06F1492B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54605A-2C50-4E21-8617-7544F893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80B913-464F-4082-88DF-CA226626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A6D8FB-D692-4865-9AE9-393423B2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8A396F-5F5D-4665-A6EE-03AEFEE3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7BF8CD-9F35-4737-A53D-FC2242D3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94F832-C365-4340-AE38-A9D9BFF1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0E998A-A522-4B8D-A4B8-3121801E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176400-CDB4-44CE-B785-8B6D27C1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0B5297-CA6F-4941-A6BA-0F6AD7C9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179676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2E62F4-9281-497B-A567-FA00AE0D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8B822-AD6B-4116-A1FF-58AF91A9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B5BD0-A0BC-4AF8-B2D6-CA6822E2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1C445-F362-41AB-A12B-893D7E5A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7A90FD-484C-42BC-8D12-D92D78CB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1536D-B381-4E8E-82A7-FE722658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97365-C26B-4F27-AFB9-41CF7457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41275-AAA4-4E7A-951A-521D363A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DBFF3-E7B4-4BE8-B6A0-465C0FFD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A1866-62DB-4DA6-9E81-CF18833E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D30B4-5ED0-41C6-92A3-AFAE9077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062B7-E151-4BF6-844B-09E8BD24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9DADC-80D8-4748-9CD7-47ECA564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30B606-0BFC-4A34-8124-2307AD4E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56E40F-E17B-4BE6-8411-F91DE331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81EB6E-18F8-4276-A0E5-F20C94F4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FA24FD-023F-46A3-B762-4BDE00E3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536F7-71B4-46F1-BEC3-132E0B65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CD4CB9-CB51-430A-B64C-F6CACAF3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3D261-2794-4C7F-980B-B65EB6FE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C46AAA-C0B8-49CF-9F17-067FDCC7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A3FFAC-87E2-4C97-AADB-CE096469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643783-FCAC-4DA3-8B68-E382B1F6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C8CED-F6B9-498C-9BAD-7062D99B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919EF2-129B-41E3-874F-C60CE7FF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E4D690-DC98-479E-A78C-35807902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98CF40-F05E-44ED-A0E2-69350F27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1511D9-9CB7-448C-BC7D-ABCA0AFE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85C94E-5F03-45BA-A717-0F5C230D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584917-53F8-4DFE-9E61-57EBE87B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D945B9-713D-417A-8919-3549C027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F66486-C428-4BA5-A846-DABD74F1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169C01-9458-48D5-8C86-F37D47B4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B04169-B273-4129-94F8-2B3DFA64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46D210-E352-4A59-B699-B2115EC6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AD631-BB38-492E-AB77-FE3C5AFD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F60F59-AFB0-4FD2-AAE0-BC23E889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B30B61-7403-493B-8D30-6E9E3BFF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4EC2EC-9EDC-48E6-BA58-B3EA951A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A57ECA-A8C9-4247-A9FA-2207B30C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3CADC3-C765-45B4-B3E5-178AF082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7E34B0-4CA5-4373-A056-D58CC4ED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4AC200-EBDD-4D99-98AB-49EA8695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A55EF4-A0DE-4425-9A72-3E57F22D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047765-1E26-4D72-91E8-2CE5D070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9389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A04EF1-3B18-406F-86CB-C51CC506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AF83A-301E-4B80-9805-97881391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1BA34-FC9D-4894-8F00-FCD2C8D7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315E7-DC28-432B-8DD4-2EE0BED3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257D6E-54ED-485F-A394-40B14060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85602-1338-4069-B20F-A1BEE5E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CE7CA0-920C-495D-B0CE-EFCA271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B5EA6-5229-4A71-980A-7D50FAE4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CE15A-C552-4CD1-94F3-62C4F888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B57D0-1F9C-4310-A74F-52E96E2A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D99D9-4034-48A2-A6D5-39C45EF2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9329D8-ACBD-45C5-9DB7-AA4EE200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B8EF22-252D-4FF9-A447-A4B8BE5F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C1BEC3-22CF-4967-B71B-AF23760C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9DAEC-3E67-48C3-91D4-17CC954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122/122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30C486-1915-4E80-A25C-25ED971E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8CD78-644E-40EE-83B0-53F0FA73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67654C-7B46-4B41-B315-830DDCF8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315F89-048D-44FA-B92F-0B5B0072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F73572-A960-41A2-86E7-AC92750C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438493-81AB-4B1C-BFB9-A3CF685F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7/7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CF522-DAD3-463F-B0F2-64A4BFEE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concurrent 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C21B91-B809-420A-BD34-5F3D1820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90D09A-8A37-47D3-9696-D02982C0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7DBBE3-BB24-4E8F-9312-1573B2A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40751B-B10B-4A98-BD13-FB202C2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9EB675-FD45-42C1-9231-81E44CBD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5F6B33-5D23-408E-A4E8-FC31B409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0AB120-E1C5-4E74-B209-351EC361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051B14-31CB-4921-835E-39613DBD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B47F31-3DA8-4B1D-945C-2A1F10E3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1230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CCBA5A-7F47-49B7-8E88-E95E6421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D1048-B90C-4E1C-902D-2F78F7A1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953B9-D8A9-466A-AA91-9433F9DF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AF301-6005-44B3-B625-0D337B8A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E312A-F2D0-44B8-BF39-E6048755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317A26-6193-46FE-94D8-30F9425A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7EA55F-4CDB-4335-947D-586065A6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709CD-DAE6-473F-BEC1-54828379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379F8-4A53-4EB1-B5B3-89205701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95085-9A7A-4C96-BFB7-BA3B2FD5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F77358-1056-4B36-ABEA-83F7DB6E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88762-A465-4669-A7C6-3F6D9971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34626B-1071-4AC9-A240-0ADB0146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E52E0-DA70-4425-A209-A0EA00A9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5CC2CE-ED0E-47DD-9BDC-0BE79C2E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CEFB2-93C6-4535-99CC-EE5AB2BB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E571B2-EECE-4D26-96A0-DD207F9A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5B65D4-899A-4773-89C4-D309C39E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C0FB42-7384-4F07-9561-007A4452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A069CC-A96F-44F4-946E-52C3CE95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A16803-C34B-4D77-808F-F349DF20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BF568-19CB-4260-9860-0E4034E9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351274-E12E-4104-B98C-BE5CB5DC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A3AE2A-1366-45D2-8EC4-D4099ADB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A4B5F9-2F4A-48DF-A99F-E55BA9AA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B37E95-38B9-495F-BCC3-38AF8F69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58BB36-ACE0-454A-A64A-43A312CC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890F10-B39E-418A-A9F9-A6C745E9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396698-9F03-4584-BA61-EC5F6978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2AC306-52FE-44A0-BFA7-117DB72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06/10/2026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9952E3-9B6E-492B-8637-A577A7E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723354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5FF4C6-4262-43DC-96FF-9095DE2F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FA159-4757-48FD-AA19-E2FE8565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57CA1-F240-4DF6-A2C5-5B9A5BA9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ADD7F-9B48-4D68-852E-B3E6226E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82373-114D-46D2-99D5-722090F7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F6494-6F50-408A-9F08-94003890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71B3D-9A6A-4F34-A4FE-60953B89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E3742-2018-443B-AA38-D0384018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A69C8-3D39-47D0-BA22-92CCE807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DB9878-9823-4B2D-BFB6-BCA4344C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AA52-8A5C-448A-8EFD-C7B1911B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C1C48-AC97-4F84-98C5-E8F0EDBB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796AA6-47A5-49FE-81E5-3D66CC1D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14707-2E3F-4F52-A9C4-44F1527A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62A17-0694-4BCF-B799-51DE20AE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A8561-22A9-46ED-837F-7524BA74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BB635-92C6-4FA6-A11A-BB982885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26FE05-DA4E-4D82-ADAA-710A2526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FF0538-0607-4F93-BB51-763FA595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FC1AB-88F3-441B-9896-A77442E6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A64EF1-5236-461A-B3DA-8CEDB940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6DF04C-C9A4-4197-B8B0-871A63AE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665283-B358-462C-AC76-50793137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2FF20D-1281-4B6A-9327-96FB0937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D711E5-11D2-4A09-AF35-95D04753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122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70B15B-EC01-450F-851D-FA02B14B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3BD751-F013-4269-A8B3-F3446A27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FC21DE-9962-4744-BFEE-82B01CDE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00491C-6C38-4415-9EE8-5C238579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710DDF-2598-444B-A7B1-09869654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41FADA-FEAC-43F2-9CB6-60674E26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73035A-286D-4F8A-B51D-0EEECE91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thật/4G • 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59505F-5C53-4DD0-BDCC-6DF4A305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BD8E8A-456D-4E24-8F93-0980288E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C8DBCE-D81D-4FE9-8F59-02DA299A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44725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2026-10-06T09:50:16.0400000Z</dcterms:created>
  <dcterms:modified xsi:type="dcterms:W3CDTF">2026-10-06T09:50:16.0400000Z</dcterms:modified>
</coreProperties>
</file>