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e44e75ccce4f34" /><Relationship Type="http://schemas.openxmlformats.org/officeDocument/2006/relationships/extended-properties" Target="/docProps/app.xml" Id="R01b1df971b254fdd" /><Relationship Type="http://schemas.openxmlformats.org/officeDocument/2006/relationships/officeDocument" Target="/ppt/presentation.xml" Id="R2855ebce071b42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037d59b07a4cc1"/>
  </p:sldMasterIdLst>
  <p:notesMasterIdLst>
    <p:notesMasterId xmlns:r="http://schemas.openxmlformats.org/officeDocument/2006/relationships" r:id="Re16c9e82868c4a29"/>
  </p:notesMasterIdLst>
  <p:sldIdLst>
    <p:sldId xmlns:r="http://schemas.openxmlformats.org/officeDocument/2006/relationships" id="256" r:id="Rf4d67348cfff4712"/>
    <p:sldId xmlns:r="http://schemas.openxmlformats.org/officeDocument/2006/relationships" id="257" r:id="Ra1b50c867a7c4515"/>
    <p:sldId xmlns:r="http://schemas.openxmlformats.org/officeDocument/2006/relationships" id="258" r:id="R5e15d508eae840d7"/>
    <p:sldId xmlns:r="http://schemas.openxmlformats.org/officeDocument/2006/relationships" id="259" r:id="R235e7a1204fc4739"/>
    <p:sldId xmlns:r="http://schemas.openxmlformats.org/officeDocument/2006/relationships" id="260" r:id="Ra688c402d47043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f0e3359b8d44fa" /><Relationship Type="http://schemas.openxmlformats.org/officeDocument/2006/relationships/slideMaster" Target="/ppt/slideMasters/slideMaster1.xml" Id="R05037d59b07a4cc1" /><Relationship Type="http://schemas.openxmlformats.org/officeDocument/2006/relationships/notesMaster" Target="/ppt/notesMasters/notesMaster1.xml" Id="Re16c9e82868c4a29" /><Relationship Type="http://schemas.openxmlformats.org/officeDocument/2006/relationships/presProps" Target="/ppt/presProps.xml" Id="R5a401f59aea648da" /><Relationship Type="http://schemas.openxmlformats.org/officeDocument/2006/relationships/tableStyles" Target="/ppt/tableStyles.xml" Id="Rb68163b2022a4191" /><Relationship Type="http://schemas.openxmlformats.org/officeDocument/2006/relationships/slide" Target="/ppt/slides/slide1.xml" Id="Rf4d67348cfff4712" /><Relationship Type="http://schemas.openxmlformats.org/officeDocument/2006/relationships/slide" Target="/ppt/slides/slide2.xml" Id="Ra1b50c867a7c4515" /><Relationship Type="http://schemas.openxmlformats.org/officeDocument/2006/relationships/slide" Target="/ppt/slides/slide3.xml" Id="R5e15d508eae840d7" /><Relationship Type="http://schemas.openxmlformats.org/officeDocument/2006/relationships/slide" Target="/ppt/slides/slide4.xml" Id="R235e7a1204fc4739" /><Relationship Type="http://schemas.openxmlformats.org/officeDocument/2006/relationships/slide" Target="/ppt/slides/slide5.xml" Id="Ra688c402d47043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2f3097404646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4460649bec4edf" /><Relationship Type="http://schemas.openxmlformats.org/officeDocument/2006/relationships/notesMaster" Target="/ppt/notesMasters/notesMaster1.xml" Id="Rdf01f71299dc46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56b86d053f4efa" /><Relationship Type="http://schemas.openxmlformats.org/officeDocument/2006/relationships/notesMaster" Target="/ppt/notesMasters/notesMaster1.xml" Id="R08f5569cdea543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fc8efb4fc84d07" /><Relationship Type="http://schemas.openxmlformats.org/officeDocument/2006/relationships/notesMaster" Target="/ppt/notesMasters/notesMaster1.xml" Id="R39597e32d9424a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af2120038746ac" /><Relationship Type="http://schemas.openxmlformats.org/officeDocument/2006/relationships/notesMaster" Target="/ppt/notesMasters/notesMaster1.xml" Id="R1d2fd7f662a746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010fee40924df7" /><Relationship Type="http://schemas.openxmlformats.org/officeDocument/2006/relationships/notesMaster" Target="/ppt/notesMasters/notesMaster1.xml" Id="R4ea5be91b10c4c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 ngày 28/09/2026: 80 test offline; benchmark model ngày 27/09 ghi OpenRouter 8B đạt 15/15 qua ba batch, adjusted P95 11,317 giây và Ollama 4B đạt 25/25 qua năm batch trên cùng 5 fixture tổng hợp. Không suy rộng thành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ConfiguredVisionExtractor.cs, VisionCircuitBreaker.cs và docs/SPRINT2_IMPLEMENTATION_PROGRESS_2026-09-28.md.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1f26e9f0f343d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98656444564375" /><Relationship Type="http://schemas.openxmlformats.org/officeDocument/2006/relationships/slideLayout" Target="/ppt/slideLayouts/slideLayout1.xml" Id="R5e24a9f384c04e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24a9f384c04e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2588d0990b4a8b" /><Relationship Type="http://schemas.openxmlformats.org/officeDocument/2006/relationships/notesSlide" Target="/ppt/notesSlides/notesSlide1.xml" Id="R20295bfdc28743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f39b9418c4af0" /><Relationship Type="http://schemas.openxmlformats.org/officeDocument/2006/relationships/notesSlide" Target="/ppt/notesSlides/notesSlide2.xml" Id="R6591348ae9fb48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9c64aebd0480c" /><Relationship Type="http://schemas.openxmlformats.org/officeDocument/2006/relationships/notesSlide" Target="/ppt/notesSlides/notesSlide3.xml" Id="R28a7bdb55cbd4b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0011a55523429d" /><Relationship Type="http://schemas.openxmlformats.org/officeDocument/2006/relationships/notesSlide" Target="/ppt/notesSlides/notesSlide4.xml" Id="R8008609be7c84c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685428a0746de" /><Relationship Type="http://schemas.openxmlformats.org/officeDocument/2006/relationships/notesSlide" Target="/ppt/notesSlides/notesSlide5.xml" Id="Rc9f904d74b944f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E868D2-B838-4BCF-A363-75619F70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F3656-AD84-4AE2-9B16-8671DD46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3A7C9A-B179-4902-A0E2-EA25F177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203BD3-F36D-43FD-B6D7-A89322A0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F7855-F0DE-4F5B-989C-4834F8C7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228DA1-5D56-451E-B248-9D46420E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BBE4FB-C843-4397-9A87-791659DC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A07307-5EBC-42C9-BEF1-37E28C9C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CDCBC-00D4-414D-8C6F-F09C7A95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EC2C0-5431-416D-BB01-17C13404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DFA1F8-C37C-42C7-A33D-0E452D35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5F535E-F804-4029-B39A-3711BFD5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6FA5A-EA42-4C20-91D5-35526F6D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076C2-5579-405E-9C3E-AD04BB0B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7E57FE-5EC0-4F4B-8AE1-69378DDE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10ABDB-3387-4264-856C-4AD09927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00B212-9C34-4012-BCD4-C52FAC54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56106A-69F1-4ACA-B902-711759B6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ED9181-5399-487E-9611-6B65C6A3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543D96-3721-4AE9-87C6-447CCE3B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C6E711-F5F4-4CBF-90FF-F420C6C5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EB23D5-B47D-4621-BC6B-4B84BC4D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764D1D-C3F8-4599-B7CE-38D2CC07B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043663-16C1-4D2A-AB85-53B9B9A7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EF86DE-6402-4DF2-9A5B-25D9D96D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1B0109-0C48-40F6-AA25-5DD1DBE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3B535A-35CB-4F20-A71F-E9F5EB7A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987823-3CD0-4F4B-955A-FABD81AA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AB520E-C131-4763-8B9F-E6E1D0A5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55C151-E073-4874-AC4F-94810E75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696A0D-DF29-4EB1-B822-6304F6D9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C64288-E284-4E45-BC18-59097EF1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83B350-00E1-4B1D-81DF-8F89397B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36DBC3-2BD8-494A-8BF7-E5949A48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CA994E-D04C-45BC-9E16-6350AC41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B194DB-3A72-449D-A864-3A0F833D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4D18935-E3F6-4212-9CCA-1E96238A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5518CB-2DCF-46DF-BE63-69819492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DC5760-F9F4-4DE6-9C33-1C7D5681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A8A4F9-95EA-43A8-B8FF-D7400268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70387F-4E55-4487-A7DA-91510E18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00ECBC-CE68-4FA7-AD94-BE0D8B66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45B28BB-490D-4709-9DB5-6CB697C9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087BF0E-E709-4599-8174-4FE304CA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87BA7C8-2D88-4F70-87AA-18B4421C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28/09/2026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50C0210-1D68-47E6-9E3E-DD393EEF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4716101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ECA64BF-ABD5-4C68-8441-F8301E93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1D88A1-E7C4-41AC-9148-3180E344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9CE7E-1583-41A4-86FD-EB635E8B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131AA8-8B60-47B1-BF4A-83DD21FB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3EE38-322D-4FEC-8DDE-D8738B73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155FBF-BEC9-4E98-9BBB-29789184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76A85E-929D-4404-B5AA-BE19C4F9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AED28B-4FDA-4A81-A748-96ED6F34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CFD08E-2193-4DA0-9263-A3469186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043D7B-A363-41EE-8D35-67D8CFDC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C278AE-81A2-4247-B984-E97F59B2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9A1ED-A622-486A-94F7-8F28A662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19A28B-5675-4853-847D-2BF4499B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1B8002-C62B-4022-82F9-B105C8D6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CD20E7-EBD3-4D00-BC27-763BFB89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042A8-F67D-4439-BDAB-8FD34326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AFF1F9-BDCB-4DFF-95D1-1A5035AC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F822EB-4F92-472B-8373-80982666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73E80D-8554-4AC3-A82F-5DF4DB0F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56ECD7-EF39-43A9-AE8B-F3D370D3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3353D5-DC45-47ED-AD90-9D562E0E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45A0D3-BC54-4F3E-BB17-F398A4B3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FBC0DB-0173-48BF-B16B-CFBA12F9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68115A-67B3-4080-B470-6318FDE3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795A6F-5319-476A-B5BF-32CBB53D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7FD1E1-7ED3-460B-963A-E6D95972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5A5341-3335-43CB-9E6D-FE2A0444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57EF70-CBF6-4A9D-A2EC-5CDB8E2F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171EF8-1518-4424-BFFE-B378FDAD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B52E2F-B6AB-44A9-AD06-8BE21C93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4CF0E7-2A06-4519-BF8F-9512B5E4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DB7137-D438-4542-B75E-61755EAD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572BFA-2A26-4571-ADE1-43E82EAF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DA5A23-8043-4DD8-828B-44F7A6DF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0A84B7-1556-44C2-9D58-B992848C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1F6ECE-05D9-4929-95D9-ACC61CA5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6D600A-CCC1-46BF-9605-9172DCE2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6E1B76-46B1-4A50-B613-2D726236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181900-2E01-49A4-BC3C-F5E1A83C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FDE8118-6F1D-401A-9F7E-6BF601FA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785793-FC7D-4ADE-BB2F-7D5DA5C8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D8834C-D3C5-48E4-B329-8D2EED7E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9B5AF1-7243-4791-99AF-93792E82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81B7454-5A75-4D1A-821A-CAE18502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28/09/2026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5B6F12A-A6DF-49B3-A033-96113F8B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7848061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592570-DA95-4DA5-955E-307956D5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2E198-46A0-4625-A42D-47620626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Tác động phải đo được — không tự tuyên bố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6667D6-C822-462F-90EB-6FDA3B73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phân biệt kết quả kỹ thuật đã xác minh với tác động vận hành cần pilot.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6E53CB-8EAF-47F3-92D8-55AF617E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F5A809-E04E-4B29-BF6C-775F5E35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DD62BC-90C6-4285-96FD-FFCB14BD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C4BBA8-9D34-4356-BF9D-6178D7E3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A099F2-4F65-4401-A162-8D868E25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B0F1F6-8C20-44A0-964F-93027A2C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9E3170-C9F1-49B3-B747-67BF6229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5A962D-3B68-4F26-8E08-63F1177A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3DA508-1EE3-4E60-8433-EC30BDD2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DD97C5-4D90-4761-83EC-96889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2FBCEB-99F5-4005-A693-395F0B0C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EF5F3A-8240-412E-899E-EE988265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80/80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28C39E-672C-41EF-98FA-62FE544E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82A920-2AB3-45C1-B94E-52DF6284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388B0D-EE3D-4FF9-AB7C-311614A4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1D4998-7B44-4BF7-A2BD-7291F8E9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 batch OpenRouter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805D05-24C9-4B21-8D29-01282C16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AB1469-0634-4A1F-B645-29533F92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25/25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87A388-E2BB-4358-BBF9-E2C3B345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 batch Ollama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E2ADB2-38FE-460C-BFFC-5EE28521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6F2763-848A-422E-B708-B77109DD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AB628-C799-4E79-A3D1-61B5224A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3FC13D-378A-417D-B383-58ABB040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98133B-91F8-4C48-A1C3-C96D7821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7E2D67-A5A8-45F6-97A6-1515902F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B9DD4D-BEC3-4373-9524-85246CB1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55CE8A-2AC2-4D22-AA29-E3F9E1CB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28/09/2026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CD3FB4-8355-47C3-9CCF-DDDCBF5C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5297846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A17095-CA91-4DEC-A8B8-322B077A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3804C1-23F2-4A6C-A52B-6DB3A113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FBDFCC-2389-4CB0-B501-2AC7C29C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C4CA0-BEBF-42E8-8D10-9AA1AF28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B70C2-97E2-4823-891F-8D9420CA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85BC5-0A14-46CC-BF1F-1F5AC5E3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369E59-6602-4182-92A1-2B69C9FE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639FC7-F1DD-4926-AD57-9F23D20B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F093E2-2A36-4D4E-BBB6-E18926E3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642926-B4CC-4CEA-BB32-B467A292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C578C4-D5A5-46AD-89BE-92E9D1C1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6CBA1A-9812-4724-A26B-56496348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44E280-0316-4166-A3D4-1FC3EBAE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A9D034-F7EE-406C-A88C-08914578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86E739-DA84-4C53-9CD2-46FDAA80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Semantic validator → PolicyDecisionEngine → EscalationWorkflow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BF72C2-A9E2-4C60-95E3-30C7AB7F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31FB8E-A67C-4039-AC82-6293C14C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CD454B-D0EC-4DF5-83BE-6007FCB8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B89E84-9478-4F17-9094-97639BBBF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7669B9-BBDA-4C0D-AB08-15CD5038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9F7F3B-E490-47D6-BA0D-B6BED096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3DC408-96EE-45C1-9CF0-48CBF0AD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5C5E2F-3A26-4D37-A8C7-904238DA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A67F21-6F24-4C24-92D4-82E1C7DA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5B5D1E-A023-4AAA-B9E4-2F266735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08BCA0-2617-4ECA-96F5-92CBFFB5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28AD01-A96D-44F1-91F7-EF73954F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7D648C-29FE-4E5E-9F4F-60AE25B2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 ca giao BGK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5297A3-694D-4BEC-A14E-886E986C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EFFB27-34A5-486C-B12F-70387DF0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28/09/2026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8CE4A1-C6ED-4979-A160-8FB6BDCF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17418851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D7C1A2-2525-4A5F-95A0-3A634532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13182-255F-4344-90EB-A6A604DA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D2511-D4F0-41B5-BC24-A0613359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F5C06-0735-4D74-A857-3C5B6557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DBE54B-921B-4D48-ADA9-8158313D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4CC8A-857E-49CD-9C29-29E8DDBC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41D08-FA77-4160-B559-4ED6E85C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21AC74-B1D2-415E-86B6-4D734CC26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CD94E5-3244-4CBE-8779-57E9E86C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1066F6-1A6C-47E4-8D58-8289070F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CF737A-56B9-4DB3-841A-B4486907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3EC1A-CF7F-4412-8049-B912F35D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E40CB1-276E-467A-AB99-68AE2E98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8E0D87-79F1-47AB-B8D7-E7C68316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C467A8-2792-49EA-A6D7-B7544E4F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3D7B20-05FF-44F3-B270-12B9DA97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9FCAE8-CBBB-4F15-BAFB-788354F7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A14AFB-1AEC-4A9D-B465-4628EFF7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2F1871-3FDD-4DEC-A3A4-2DE7F4CC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9D8D05-D358-4416-8AF6-AD5A5333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E004C9-ACD5-446B-A5B8-50D9BB1C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138F3C-C4DB-4B23-A8D5-E5F0EF60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DFF1A8-A63A-4970-918E-52B131D4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6B5B96-6028-4D4C-9E25-13712767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243428-4DC9-4F7E-90CE-7ABD2E92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80 test offline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CBABCF-2129-4C5F-B2E7-5ED3C477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AAE57E-04CB-4C64-9538-ED5B212D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15/15 OR • 25/25 local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EC0573-6485-4D4B-9A80-B5C546A2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E309E7-F1CE-41B1-B92B-75FAD17B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opt-in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9F1673-3D59-4B6C-8FE5-3DA8A10F8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A4B6C8-5930-4AF6-8DE8-1FE24117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D7F4CD-788E-4631-BE9C-E9F955F0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7CB6F2-7F57-46F2-A1B7-FA2EE3E8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fallback phải tắt khi benchmark từng provider.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399DBA-7C42-4F92-8B87-9CD9FF50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9EE0CF-AF8E-42E8-95BC-4DF36E9F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2555176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2026-09-28T10:15:05.0760000Z</dcterms:created>
  <dcterms:modified xsi:type="dcterms:W3CDTF">2026-09-28T10:15:05.0760000Z</dcterms:modified>
</coreProperties>
</file>