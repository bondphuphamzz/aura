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1ab7a86937460d" /><Relationship Type="http://schemas.openxmlformats.org/officeDocument/2006/relationships/extended-properties" Target="/docProps/app.xml" Id="R9fb87bc20d7f4bd6" /><Relationship Type="http://schemas.openxmlformats.org/officeDocument/2006/relationships/officeDocument" Target="/ppt/presentation.xml" Id="R8c6bf053e1b94a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70fda073b247cb"/>
  </p:sldMasterIdLst>
  <p:notesMasterIdLst>
    <p:notesMasterId xmlns:r="http://schemas.openxmlformats.org/officeDocument/2006/relationships" r:id="R18e5e39e8fb64c61"/>
  </p:notesMasterIdLst>
  <p:sldIdLst>
    <p:sldId xmlns:r="http://schemas.openxmlformats.org/officeDocument/2006/relationships" id="256" r:id="R486f2022712641a2"/>
    <p:sldId xmlns:r="http://schemas.openxmlformats.org/officeDocument/2006/relationships" id="257" r:id="R863ac61d65304851"/>
    <p:sldId xmlns:r="http://schemas.openxmlformats.org/officeDocument/2006/relationships" id="258" r:id="R15a23e46ef744127"/>
    <p:sldId xmlns:r="http://schemas.openxmlformats.org/officeDocument/2006/relationships" id="259" r:id="Rc7b9dced4b5d43a5"/>
    <p:sldId xmlns:r="http://schemas.openxmlformats.org/officeDocument/2006/relationships" id="260" r:id="R4ff1e9a139524f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7fd4bb505a483a" /><Relationship Type="http://schemas.openxmlformats.org/officeDocument/2006/relationships/slideMaster" Target="/ppt/slideMasters/slideMaster1.xml" Id="Rd270fda073b247cb" /><Relationship Type="http://schemas.openxmlformats.org/officeDocument/2006/relationships/notesMaster" Target="/ppt/notesMasters/notesMaster1.xml" Id="R18e5e39e8fb64c61" /><Relationship Type="http://schemas.openxmlformats.org/officeDocument/2006/relationships/presProps" Target="/ppt/presProps.xml" Id="R0d121062ab9f4231" /><Relationship Type="http://schemas.openxmlformats.org/officeDocument/2006/relationships/tableStyles" Target="/ppt/tableStyles.xml" Id="Rb4eb95edbea147c1" /><Relationship Type="http://schemas.openxmlformats.org/officeDocument/2006/relationships/slide" Target="/ppt/slides/slide1.xml" Id="R486f2022712641a2" /><Relationship Type="http://schemas.openxmlformats.org/officeDocument/2006/relationships/slide" Target="/ppt/slides/slide2.xml" Id="R863ac61d65304851" /><Relationship Type="http://schemas.openxmlformats.org/officeDocument/2006/relationships/slide" Target="/ppt/slides/slide3.xml" Id="R15a23e46ef744127" /><Relationship Type="http://schemas.openxmlformats.org/officeDocument/2006/relationships/slide" Target="/ppt/slides/slide4.xml" Id="Rc7b9dced4b5d43a5" /><Relationship Type="http://schemas.openxmlformats.org/officeDocument/2006/relationships/slide" Target="/ppt/slides/slide5.xml" Id="R4ff1e9a139524f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abcc8edd2c49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d6f70901ed4b5a" /><Relationship Type="http://schemas.openxmlformats.org/officeDocument/2006/relationships/notesMaster" Target="/ppt/notesMasters/notesMaster1.xml" Id="R974f525e953040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a4c9d525ab489d" /><Relationship Type="http://schemas.openxmlformats.org/officeDocument/2006/relationships/notesMaster" Target="/ppt/notesMasters/notesMaster1.xml" Id="R0404ae97b1374b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24ecb4258f46a4" /><Relationship Type="http://schemas.openxmlformats.org/officeDocument/2006/relationships/notesMaster" Target="/ppt/notesMasters/notesMaster1.xml" Id="R1b5b56c83b884b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53060e2f79404e" /><Relationship Type="http://schemas.openxmlformats.org/officeDocument/2006/relationships/notesMaster" Target="/ppt/notesMasters/notesMaster1.xml" Id="Re44d9c18ae9e4f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5b3e9e2c5e4aac" /><Relationship Type="http://schemas.openxmlformats.org/officeDocument/2006/relationships/notesMaster" Target="/ppt/notesMasters/notesMaster1.xml" Id="R5e219a9feacc4d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161/161 test offline và Release build sạch. Candidate Qwen3.8 Flash qua Alibaba, reasoning none, đạt 15/15 trên post-holdout regression đã khóa: 0 missed, 0 over, 0 system error; 20/20 upstream request HTTP 200. Burst 5 upload đồng thời hoàn tất 5/5, E2E P95 41.079 giây với AI concurrency giữ ở 1. Sau publish, Verify live đạt 5/5 trong 65.004 giây, 0 system/provider error; năm client cùng bấm chỉ tạo 1 HTTP 200 và 4 HTTP 409. Đây là regression hậu chỉnh và fixture tổng hợp, không phải blind holdout hay causal model-only A/B; official holdout vẫn raw 10/15 và adjusted 11/15. Ollama 4B 16K chỉ là fallback local có giám sát vì P95 khoảng 213 giây. Ba user session và rehearsal vẫn là gate trước thi.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tools/Invoke-ExtendedDatasetEvaluation.ps1, docs/QWEN38_FLASH_BENCHMARK_2026-10-12.md và docs/QWEN38_FLASH_LIVE_VERIFY_2026-10-12.md. Fallback vẫn opt-in và mặc định tắt. Ollama 4B digest ee4b975b58c1, context 16K, output 4K, Think=false đạt 15/15 synthetic decision nhưng P95 khoảng 213 giây; chỉ bật local sau smoke. Qwen3.8 Flash/Alibaba, reasoning none, là primary candidate: 15/15 post-holdout regression, 20/20 upstream HTTP 200, burst upload 5/5 với E2E P95 41.079 giây và Verify live 5/5 trong 65.004 giây. Vẫn chuẩn bị video/evidence dự phòng và không coi phép đo một process là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07de6da4be4d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796c89b9a4e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24d8a02dbc44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676a8159e4c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b8e9cef53741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58b4de5b44a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5E7532-9673-4BF0-8D11-23AD9A4D7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7A6FBCA-81CC-4DAF-BF60-E9DE8D8374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8192E8-0063-4DBF-ABF2-2A7A5621D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AD7DCA-C1AC-4550-9C68-4966A01F3C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269B14-21A4-4BBE-A00D-8F81FB04B0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94211E-099F-4AE4-A9AE-A509DB96C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38E575-44BA-454B-A808-8740BD0179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6C8789-D250-488C-8387-F9749BA6CA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DD4092-2499-4836-A34A-35B5902B3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F464A6-F1F2-4351-A2AE-90C6046E93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8ea9a53e044f73" /><Relationship Type="http://schemas.openxmlformats.org/officeDocument/2006/relationships/slideLayout" Target="/ppt/slideLayouts/slideLayout1.xml" Id="R5ea6d0a356594a7a" /><Relationship Type="http://schemas.openxmlformats.org/officeDocument/2006/relationships/slideLayout" Target="/ppt/slideLayouts/slideLayout2.xml" Id="Ref18f94f72e24941" /><Relationship Type="http://schemas.openxmlformats.org/officeDocument/2006/relationships/slideLayout" Target="/ppt/slideLayouts/slideLayout3.xml" Id="R1efd428ce2984622" /><Relationship Type="http://schemas.openxmlformats.org/officeDocument/2006/relationships/slideLayout" Target="/ppt/slideLayouts/slideLayout4.xml" Id="Rdfd0876316c0499f" /><Relationship Type="http://schemas.openxmlformats.org/officeDocument/2006/relationships/slideLayout" Target="/ppt/slideLayouts/slideLayout5.xml" Id="Rea7f41eac1244d98" /><Relationship Type="http://schemas.openxmlformats.org/officeDocument/2006/relationships/slideLayout" Target="/ppt/slideLayouts/slideLayout6.xml" Id="R21ef809b54ed41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a6d0a356594a7a"/>
    <p:sldLayoutId xmlns:r="http://schemas.openxmlformats.org/officeDocument/2006/relationships" id="2147483650" r:id="Ref18f94f72e24941"/>
    <p:sldLayoutId xmlns:r="http://schemas.openxmlformats.org/officeDocument/2006/relationships" id="2147483651" r:id="R1efd428ce2984622"/>
    <p:sldLayoutId xmlns:r="http://schemas.openxmlformats.org/officeDocument/2006/relationships" id="2147483652" r:id="Rdfd0876316c0499f"/>
    <p:sldLayoutId xmlns:r="http://schemas.openxmlformats.org/officeDocument/2006/relationships" id="2147483653" r:id="Rea7f41eac1244d98"/>
    <p:sldLayoutId xmlns:r="http://schemas.openxmlformats.org/officeDocument/2006/relationships" id="2147483654" r:id="R21ef809b54ed41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7bc7d8ce14476e" /><Relationship Type="http://schemas.openxmlformats.org/officeDocument/2006/relationships/notesSlide" Target="/ppt/notesSlides/notesSlide1.xml" Id="R4f80a298c72642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3ba48afa5e4863" /><Relationship Type="http://schemas.openxmlformats.org/officeDocument/2006/relationships/notesSlide" Target="/ppt/notesSlides/notesSlide2.xml" Id="R7b838b9c95414c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6d2928df8644dc" /><Relationship Type="http://schemas.openxmlformats.org/officeDocument/2006/relationships/notesSlide" Target="/ppt/notesSlides/notesSlide3.xml" Id="R2f8935ec883648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ec71efa5f048ca" /><Relationship Type="http://schemas.openxmlformats.org/officeDocument/2006/relationships/notesSlide" Target="/ppt/notesSlides/notesSlide4.xml" Id="R951f6502393b4d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c075253b10426f" /><Relationship Type="http://schemas.openxmlformats.org/officeDocument/2006/relationships/notesSlide" Target="/ppt/notesSlides/notesSlide5.xml" Id="R8817d2a6a95a46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6589C-87CB-4105-BB08-3BDE9F82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CD23B-6A61-4A6E-9729-CE84397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C2ED3C-7A60-46BA-A3D0-1052CB67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50860-6E30-48A0-BCCA-30299AD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6A34CB-5A45-47CD-BD1E-E55C4AFC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52282-9E02-4BC3-B0FC-53D89A27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16AED-BE91-43C6-842B-B117DF0D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77F61-236F-4ECF-9B16-0186C1E7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57E43-1677-4ADC-8B7C-3EA4FD30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83B70-0964-4BE1-A37E-E796ABC4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76A0D-4A4E-4DD9-B2E6-8BFCC46C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755E6-AB6E-478F-8EC8-83995785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41230-7E87-483B-BA51-E81358B6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94901-A9DB-404D-8F24-FD90BDC9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9CA24-4917-4E2C-B03B-0EE0BFF3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7716C-664F-42F5-84F1-424AA03F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5A6D67-D4AC-4150-A702-CA29D718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18794-F7B0-4ECE-B438-B335CE0C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427CA-61B8-4B2B-A1B7-82EEE897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C3407-EA9C-4043-A3B0-9A634B28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D08BE-5A1E-4234-914E-B61B0405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E3B7F-21DC-4B3E-A3C1-AF23EB51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8100D8-1566-4A9B-BF36-0A3296ED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B69811-2589-4891-9D0A-D49952EE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427C8-A434-440B-8AA9-87B6BAC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DF377-2E5A-4B21-9FB7-0B93F5CB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49CB6C-FF44-4AED-9699-91F0A45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83A819-12F9-40CA-9672-A3A70730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6981B-E2C8-446B-88E1-FCC9AF06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7371FD-80E1-4D15-8809-0305A927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BA5D1-BA2B-4569-9BDE-926C0ED2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83B197-8967-4973-9BCA-12C890E6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627AE2-2127-4DCA-98F8-8AB1F191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D657A1-426E-4C22-8836-E764FDB1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9C245E-A00E-4565-B8AF-E227BF2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E6DDE4-B4AA-4CDE-B68E-F3D6A66F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57BF93-204A-4401-B135-2B993426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C8EC26-6F20-40FE-B092-92626AB3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236A91-C5C1-4C3D-9D1F-3E80E91D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D84212-3735-477D-8FAA-80DD850A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0E6D3B-90C8-46BD-9A5B-B763E098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E4C30-567A-4456-AE82-12AC35A4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3FC08B-EBE3-4CD1-8631-555BD7DB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1E917-4A1A-4A84-AF1E-C361C492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4633B8-78E2-4712-A283-9637E3F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EE65CB-D411-4DCE-8E96-47D16E1E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11678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883497-FF31-4179-A49E-E6B5D90F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184CE-8EFD-4093-A151-CDD861CC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0454A-6DD2-4704-B84D-A3D6BA92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72C8-D307-459E-AB6A-59A4957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6E3B0-1A7A-41D4-8F01-35109688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6EE1F-249A-4FDF-9C56-E6B6D1F9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52462-3BC9-4462-A52A-CD3D1963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642FB-3CD0-4429-829D-9EF3B738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3F8DD-916B-418C-B31C-1680D0B7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652D3-6127-4F13-A56E-16917F5C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B6C07-A6CC-417D-8384-89D4681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BCC0A-026B-4856-BE0E-8C46672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2423D-50AC-43D1-B636-471C0C4D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28630-5F3A-4209-8A91-778110E0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30454-9B31-4B91-A411-0A082648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D8150-7F92-41B4-97F0-35F06CFF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4D4BF-61F0-4602-8C64-C74ED73C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1FBE0-C392-49B3-BE85-0E12DDDC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6CB69-BAFC-4DBF-85F0-3D53AA6C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945C5-E68F-4BF8-93EE-12087F8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614DF-664C-4E7E-BD6A-F3B4398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AA220-B39A-4C41-988B-0D83B554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40B8E-CE82-431F-AA67-2A3675A8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31EF7-523D-4527-B87C-CAAD37F2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73E974-2A74-4AB8-BDDE-76F35738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E5838-78D5-42B3-9CD7-77266188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B469D0-8CCF-4706-A3CC-2D11CC2A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775350-46B6-4F91-A243-80CB9092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A77C51-BBD6-4813-8B75-7408936B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5E3E0D-30D1-44F3-A510-DBF5DB22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80A03-1E10-44AA-AD78-8A48459C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4B4B81-59DD-4B8F-9BD8-F32ED74C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315544-97E7-4696-BB1A-80723C8D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F6336F-052E-4736-8732-9DDFE25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D86FBA-183E-4CC9-941D-81EAAC9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A0E139-7081-4BF9-962B-FD5BD14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8EDA42-6029-4A8E-A0D3-E157962C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A7D37D-1378-43E2-A914-66248B08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F688F-1DAE-442C-87EA-F21A65FF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F3B20B-3264-4B07-A01E-2FFABED0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A647F0-E774-46FF-B827-384DEA8F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DF6159-35F7-41E3-8FCB-4FC57E8B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CC625E-8AE0-4B2D-9A1A-A326BC9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8DC1F9-EC64-4B81-BC53-FABDC993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F7035D-5BA1-4E3B-9F0E-FA875601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9635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A8AF8-6F77-4520-977E-C6C58FFC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95694-BCEB-48E4-AFE6-D67BBA19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2F68D-172C-418C-A730-2D8675A8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Regression đạt 15/15; mini-holdout mới đạt 8/10 và không có missed escalation.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69245-4650-42F8-A157-E9DB2CD4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9F25B-9BE5-4452-9465-3D91D673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DC464-A602-42FE-BF04-8E808D59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7321-6001-4608-BB5C-DAEE4CA2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79CC1-6EFA-46F2-A6DD-461A101E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3D14C-9C1B-4436-A0BE-31804E8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7E7DC-A3B3-4505-A10F-FC7C7F2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B82B3-3E98-4A7F-A6DA-75C5F09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F85B6-667C-4D7F-8980-49165894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94A39-B5EF-487E-9EA3-A53620F1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37D4B-EC09-41FE-A55E-CFE9A40A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E7FB6-03DD-42D5-9D80-CEBCB506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161/161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58956-C420-449D-ABA4-22BD5FD8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C6474-2565-4F95-A13B-580C5F7C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FCF2A-98D2-4F42-B91B-8C15B833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8/10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AA836-6765-409D-9E6C-F5B4F8B8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mini-holdout mới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A1831-EE93-4E63-993F-1ECD9389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31031-1424-4E04-BB3F-41727637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3AAB1-82EE-45F6-BF35-A167BCEF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 65s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579D61-8EA9-4BF2-8D81-7BF38060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F97FA1-E2E3-4E05-AE3E-5F300945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B83A55-3CE5-4BA5-BCB9-20D14FA6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1BAD4-E4E5-4349-AFBF-C4354047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5ECEA0-59B9-4E2D-A556-E4BF3153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7FF413-018B-4E1A-A29D-5BDCDAF5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3D4D8C-2494-476B-B60E-01F53BC2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Mini-holdout đã có; touchless rate và review time vẫn chờ pilot.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1000B5-359E-48EA-A17B-21431A50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09AE5E-581E-49D6-8A39-1089869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3121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18E63F-0106-4FFD-A0FF-16F7B17A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58549-E9A4-4D73-88AA-322CD684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3E94E-2DD0-462F-A0ED-C1C40138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F3115-34A3-4820-87DC-57AB7228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385E-ECDD-4B85-AE8D-36BB90E9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0E76D-164F-44BF-9F39-00D77E1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BDED3-13EC-46EE-A466-E8F32796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E0A19-4E11-4398-82C2-8426AFA9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DFBD-B2EB-494B-B456-7B20B8DA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E3572-FB95-4840-83A1-A7C6545B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FB196-4763-4C88-AB3F-66630CEC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67D65-1F83-491C-885A-54613DA4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105DC-9A40-469A-B320-7BB174B9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4A9E6-656C-4D23-8B40-C0EC9EC0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D9157-8C6F-4374-BF99-152C51DF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67D4A-B4E9-4AF9-B9EF-4AF6A12C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4B4C3-CCB5-4A01-AAA6-4162C337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6020CE-A3A3-4660-95CE-BD441AEB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4498A-7E75-480F-B7C7-8DAC6D63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92DC5-0EBB-47FD-BA66-4A9B254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169FD5-973C-4C0E-95B5-2F6838DD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AF5BD3-BE47-4BEC-B365-A484B588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Alibaba primary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FB5FAB-3F08-452A-BBD4-EF407EFC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FDB71-2A35-4087-8AB9-F1149C77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77E56-B1D7-42C6-9FA6-85A2CFEF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072106-724D-468E-A2C5-B9EB3B2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29D211-83F4-4C94-865A-CF493F7D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571C86-C484-46D6-8A03-661E398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C4059-77EE-4C37-B249-5320107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2BE1DD-D040-4ECF-A73B-E13B5C9B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13/10/2026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5AAEC7-90F5-4638-BFB3-BECB041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27623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C308F7-695F-4BBC-9F9E-575880FD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76003-6B09-491D-991B-5E170D48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87F00-A195-4958-A0B7-DA11FCD6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D7F2A-9498-43C6-A179-8C8983F5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FE5E8-24E4-41FE-824E-9FD488F3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024B9-8F87-4B20-B330-9E0509B4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E15C2-98A0-4903-A5D3-2429F3EE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EE8D0-8140-4D5E-BB94-088D76E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8F381-A586-4283-A289-96648FF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4477A-85ED-4388-8D4D-5BBB69C7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38E06-0CC6-4D0F-A359-CF71C8CB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9B9CC-FC3E-4B0F-B073-9BA93674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4829D-B02B-4E41-9034-169E946F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BFF4C-5DA8-4A70-B256-A7FA37C4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EB621-2039-4A20-93DE-1E821F80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954ED-3140-48B4-BFBE-D7248D00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3C7A3-B187-4E51-B027-26D5AB63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F65AD-60F0-49EC-B718-C588F194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CE6D5-68E3-4A47-A22E-5F45E4C1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BA7B3-46D4-48DD-8D0D-EA5E386F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A1D84-930A-40F0-AE5F-C0356A46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121DBC-C545-4408-8395-08BAD52C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32075-EF48-44F9-968E-D85AA094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CB643-4C8E-4B93-A456-906D74EA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24F98-D5BB-406D-B7DA-DE805421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161 test,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E5C00B-8E90-4BD9-861A-AB8861F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AA0B3F-2D31-43A6-A2FC-9F799404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8/10 holdout, Verify 5/5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CE5DDF-A86C-4DD9-9A38-00C0D3F9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A555C8-024A-4B06-820B-E137E4F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B97C8-850F-418A-8125-582E87CC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1C8970-E3AE-4FF1-BDEE-77F287D0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A3B0BF-13C7-4F71-8AA7-EA5425B1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A1963A-F627-4EA7-82EB-E832C924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C7BF29-DA52-48EB-84C1-1BE1042B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B2EA98-12AE-4C86-A2F5-DBE40117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04519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2026-10-12T19:28:50.9750000Z</dcterms:created>
  <dcterms:modified xsi:type="dcterms:W3CDTF">2026-10-12T19:28:50.9750000Z</dcterms:modified>
</coreProperties>
</file>