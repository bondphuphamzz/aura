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a4b7f36cc704b27" /><Relationship Type="http://schemas.openxmlformats.org/officeDocument/2006/relationships/extended-properties" Target="/docProps/app.xml" Id="R58b83dad758c4ad0" /><Relationship Type="http://schemas.openxmlformats.org/officeDocument/2006/relationships/officeDocument" Target="/ppt/presentation.xml" Id="Ra0a519ab4ce54c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bcd48ae31440cf"/>
  </p:sldMasterIdLst>
  <p:notesMasterIdLst>
    <p:notesMasterId xmlns:r="http://schemas.openxmlformats.org/officeDocument/2006/relationships" r:id="Rf69c1baef6e94e25"/>
  </p:notesMasterIdLst>
  <p:sldIdLst>
    <p:sldId xmlns:r="http://schemas.openxmlformats.org/officeDocument/2006/relationships" id="256" r:id="Rdb068fec59674faf"/>
    <p:sldId xmlns:r="http://schemas.openxmlformats.org/officeDocument/2006/relationships" id="257" r:id="R7926e257b98c427b"/>
    <p:sldId xmlns:r="http://schemas.openxmlformats.org/officeDocument/2006/relationships" id="258" r:id="Re6c7db2d3e6b4902"/>
    <p:sldId xmlns:r="http://schemas.openxmlformats.org/officeDocument/2006/relationships" id="259" r:id="Ra7916086c67742f9"/>
    <p:sldId xmlns:r="http://schemas.openxmlformats.org/officeDocument/2006/relationships" id="260" r:id="R0627b5e26e0a4d0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99d60df74cc4de0" /><Relationship Type="http://schemas.openxmlformats.org/officeDocument/2006/relationships/slideMaster" Target="/ppt/slideMasters/slideMaster1.xml" Id="R8dbcd48ae31440cf" /><Relationship Type="http://schemas.openxmlformats.org/officeDocument/2006/relationships/notesMaster" Target="/ppt/notesMasters/notesMaster1.xml" Id="Rf69c1baef6e94e25" /><Relationship Type="http://schemas.openxmlformats.org/officeDocument/2006/relationships/presProps" Target="/ppt/presProps.xml" Id="Raf92096c1e7f4ebd" /><Relationship Type="http://schemas.openxmlformats.org/officeDocument/2006/relationships/tableStyles" Target="/ppt/tableStyles.xml" Id="Rbc987c83e0a64ac9" /><Relationship Type="http://schemas.openxmlformats.org/officeDocument/2006/relationships/slide" Target="/ppt/slides/slide1.xml" Id="Rdb068fec59674faf" /><Relationship Type="http://schemas.openxmlformats.org/officeDocument/2006/relationships/slide" Target="/ppt/slides/slide2.xml" Id="R7926e257b98c427b" /><Relationship Type="http://schemas.openxmlformats.org/officeDocument/2006/relationships/slide" Target="/ppt/slides/slide3.xml" Id="Re6c7db2d3e6b4902" /><Relationship Type="http://schemas.openxmlformats.org/officeDocument/2006/relationships/slide" Target="/ppt/slides/slide4.xml" Id="Ra7916086c67742f9" /><Relationship Type="http://schemas.openxmlformats.org/officeDocument/2006/relationships/slide" Target="/ppt/slides/slide5.xml" Id="R0627b5e26e0a4d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3d42612bc114c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411e5763c8477e" /><Relationship Type="http://schemas.openxmlformats.org/officeDocument/2006/relationships/notesMaster" Target="/ppt/notesMasters/notesMaster1.xml" Id="R59dc4d6d2c2d4b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7af126400e943e6" /><Relationship Type="http://schemas.openxmlformats.org/officeDocument/2006/relationships/notesMaster" Target="/ppt/notesMasters/notesMaster1.xml" Id="R0c53b7fee47948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7c36e1a1dc45a0" /><Relationship Type="http://schemas.openxmlformats.org/officeDocument/2006/relationships/notesMaster" Target="/ppt/notesMasters/notesMaster1.xml" Id="R58a47c7de46d477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f8600f5a9c74e8e" /><Relationship Type="http://schemas.openxmlformats.org/officeDocument/2006/relationships/notesMaster" Target="/ppt/notesMasters/notesMaster1.xml" Id="R1ead11c64633498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e302ed99a346c3" /><Relationship Type="http://schemas.openxmlformats.org/officeDocument/2006/relationships/notesMaster" Target="/ppt/notesMasters/notesMaster1.xml" Id="R43c78c50d32f4c9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nội bộ ngày 28/09/2026: 80 test offline; benchmark model ngày 27/09 ghi OpenRouter 8B đạt 15/15 qua ba batch, adjusted P95 11,317 giây và Ollama 4B đạt 25/25 qua năm batch trên cùng 5 fixture tổng hợp. Không suy rộng thành accuracy thực tế.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kỹ thuật trong repo: ReceiptProcessingWorker.cs, ConfiguredVisionExtractor.cs, VisionCircuitBreaker.cs, tools/Invoke-ExtendedDatasetEvaluation.ps1 và docs/SPRINT2_IMPLEMENTATION_PROGRESS_2026-09-28.md. EF Core 8.0.31 đã qua vulnerability scan không còn advisory.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df6a09d1494b5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d69125ee0784c29" /><Relationship Type="http://schemas.openxmlformats.org/officeDocument/2006/relationships/slideLayout" Target="/ppt/slideLayouts/slideLayout1.xml" Id="Recc014f5756e429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cc014f5756e429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e7b3a3772b4644" /><Relationship Type="http://schemas.openxmlformats.org/officeDocument/2006/relationships/notesSlide" Target="/ppt/notesSlides/notesSlide1.xml" Id="R02bf9fecb2b0417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630e4fde8b4dea" /><Relationship Type="http://schemas.openxmlformats.org/officeDocument/2006/relationships/notesSlide" Target="/ppt/notesSlides/notesSlide2.xml" Id="R6e46da685c094d4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e731dee7d34b28" /><Relationship Type="http://schemas.openxmlformats.org/officeDocument/2006/relationships/notesSlide" Target="/ppt/notesSlides/notesSlide3.xml" Id="R4dc3d0a68eef4fb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000f5be4944d55" /><Relationship Type="http://schemas.openxmlformats.org/officeDocument/2006/relationships/notesSlide" Target="/ppt/notesSlides/notesSlide4.xml" Id="R1640cdf91ef04ab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79eea48c5f4a69" /><Relationship Type="http://schemas.openxmlformats.org/officeDocument/2006/relationships/notesSlide" Target="/ppt/notesSlides/notesSlide5.xml" Id="R31271b5c7771493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4E954BC-4B83-41FA-BE98-80AB8CCF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DA4915-CED4-451E-BE5F-59A4405C0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BBF3BC-D672-43D1-AB69-E7783BD5C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A00C70-262E-4988-B228-5A596225A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8A3320-F627-43B0-B180-D44E94D9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ADD83A-6763-4021-AAAC-F6CA9A5D4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E9BFF4-5E7F-485C-BC02-12595C46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5D8E86-0D23-475E-B607-5B24C61C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BBA6AE-25B7-443F-82D4-AD8F886B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0C7324-AF47-4731-BCCD-01737C084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F0311C-D2A5-4DBB-930D-3EE573131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F0CC81-DC54-44F6-B963-CFBE082A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733F93-F759-444B-90B0-27CD4353E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767604-61CF-4FF3-8656-9D142EF2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437931-18A8-4CD7-9B52-D626689A6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8770A4-D0F2-4D1D-96C4-1ADD9F19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BAB8B4-81A6-4132-A6AA-16B4947AD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2002EE-F5C3-4EC7-B4A0-958233651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4E9743-A896-4F7F-996E-958109206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0C3043-AA79-467C-B937-BBCB5B9E7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451EF7-A920-4EC9-A716-D1028F8D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B7A445-6E87-4720-B935-F505730D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15F6A8-9506-494D-9404-E92AA429E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054566-C47C-401D-85F3-5545BA155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4D73AD-2460-4FE9-AD34-34D058648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9137E8-3846-44C3-AC30-57B5A8417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E946AE-7DB7-4772-810F-944D2C677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262CF1-ACC3-4412-90DD-93FB9B6F8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D69133-2759-4E37-B91D-AFAE61C5F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4F7157-F32C-45D2-A7E6-0857D095C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54340C4-8552-4677-BA34-B7AB8F1B6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160FC1-A261-4D0F-887B-204626DE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C3B264-0500-401A-9121-25949BE8C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AC9581A-890F-4C22-9DE4-B013386B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8C9547F-9E13-496B-BEE9-04E2E73F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BBFDC6-7E12-498E-B96E-921ECBEA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9B1BCC-3396-48F9-8DD9-D927CD3E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5D206B7-3E65-4008-8B47-28C57269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7EF9C25-F091-44D3-9D6A-90523E6B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8AF8498-1AB9-4EB8-84AE-EF4FC0DED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9F39C5E-A1F0-4A93-BFF9-A47D49DE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5CD0EB6-C55B-42B7-92A2-DEA99700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196A5AD-1AF1-4B28-BA36-A4AD7D48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442DF6C-6194-433E-A1E2-0E7D1E5F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30318E-DD57-4D16-AA08-22254C059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28/09/2026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27F6410-90E8-413F-A040-60ED371B4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1/5</a:t>
            </a:r>
          </a:p>
        </p:txBody>
      </p:sp>
    </p:spTree>
    <p:extLst>
      <p:ext uri="{BB962C8B-B14F-4D97-AF65-F5344CB8AC3E}">
        <p14:creationId xmlns:p14="http://schemas.microsoft.com/office/powerpoint/2010/main" val="13122563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83E29CA-AC37-4AAB-8071-D2391E35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063799-33B1-479C-B188-64DB77661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569C1E-3334-422A-8312-E7FECA0C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D55A90-D85A-4D53-85F9-F2144C68F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9BFEB0-121E-4AB3-92B2-EAB04703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C0965E-7713-46A1-87C8-9E4AA3CB9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2CA09E-2D79-48B0-8CFA-08657C37F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344C95-517F-4471-8685-97C4C2F61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người gửi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3C9F37-8783-4B04-93AB-ECA41B48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2666C5-6E67-4EA7-81AB-AC79B881D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040304-0C54-4CA6-A9EA-7BF0DC74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B19CFA-E1E4-4D7F-A4D6-82949D0B2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Nhận hồ sơ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FDFCED-A9F1-4B23-BAEC-083D510E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Lưu PENDING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HTTP 202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9172BE-4604-4BAC-AFF6-8CCDC7E93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56895A-997C-4AD7-BB51-07200B6C1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E2C693-2F83-41CC-A2B0-26CD7ED2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CB3BCE-2625-4FDC-9F17-0F0BE6EC3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Worker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5A2F21-8533-45C8-96E6-663413B91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Claim bằng lease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khôi phục sau restart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83641B-7CBF-4B3A-A93D-C58395EA1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641222-5C28-4F10-8A9A-C79C8B264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8C1D05-AC19-426C-AF18-8FA6845F2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EC3B4C-E532-488D-A8B6-3F982D8D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2B967B-EF4D-4172-8534-61CA7C847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Primary hoặc fallback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semantic repair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E8BBDF-DFD7-4D13-B9BF-8F2BB56BF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263D52-4C92-4472-8B1A-DF4C8E93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D84956-F645-4EF3-A917-23D65104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61DDDC-D231-4651-8DE2-1F56ED5B5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E25E55-BE3B-4D4A-85B3-E0016134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8B3561-E117-4CB3-BBEB-60D03F03C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69352E-A44E-4CA8-AAA6-98470D5E9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EE3442-E3CC-42B4-BFEF-E1D0241BA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A8BEAC-5E52-43C7-9793-2B71978B2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7996679-A74B-45F4-97AD-5C51E21D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C2C59E-C789-449F-9317-002C7F01F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73742AD-7BE0-455E-905B-C4399F99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667DC94-DCE7-4AAB-9742-AD141F726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98EBCCA-349F-4806-8A97-A02E1EF4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BF72F76-832F-487C-97F0-789425F4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BA8AA67-124A-4B4B-AC91-AA0BB9D2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C6B636-24E2-4A96-B6F1-B0BEAB6A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1FCCD93-9945-4910-9DAE-D18C129E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367BE5-0723-4ED0-8B10-47524621F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F6DC59A-394F-4419-89C9-436E21EE1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9CC139D-58DC-4FFE-8A1A-5E49607A4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28/09/2026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0B2CABF-13B2-4CE1-8366-F1C6B3F2D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2/5</a:t>
            </a:r>
          </a:p>
        </p:txBody>
      </p:sp>
    </p:spTree>
    <p:extLst>
      <p:ext uri="{BB962C8B-B14F-4D97-AF65-F5344CB8AC3E}">
        <p14:creationId xmlns:p14="http://schemas.microsoft.com/office/powerpoint/2010/main" val="17734351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8AA4AA3-A292-492C-811F-C028C73F2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D3DE90-79AB-46CB-AFC6-46E198BA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Tác động phải đo được — không tự tuyên bố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A41282-D1A9-4CDF-BFCE-08D93B4D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phân biệt kết quả kỹ thuật đã xác minh với tác động vận hành cần pilot.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9267D8-0088-4EEE-9C52-6E1C7694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826983-A69B-4619-AAAA-31E0AD7B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70F510-46A0-4CAF-BE0F-2EF7B565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551537-F4EF-4321-9060-DF83EC997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760E5C-D703-40BF-B939-5243A0A0A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D0FEB1-66B1-4731-B9A9-A7A6F8B44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02A94E-BED5-4A44-9924-6F078FEA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8B9667-21D6-4931-B7C3-16005ACEA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1B6D5F-145D-47C6-84E8-5F698FB0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7074C8-BC84-4D62-9AFB-C852456F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37CBF2-8A68-4043-9532-99642274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6898CC-8370-47BE-AEF2-7AE791337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80/80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07F973-7735-41C1-8A45-9EA6B1AB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753C23-0E32-4B55-8EBE-892A59AEF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F5B126-B4F3-447C-AC77-98ECD6175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15/15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E2E7BA-3022-4ABB-93AD-DA6176BB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 batch OpenRouter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BEC1F0-B7BD-4FCE-BD08-E4195316C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B452CF-054B-4C8D-8825-FCCE8713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25/25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893AB7-EE27-439D-8F16-19ADE9BE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 batch Ollama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02E96E-6168-4FF7-BB01-0075BF8F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3790C8-8AFE-4A16-8F2F-56E9ACD9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B2441C-E12F-4127-9CDB-51DA66E0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6B4854-60AD-41E6-9FFD-650D76A21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AD453D-99B4-4DC3-9A6A-F56088231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D49C01-64EE-4ADC-A960-695616B5E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485574-0005-47B7-8687-7E3D14E7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67A564-EEFE-4A03-99A9-D2212534D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28/09/2026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359B28-6A08-43A7-82CB-6B620EE51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3/5</a:t>
            </a:r>
          </a:p>
        </p:txBody>
      </p:sp>
    </p:spTree>
    <p:extLst>
      <p:ext uri="{BB962C8B-B14F-4D97-AF65-F5344CB8AC3E}">
        <p14:creationId xmlns:p14="http://schemas.microsoft.com/office/powerpoint/2010/main" val="2112039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29D43FE-F06B-49DB-B5F0-16D73A296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89D916-01CE-4843-8DA5-0E267FE6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D2D73B-B3E5-48D8-ABF4-A140DE27E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D0CDC4-E3B4-456C-9550-10EF95AF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663A5A-072C-420E-A0CF-FD13FDEC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75A6B4-B978-4AAA-8F87-332AB80BB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E97EDA-D76C-4F66-B0CC-26ACA2B2C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HTTP 202 • status polling sau upload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E957FC-22AC-4B5F-98FE-F2858ACA9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6495C1-A327-48F7-A851-4938ABDD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B59F0-B0D5-4845-9FBA-38012884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C40859-E89C-4DD2-8557-9F0F8BA2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worker • lease • circuit breaker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EE48EA-6BCD-41A7-B0DA-030270E85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6486BC-F8E6-4FC2-8BF3-2C23EF8C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6124C4-438C-47DB-9201-A94845121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953AFB-CA06-4676-9A2E-DFC34673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Semantic validator → PolicyDecisionEngine → EscalationWorkflow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202033-F9A3-4CED-A84C-6F2455E1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36AB93-6C05-406A-AFFF-29CFB7C5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F9BC3E-C3D5-44D6-964E-1EA1E31EC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923D05-BD16-43AC-A083-0219B615C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6446F0-7742-4C87-89D9-D4937C650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83D8EF-614A-4FFC-A978-160380382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2E37AC-1EF2-4E7D-8F90-E230ADE63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OpenRouter chính • Ollama fallback opt-in • model không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63FA58-2544-4859-A191-810A70E91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F24F32-765B-43D1-9E2A-DD84112FD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BB38EF-84A4-4830-95A0-2F360527F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258E4A-E0C1-4D16-AC91-C28C028B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BD79B4-E483-482E-8876-BC5A191A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059F51-3EF2-4D4E-9FAC-2CA56A33B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 trên UI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15/30 ca qua runner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5BBE93-8477-4DB6-9771-8A0FB2F0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541F4D-75B0-4FDA-8E85-E611A4B2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28/09/2026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BD098D4-410E-471A-AFE5-BFFCEA62D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4/5</a:t>
            </a:r>
          </a:p>
        </p:txBody>
      </p:sp>
    </p:spTree>
    <p:extLst>
      <p:ext uri="{BB962C8B-B14F-4D97-AF65-F5344CB8AC3E}">
        <p14:creationId xmlns:p14="http://schemas.microsoft.com/office/powerpoint/2010/main" val="10475967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EE12D9A-AB11-4EBC-BFAB-C517A742E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650FF0-3646-495C-9679-680E56FD0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hiện tại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654260-1F46-4C0A-B6C6-C7D7C0F67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Fallback có allowlist và circuit breaker; lỗi dữ liệu không được che bằng đổi model.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05A12-2DE4-4E1F-9864-34D5FC244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09C9AE-4961-453B-9813-245E8D3B7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2CDAA8-F29B-411E-979E-73B0EBCBB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timeout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8CD4BD-9C21-4D7D-BEAD-7A283B3AC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1 lần nếu bật • audit provider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679D0D-1F37-4DED-9A3E-52F585959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60B240-F810-438F-B01C-03796836B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Provider lỗi liên tiếp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5B4A58-53A8-471A-B172-C43E84F0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Circuit mở • cooldown • primary probe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81012C-8103-4E34-9590-DB88627F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F60557-9E1C-4FC4-87F0-4E7D6456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/ semantic sai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306BCD-F188-4E2C-9DAC-482076ED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Repair đúng 1 lần • rồi FACT fail-safe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1197D6-9EB6-4BEF-8D50-F35F0E453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25E8CA-5678-4E91-AB6D-7D7B21BD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App 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3E0836-7FF3-4147-88A0-1B0B6FBA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 job + lease • worker reclaim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729957-40B0-4A76-91CA-9C04F024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4B847C-5B5B-4F99-A539-0D3B54BC1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7328D4-26A1-4480-85CE-59FCAD51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042EC6-9337-4D18-BCF0-5397D933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CC0D10-2A51-468D-8089-1977AE4AE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9E29D0-E0D4-4BC4-9F46-1A785E72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2F1AC6-08DD-42F0-A8B5-07F91890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upload queue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94080D-8268-436C-B017-EAFBB7D4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6A5E37-38C2-4B90-9CEC-E71D3E7B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80 test • dependency sạch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B39F87-526F-479A-8DC9-505071FE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A86D24-742A-4B0A-87B3-CBC52A0C1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Evaluator 15/30 ngoài UI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E74F18-1BE2-4D0D-8DDE-1E85D98F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BD8CCC-A61F-4999-B353-1BF75768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opt-in + audit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9C2A80-5F04-4625-8A77-329837B3C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C73C9F-02D7-4AD7-BCD7-13325F1B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BASELINE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332533A-452E-4B01-AA6C-FA269303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 • authentication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tax lookup • object storage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benchmark dữ liệu độc lập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402768-0258-443F-9636-8DCBBB1D1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Verify vẫn đúng 5 ca BTC; runner mở rộng không làm rối dashboard.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F4BBD86-A5FC-486E-9C56-3D60A31C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7631999-5C6F-4265-B7C6-16CB3E48B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</p:spTree>
    <p:extLst>
      <p:ext uri="{BB962C8B-B14F-4D97-AF65-F5344CB8AC3E}">
        <p14:creationId xmlns:p14="http://schemas.microsoft.com/office/powerpoint/2010/main" val="17381930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2026-09-28T15:37:33.4740000Z</dcterms:created>
  <dcterms:modified xsi:type="dcterms:W3CDTF">2026-09-28T15:37:33.4740000Z</dcterms:modified>
</coreProperties>
</file>