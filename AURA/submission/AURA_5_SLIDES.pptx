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45b06496ab4091" /><Relationship Type="http://schemas.openxmlformats.org/officeDocument/2006/relationships/extended-properties" Target="/docProps/app.xml" Id="Rd57f23d5017149e1" /><Relationship Type="http://schemas.openxmlformats.org/officeDocument/2006/relationships/officeDocument" Target="/ppt/presentation.xml" Id="R67c6c292c78f45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ddcdcfd7a545d5"/>
  </p:sldMasterIdLst>
  <p:notesMasterIdLst>
    <p:notesMasterId xmlns:r="http://schemas.openxmlformats.org/officeDocument/2006/relationships" r:id="Rdd0998c484374032"/>
  </p:notesMasterIdLst>
  <p:sldIdLst>
    <p:sldId xmlns:r="http://schemas.openxmlformats.org/officeDocument/2006/relationships" id="256" r:id="R6225d1d87fab4a40"/>
    <p:sldId xmlns:r="http://schemas.openxmlformats.org/officeDocument/2006/relationships" id="257" r:id="R59f9d370cf1342e6"/>
    <p:sldId xmlns:r="http://schemas.openxmlformats.org/officeDocument/2006/relationships" id="258" r:id="R3ba8958438294371"/>
    <p:sldId xmlns:r="http://schemas.openxmlformats.org/officeDocument/2006/relationships" id="259" r:id="R1e88cf1770914e62"/>
    <p:sldId xmlns:r="http://schemas.openxmlformats.org/officeDocument/2006/relationships" id="260" r:id="R5361d892d2c148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1386415d1146dc" /><Relationship Type="http://schemas.openxmlformats.org/officeDocument/2006/relationships/slideMaster" Target="/ppt/slideMasters/slideMaster1.xml" Id="R54ddcdcfd7a545d5" /><Relationship Type="http://schemas.openxmlformats.org/officeDocument/2006/relationships/notesMaster" Target="/ppt/notesMasters/notesMaster1.xml" Id="Rdd0998c484374032" /><Relationship Type="http://schemas.openxmlformats.org/officeDocument/2006/relationships/presProps" Target="/ppt/presProps.xml" Id="R061b083f4f2b4f19" /><Relationship Type="http://schemas.openxmlformats.org/officeDocument/2006/relationships/tableStyles" Target="/ppt/tableStyles.xml" Id="Re3b341bc6f424827" /><Relationship Type="http://schemas.openxmlformats.org/officeDocument/2006/relationships/slide" Target="/ppt/slides/slide1.xml" Id="R6225d1d87fab4a40" /><Relationship Type="http://schemas.openxmlformats.org/officeDocument/2006/relationships/slide" Target="/ppt/slides/slide2.xml" Id="R59f9d370cf1342e6" /><Relationship Type="http://schemas.openxmlformats.org/officeDocument/2006/relationships/slide" Target="/ppt/slides/slide3.xml" Id="R3ba8958438294371" /><Relationship Type="http://schemas.openxmlformats.org/officeDocument/2006/relationships/slide" Target="/ppt/slides/slide4.xml" Id="R1e88cf1770914e62" /><Relationship Type="http://schemas.openxmlformats.org/officeDocument/2006/relationships/slide" Target="/ppt/slides/slide5.xml" Id="R5361d892d2c148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db2a248cf344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3a3edd19b74414" /><Relationship Type="http://schemas.openxmlformats.org/officeDocument/2006/relationships/notesMaster" Target="/ppt/notesMasters/notesMaster1.xml" Id="R6716bf4e8ab943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1c84ee025048b0" /><Relationship Type="http://schemas.openxmlformats.org/officeDocument/2006/relationships/notesMaster" Target="/ppt/notesMasters/notesMaster1.xml" Id="Ra6cd7bfebcf442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662eaef3554587" /><Relationship Type="http://schemas.openxmlformats.org/officeDocument/2006/relationships/notesMaster" Target="/ppt/notesMasters/notesMaster1.xml" Id="R070ac12d356d47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e0177fcc3b4b5d" /><Relationship Type="http://schemas.openxmlformats.org/officeDocument/2006/relationships/notesMaster" Target="/ppt/notesMasters/notesMaster1.xml" Id="R3505d4537ba34a3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ee57816da943e3" /><Relationship Type="http://schemas.openxmlformats.org/officeDocument/2006/relationships/notesMaster" Target="/ppt/notesMasters/notesMaster1.xml" Id="Rc538bdf4225543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 ngày 27/09/2026: 70 test offline; OpenRouter 8B đạt 15/15 qua ba batch, adjusted P95 11,317 giây; Ollama 4B đạt 25/25 qua năm batch trên cùng 5 fixture tổng hợp.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deploy: https://render.com/docs/free ; https://www.smarterasp.net/support/kb/a2437/how-to-set-environment-variable-for-your-account.aspx . Cơ chế retry đối chiếu OpenRouterVisionExtractorService.cs.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9aea6b48be4b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6c8313d0bb42f5" /><Relationship Type="http://schemas.openxmlformats.org/officeDocument/2006/relationships/slideLayout" Target="/ppt/slideLayouts/slideLayout1.xml" Id="R58193fb4a82d42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193fb4a82d42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51c7bba9864081" /><Relationship Type="http://schemas.openxmlformats.org/officeDocument/2006/relationships/notesSlide" Target="/ppt/notesSlides/notesSlide1.xml" Id="R72e7ffaff8c74f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83fc9e8854cfa" /><Relationship Type="http://schemas.openxmlformats.org/officeDocument/2006/relationships/notesSlide" Target="/ppt/notesSlides/notesSlide2.xml" Id="Rbe9f6e56b5b948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94089329a4664" /><Relationship Type="http://schemas.openxmlformats.org/officeDocument/2006/relationships/notesSlide" Target="/ppt/notesSlides/notesSlide3.xml" Id="R5b6e7100a89d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add22c2f3b401e" /><Relationship Type="http://schemas.openxmlformats.org/officeDocument/2006/relationships/notesSlide" Target="/ppt/notesSlides/notesSlide4.xml" Id="Rda2fcead2e5043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b911fd3d64e43" /><Relationship Type="http://schemas.openxmlformats.org/officeDocument/2006/relationships/notesSlide" Target="/ppt/notesSlides/notesSlide5.xml" Id="Rd0dea981408c4c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09ADDB-BB92-49EE-91AF-79C59973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17CFDC-CD48-490C-8DA7-40D3C928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89CB0-C36B-4983-B407-AA48F10B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AA200-4333-45C9-A044-3D767FF1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546B7-0FD0-469C-8C38-557C7C60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C3744-CA97-40BC-8D9E-6332C27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7DA05B-1956-415F-BB31-8EEA1894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4D4107-E5C9-484C-8D3D-E3236978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A4846-E452-4548-ADA4-A195B9DE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2A5911-DA2A-46F8-BD6C-502C0398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89097D-9534-4BCA-B0F3-1B1EE1D1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8FCB9-46A5-4E69-B925-E14420FB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0DF66-5229-46A9-916B-3D04630F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E46289-9563-475A-8274-F126AB55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19FEA-2AAB-456F-A10E-2A6FC2E7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AA883D-AA92-4DD5-B3BD-ACE4F537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FB223E-535D-46A3-925E-14EEF54A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49A9EB-809F-49C0-956C-FB6A2644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7FB152-1A7B-44A0-B3E2-BB93D1F3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4A52AF-8F92-4775-A1AE-317367AC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8EC16D-A125-4CBC-9338-BF98295A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388E99-720D-40EE-BDE0-33D1D8D1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B09A0C-AFE9-4705-9531-A3D72979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04B251-7E5A-44D6-8098-C9FC998E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0987D-659B-451B-9E31-EFD386B6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17EF17-68BA-4D17-BD58-B6419B79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E11C91-BDCA-4DE1-B2A5-26EDF5D1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574303-DA43-469A-9063-7820B92C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E61484-5B66-4619-86B4-0FCF004B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729FCF-E707-447A-8F1D-2F1511EC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A25B47-3512-4AED-AE42-B84FC10B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D36433-971B-44E8-BA54-99AEA29B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0A8808-3F86-4AB1-BF05-52A53247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4638E7-CA8C-411D-BB62-228FA825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FD06CF-0EA4-4782-BA43-3D59219B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4F02DD-15F5-4B38-A181-0D611E47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6E78FA-FFE8-48BA-AFFA-126F8D10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4C72DA-4488-489D-A4F2-418725C2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5DCC1D-3ECC-44D8-B254-BB5060C8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73519E-DD51-45A7-A6BF-FD63A1DF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ED4958-FAC4-4027-AEA5-1F435BF9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41CF21-E7D5-421F-B393-C5D722FE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487992-0E04-40C2-936C-0C55F117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980E84-FE43-4803-8EFD-B4F19727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7D9CB1-F4A2-487E-93E4-FB236464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0B4949D-662D-4811-B27D-25424623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4163190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802ECC-373A-42B0-B680-77E7C361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4CD579-C03E-454F-8919-D5EDCEE7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D70B6-D8CC-4940-BF57-EC7DAD3B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A23B33-E73D-47B5-AE71-DEEB9825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573BB9-1BE9-402A-A45E-A52553A9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68E68-0280-4CE9-9C48-38E3661A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885F4-454F-4AFA-8062-B03446D3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175CE0-7F7C-41B6-A19F-D010A024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JPG/PNG ≤5MB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78FAF-03D0-49C6-8E7E-4F89F8DF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0A932C-4074-48B0-89BE-288E6ED1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11D6F7-32B6-44D8-958C-AE5A94F2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87DE3C-BC2C-43F8-82D6-5437A174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Kiểm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BFD7B-1951-4D85-86C8-7C6E9A72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MIME • magic bytes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CFBA01-E736-40BF-935E-406831F9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589F30-90CB-48DD-8009-01A59BA3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62955-965C-4D3E-8E4B-93167D6D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FDBE0E-F337-4DE8-8372-08161B34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B9F2E-7BA9-465F-B9C4-294F9867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JSON Schema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619651-87D1-4A12-BEF2-6290C141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E2897-4949-4E65-8EA1-A270D16A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E12128-1E45-43BC-92AB-057E9FA9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A9A8B6-9976-411F-B52C-C224FF1C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EDB0B8-28DF-4A8D-9920-F3B1A576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C# tất định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FACT → POLICY → AUTHORITY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BFAF53-B046-4A71-B1CF-122914E0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73259-140A-4D02-9810-04F6B31F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5E3971-1628-49FC-8FA9-3C53C366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42EACD-5E6E-40C3-9BF7-5EECFA08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AFED9E-499D-49BC-91A6-D103D38D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5D29DB-1DA6-4E38-98B4-DC1D49FC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C9FF5D-D129-4B63-938B-D4BF5801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63295E-E847-41D2-83EA-0117CF9D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6D6E69-2F47-47CA-AF97-6CB1DFAA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DFE736-B81B-4629-8D26-CD9276E7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4F9699-62BD-448F-A797-F597159A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B317D6-A12D-4020-ABE6-5517B176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7069D-D9E5-4857-BA11-3A8B279D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49DD5F-1F0A-46AB-8C8D-127D647B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F2B915-358E-4067-9BC2-23930135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40092D-1288-4BF8-85E0-103AE120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119F92-EBC7-4885-971E-E01A47BB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780295E-1FD9-482C-B86D-5136BA4A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01860C4-1723-455B-ACF7-F81205AD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731A43-A0EC-41C7-B6B8-DD53797E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FA0309-35E6-4D40-8D9C-231CE467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4B01D5-253B-49F3-831C-685E91FC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21310153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4F7A3-2F76-420B-A56A-9E3A7DD1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41E1A-AF42-4F0A-BE13-EC786432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45061-BC94-4238-901A-9C2134B0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56E99-79B4-47B4-BCAB-686D787A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9C8E7-C1AB-4DB4-94DA-904FB750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00511E-1668-4D77-B6F0-2CC18397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028CA-D038-42E8-A8DB-85FFEBF7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0372E-E65E-4FCB-BA5C-14FDCDBB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6B82A9-C42E-4853-AEC9-912EE927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BA6A5-8C91-4925-9A7E-AE42749B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5CCC4A-6630-424A-96B4-FF259999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0F1A27-DBBB-48AB-8A52-DEA1C27F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84DA2-A149-41DF-95D0-E56474AA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E665D7-D0E6-4007-8744-59ACEF84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44DFEC-7276-4D69-89D6-29DEA923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70/70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8CBCF1-8AA6-4174-8D12-5497A850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3D0DF-6BFE-468D-8F41-86EF2642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61C449-B78E-43CD-B152-BD31B372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0AFDA-624D-4A9A-8543-2E49F9E8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 batch OpenRouter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01DEAC-6B75-4AF6-AF90-E5684E04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FCDB9C-107F-46C4-AF04-88EFD70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25/25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B8D79A-8C8A-4C76-A14E-250607C4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 batch Ollama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E69AE-8C06-4A46-BA82-70D36BA9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80F450-4304-439F-84C0-B6CBDA47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40E6C2-4A73-43F6-8125-40951B0D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99BDD5-70CF-434A-A89D-C93F8DEF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490585-706B-4A53-8A9C-81DF1129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18FDF6-44AE-4EC5-BC55-4907C9FC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037A80-CE8E-4FCD-8408-D37C63CC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4A2776-443E-4891-908E-02FBA3AD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8C706C-B032-4DB7-AC53-740A2C0F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14574557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A78FEF-08FD-4D8A-8723-3876DCDA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235510-CBF4-41DC-8227-DEB81299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168F9-1984-4706-A6BF-9FA71991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30EA7-86BB-40F3-8669-CBCA3762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D60BD5-A756-4D3E-B9BC-673D520A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4CDE98-8457-4E8F-BC5B-178E42C0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315EB-FD75-45DF-9B55-6DB24B43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cho AI • reload sau workflow write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AACF48-8451-4D11-B4B9-5BC0AC01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6CB81-A60F-4C6E-8661-CE5EB5B1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E48849-5B38-43EA-8C7B-D21CD5F1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738590-826D-45ED-B5EB-2D0A5806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Applicant / Verify / Reviewer • state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12A2ED-6EB3-4CB1-98E9-33A666DE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6B5F1-A5B9-414D-9612-07EAEA1E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B0D017-8F6B-49A2-8DA5-64617153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9A2A95-F035-4528-AE25-B16A601A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Semantic validator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67DF3B-CD5B-43CB-9FAB-75D8A1BB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3AF7AB-98CC-495B-9552-A3FD812B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C2E14E-A952-4A45-8269-5094BBD8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3411D9-0F07-40E2-B212-1B21FCFF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AEDB39-4BDB-4B7D-9AB1-0CD04699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DEA40F-5B20-4244-BF39-2BBDEF93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F297BD-D5D0-4C06-B3BE-F6009441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mặc định • Ollama local tùy chọn • không có quyền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AA9614-9A11-49A8-9FBB-D0044539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A8CA72-7D03-4CB3-95BD-09F601B0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9352B5-3460-45BB-B1A2-E106119E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CB3B77-5C4F-4113-B3A7-39761D77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8EEC69-430A-4914-BE76-003DAC45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E608E0-9C47-4E89-8ABF-501A718F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 ca giao BGK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792C32-48B4-4AED-B5FF-45E55E2F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6CF95A-C15A-417B-B0D4-A336C0F2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85143F-9E1C-41E1-8443-3AD9D571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10658990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6BC1A3-A202-49F7-A76C-17BB98AE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AD5CAC-4806-4D2E-B01B-60525667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được nói thẳng —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7D522-A3F4-4989-8D8A-A1791872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gọi một retry là circuit breaker; không biến lỗi provider thành quyết định nghiệp vụ.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3BD9C-E364-43DE-A80B-E402AC29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16B3A-334A-41CC-8CA4-26F072C3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93DCE2-3975-4EF0-9126-798B85E8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hết credit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7BC28-CD08-4470-927B-1AB79397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retry • dừng phần Verify còn lại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C828BB-5088-47EA-9C48-BD4FC27F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3703D-3F52-4EDB-A0FD-4F00FFF9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5xx tạm thời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79E84-E00E-4E90-896A-C2A8FE8A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Retry tối đa 1 lần • rồi kiểm thủ công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DBEF86-64F8-4CEB-93E1-00B15DA1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C8DB3-1586-4E7C-AA5C-5867BE56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3655E2-D92B-4F9A-A9FF-FF940A28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A48FB1-4068-4F92-B8D6-D2D21372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8A4F65-85E2-400E-9C00-6FAF71E9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ABB3C1-9319-4EB0-80E8-9A8B6ED9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5AA0D9-A4AD-4C5B-BE17-D9D226FA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7817DF-1EC7-4718-BC64-8B77BDE4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Storage / deploy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91B645-8901-4C32-ADD3-B3630BB0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Server + private folder bền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E71D56-A0DA-4F4C-AC8E-F56813E4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9EB236-4E5C-4E37-BC2A-4A197F54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9DB9B5-75B9-444B-995C-EF73C422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E72994-16A2-4420-8CCC-826673A0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Repo + hướng dẫn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EC2D43-6CB6-405E-B498-032A3538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62FE0F-9F11-4D9B-A126-4ABEF1CD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70 test offline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3812FB-6E43-4624-9FD8-5E245B51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5602AE-13C5-454F-A8B7-DB46EC53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15/15 OR • 25/25 local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C83D30-8D76-40C5-BDBC-4731B144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060F70-263D-455B-942A-90F9BE01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Video • slide • Build Log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3AECBB-E664-4745-A81C-7272E32C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F2EF3D-AD3C-47EA-B59E-B9391F1F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SPRINT 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5B3BE2-3BC7-43B5-B6D2-4AE1DB60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0D99FF-1910-460B-9828-4E009B7E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Ollama 4B đã qua fixture gate; benchmark độc lập vẫn là điều kiện đổi baseline.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F17892-0B04-4F7F-AF77-D4DE2128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C5D697-FFCF-4F37-A6C1-5AC8275D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8431062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2026-09-27T03:53:00.9930000Z</dcterms:created>
  <dcterms:modified xsi:type="dcterms:W3CDTF">2026-09-27T03:53:00.9930000Z</dcterms:modified>
</coreProperties>
</file>