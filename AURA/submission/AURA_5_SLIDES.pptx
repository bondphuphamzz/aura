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6bf19f17e64a0f" /><Relationship Type="http://schemas.openxmlformats.org/officeDocument/2006/relationships/extended-properties" Target="/docProps/app.xml" Id="R995f54aaf2f54954" /><Relationship Type="http://schemas.openxmlformats.org/officeDocument/2006/relationships/officeDocument" Target="/ppt/presentation.xml" Id="R1622db75dab246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cef4460fb84e55"/>
  </p:sldMasterIdLst>
  <p:notesMasterIdLst>
    <p:notesMasterId xmlns:r="http://schemas.openxmlformats.org/officeDocument/2006/relationships" r:id="R5b30ecdf916b4351"/>
  </p:notesMasterIdLst>
  <p:sldIdLst>
    <p:sldId xmlns:r="http://schemas.openxmlformats.org/officeDocument/2006/relationships" id="256" r:id="R38cf34f2aa0b49ef"/>
    <p:sldId xmlns:r="http://schemas.openxmlformats.org/officeDocument/2006/relationships" id="257" r:id="R650be6f2c28b470a"/>
    <p:sldId xmlns:r="http://schemas.openxmlformats.org/officeDocument/2006/relationships" id="258" r:id="R678d8eeb6cfb43a9"/>
    <p:sldId xmlns:r="http://schemas.openxmlformats.org/officeDocument/2006/relationships" id="259" r:id="Rf8a71d1e5ff34699"/>
    <p:sldId xmlns:r="http://schemas.openxmlformats.org/officeDocument/2006/relationships" id="260" r:id="R9ed54341afec45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a379f62fe6474f" /><Relationship Type="http://schemas.openxmlformats.org/officeDocument/2006/relationships/slideMaster" Target="/ppt/slideMasters/slideMaster1.xml" Id="R70cef4460fb84e55" /><Relationship Type="http://schemas.openxmlformats.org/officeDocument/2006/relationships/notesMaster" Target="/ppt/notesMasters/notesMaster1.xml" Id="R5b30ecdf916b4351" /><Relationship Type="http://schemas.openxmlformats.org/officeDocument/2006/relationships/presProps" Target="/ppt/presProps.xml" Id="R746ee493aea64c44" /><Relationship Type="http://schemas.openxmlformats.org/officeDocument/2006/relationships/tableStyles" Target="/ppt/tableStyles.xml" Id="R908bda0523344268" /><Relationship Type="http://schemas.openxmlformats.org/officeDocument/2006/relationships/slide" Target="/ppt/slides/slide1.xml" Id="R38cf34f2aa0b49ef" /><Relationship Type="http://schemas.openxmlformats.org/officeDocument/2006/relationships/slide" Target="/ppt/slides/slide2.xml" Id="R650be6f2c28b470a" /><Relationship Type="http://schemas.openxmlformats.org/officeDocument/2006/relationships/slide" Target="/ppt/slides/slide3.xml" Id="R678d8eeb6cfb43a9" /><Relationship Type="http://schemas.openxmlformats.org/officeDocument/2006/relationships/slide" Target="/ppt/slides/slide4.xml" Id="Rf8a71d1e5ff34699" /><Relationship Type="http://schemas.openxmlformats.org/officeDocument/2006/relationships/slide" Target="/ppt/slides/slide5.xml" Id="R9ed54341afec45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482ff10e554f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07a458d2df4182" /><Relationship Type="http://schemas.openxmlformats.org/officeDocument/2006/relationships/notesMaster" Target="/ppt/notesMasters/notesMaster1.xml" Id="R2751da646a9640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d85be2c9984a34" /><Relationship Type="http://schemas.openxmlformats.org/officeDocument/2006/relationships/notesMaster" Target="/ppt/notesMasters/notesMaster1.xml" Id="Rd2dd8f06941644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f7967caffb4f9f" /><Relationship Type="http://schemas.openxmlformats.org/officeDocument/2006/relationships/notesMaster" Target="/ppt/notesMasters/notesMaster1.xml" Id="Rd201946d6aee41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de9eab95e241dd" /><Relationship Type="http://schemas.openxmlformats.org/officeDocument/2006/relationships/notesMaster" Target="/ppt/notesMasters/notesMaster1.xml" Id="Rc6a0ffc0f5ac42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ddae78c94642b9" /><Relationship Type="http://schemas.openxmlformats.org/officeDocument/2006/relationships/notesMaster" Target="/ppt/notesMasters/notesMaster1.xml" Id="R1137d9083eb742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05/10/2026: baseline c42c5ef có 108/108 test offline. Evidence SmartASP ngày 04/10 đạt Verify 5/5 và concurrent 2/2 + 5/5. Trên judge set tổng hợp 15 ca, fallback tắt: OpenRouter 15/15 quyết định, 70/75 field, P95 16,459 giây; Ollama 14/15, 73/75 field, P95 58,318 giây và bỏ sót escalation TK-12. Blind holdout và ba user session vẫn là gate; đây không phải accuracy production.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ConfiguredVisionExtractor.cs, VisionCircuitBreaker.cs, tools/Invoke-ExtendedDatasetEvaluation.ps1 và docs/SPRINT2_IMPLEMENTATION_PROGRESS_2026-09-28.md. EF Core 8.0.31 đã qua vulnerability scan không còn advisory.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3d13492912419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c6fc1ff8434a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f6ac69af5c48b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26c71f7543438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95c77c6246473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ac581d61ef49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892716-E0ED-4887-82EE-49BB7A24CD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EC307FA-6A17-4999-A50D-39E3D8915F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5CCB7FD-4197-47AB-9A20-9FB6336DF6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133E2D3-80BF-4B71-B116-6CFDC96AA9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3033A39-F6E5-4C4C-BC6E-897B616D3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241232E-29FF-46C2-A239-A44081438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CC8E6E-316A-45D7-9072-A9D218DBF7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80095DB-7BC1-49CF-B04D-32F21C8EC2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00A520-C86C-446E-A14C-5012B01BB8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52CDC6-09EC-417E-A336-47F72FD677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c2b4670d914032" /><Relationship Type="http://schemas.openxmlformats.org/officeDocument/2006/relationships/slideLayout" Target="/ppt/slideLayouts/slideLayout1.xml" Id="Rc356ae0eb2d640df" /><Relationship Type="http://schemas.openxmlformats.org/officeDocument/2006/relationships/slideLayout" Target="/ppt/slideLayouts/slideLayout2.xml" Id="R734fc766e8774848" /><Relationship Type="http://schemas.openxmlformats.org/officeDocument/2006/relationships/slideLayout" Target="/ppt/slideLayouts/slideLayout3.xml" Id="R53a0a4ce3aaa4cc0" /><Relationship Type="http://schemas.openxmlformats.org/officeDocument/2006/relationships/slideLayout" Target="/ppt/slideLayouts/slideLayout4.xml" Id="R6ca142be9fa44c21" /><Relationship Type="http://schemas.openxmlformats.org/officeDocument/2006/relationships/slideLayout" Target="/ppt/slideLayouts/slideLayout5.xml" Id="R166462ef0fb34124" /><Relationship Type="http://schemas.openxmlformats.org/officeDocument/2006/relationships/slideLayout" Target="/ppt/slideLayouts/slideLayout6.xml" Id="R535ff6eff8e54c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56ae0eb2d640df"/>
    <p:sldLayoutId xmlns:r="http://schemas.openxmlformats.org/officeDocument/2006/relationships" id="2147483650" r:id="R734fc766e8774848"/>
    <p:sldLayoutId xmlns:r="http://schemas.openxmlformats.org/officeDocument/2006/relationships" id="2147483651" r:id="R53a0a4ce3aaa4cc0"/>
    <p:sldLayoutId xmlns:r="http://schemas.openxmlformats.org/officeDocument/2006/relationships" id="2147483652" r:id="R6ca142be9fa44c21"/>
    <p:sldLayoutId xmlns:r="http://schemas.openxmlformats.org/officeDocument/2006/relationships" id="2147483653" r:id="R166462ef0fb34124"/>
    <p:sldLayoutId xmlns:r="http://schemas.openxmlformats.org/officeDocument/2006/relationships" id="2147483654" r:id="R535ff6eff8e54c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966616a8664c0a" /><Relationship Type="http://schemas.openxmlformats.org/officeDocument/2006/relationships/notesSlide" Target="/ppt/notesSlides/notesSlide1.xml" Id="R5fd3a2cb6a2944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d08728dbf5443e" /><Relationship Type="http://schemas.openxmlformats.org/officeDocument/2006/relationships/notesSlide" Target="/ppt/notesSlides/notesSlide2.xml" Id="R611567d2b0394d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8b3be3a4e84058" /><Relationship Type="http://schemas.openxmlformats.org/officeDocument/2006/relationships/notesSlide" Target="/ppt/notesSlides/notesSlide3.xml" Id="R47f90dc5229a49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476f3c9fbe4130" /><Relationship Type="http://schemas.openxmlformats.org/officeDocument/2006/relationships/notesSlide" Target="/ppt/notesSlides/notesSlide4.xml" Id="Reaffad578fba45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1d076245754ce7" /><Relationship Type="http://schemas.openxmlformats.org/officeDocument/2006/relationships/notesSlide" Target="/ppt/notesSlides/notesSlide5.xml" Id="R57f9185786ce41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471458-BF6A-4DEE-AD97-70BC03D1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799FF0-A9CE-453A-9C09-29B4D80F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CB759E-5EBB-46F7-85B4-6C93A1DA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12528-7321-4DE7-BC1B-115CFE7D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E98C18-7023-4288-8285-E27674EE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F3EA02-6091-4F57-998C-21E2848D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9129D-39E5-418B-BFC0-1C57193E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B16DC-2A52-45E5-AF8B-5A203B06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7BB25-6FC3-4359-9761-FB0E5CC8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74C05C-C5D2-43FE-BD02-AF1E1AF8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4AFEF-BFE9-45EA-AD6A-81296411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CF3D1B-9616-4290-9877-54D4B994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077F4-2916-4ECF-934E-1972EF54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1B3B35-6B55-4766-B8DE-5BF6AA5B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D402F-FD02-466D-AAA6-9538B182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104FE9-542F-480E-A36C-342CC9C3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A1338C-1306-42FD-BAD0-FEF6776A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76FBD7-2F7B-46AC-9897-1945EBA3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C2DE93-1A1D-4853-9725-A7FB71FD5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CA2AA5-8C0E-41A7-9EE2-677B16C7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6D0150-F829-4AE9-B259-A45EA3A4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2B976B-DABD-4736-8B05-7B4E3548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276A55-8110-4888-A911-FE02EDB8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8BFC3B-0D1D-43A6-B8F3-ADFE1A22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906FF7-9AEF-48D6-839B-8CB815C5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CB631F-8AB4-416B-BA8C-A1E0CCA0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E2A8A0-EFCF-4628-97CA-3DB6E09B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3177EC-7E3E-44BB-B527-337D09C3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B13B98-765F-4173-AE09-011EFD3C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323E1A-D6B6-4210-B49E-8B7F2A34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64902D-C049-4A6B-A03D-32E5B2D7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B38959-70F6-4C06-BCE5-507E8EE2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25875F-509B-4027-BD7D-C08416B9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662A41-DB0A-448D-9706-D998D755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FFAFE1-A5C7-4479-B733-316FB67F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0532E3-FA6E-4473-80B5-82B368FE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94552C-DDC6-4A94-A1EB-2A3728B7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9ABA4D-DB85-4DA4-B335-A7FE9B16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2C323F-BB89-4301-A78F-D1C8C76D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8B7D7D-3677-4E6C-B0CE-3272F54A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FC18A-27BC-44CF-AA71-9EC6F84D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B212E1-6575-46B8-8CA8-D8378EF5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27D418-AD5C-461A-A166-48594742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41846E-C592-4733-A8C6-F9D8AD09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FE6894E-300D-4782-B399-C52BE44C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05/10/2026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96C206-BB5D-4081-9EC1-8E65C72F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116568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CB7010-46A6-4A1E-8E0B-38CF6F3B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93DA0-A499-4B7C-9F0F-FA3A26EA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51FD2-39AE-4C9A-A73F-36B3BB88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84F2A-C0B6-45ED-BABA-C6567A1E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48471D-A09A-4B07-89F5-C471980A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00865-80A1-42F8-970B-32EB1330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7BF61-038F-4F2A-8B04-00D56509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18D3CE-37C8-4C37-A972-729C6318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BC94F-1C6B-4C9B-B12F-651CB752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B4FE0-A4D9-4DB3-ADC3-85D8D501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0DCB5-B37A-43AC-96F9-17DA8F5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F0CFDD-2370-40B6-B4C7-75B3A47E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606D77-87F6-450D-8B0E-8BA4A355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9CED88-18C3-4EC6-BE0B-BCD286A3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6E512-6882-4765-8B0F-67481F42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39A26B-E946-46A0-9A32-6E1F7E78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3F3A0A-068B-40A7-9AA3-BDE2A728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875AC7-5F34-4840-8987-CD6CC4C3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08A269-FF65-40D7-9097-5C15DBA7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9A1351-3B6E-4431-9BC5-D53D0E50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B839A4-91A5-4691-8E52-9CC95E23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5F9E1D-4504-4194-AFF5-AA81CC5E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2D0157-F3CA-428F-AFE7-7AEA0F6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98A873-75D3-4B4D-8264-7F4E7602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AAC07D-32A4-467B-BED2-CFAFA481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BFBC16-938A-4892-93C7-ACF4FBBE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D9BAD0-D430-4B9E-A405-2D752271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C0D48D-4728-4E71-A39B-EC0D4429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7DE7B-9145-455B-96D3-E7C903E0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5A159-E710-486A-841D-52B1DF56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0C828A-FF4D-4EDC-8489-3431B3C0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104FB0-9F49-49D2-A56C-0584BE89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18A24E-1DFF-41F9-B1D2-A750C623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8ABE0D-164C-42F6-B90D-ADA8A8E7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1B977A-7978-46F2-A34A-6A4C002A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7E10A2F-3B73-4003-9037-EC6F7A98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15B6F7-B7F2-4802-8354-87BC75AA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069C77-6F01-4E94-8173-AA8D35A3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95980D-CD2D-4291-8540-94CD2654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42DD56-4901-4F01-AFA8-0718BFAD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5DF07-7590-4F07-AA75-4B8F5266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D5C5BB-A7DD-4177-9BF8-CC0A9DBE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93751E-1C7D-45BE-AAC8-203903DB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725102-4E42-43BD-88B4-920C919D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05/10/2026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0C1E86-89FF-4DDC-8EC2-5E372F0B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677098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AFE165-AF57-46BE-A3A4-6A91421B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62DAB-2F02-45F6-85EE-8ADBEEAF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4C218-A79A-44A9-8B47-A7E8CB5D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87A58-1736-459E-87F6-110E6936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0BED9-C4D3-4C79-8406-B3FD818E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C309B-A074-47F1-9407-B3376641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C48646-A129-4E71-9519-A1217E93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9B798-4927-43D5-8E8A-7766DF8D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2DF17F-05A6-4548-95C6-9A2B3A70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3BA6F-8C14-43E2-9CA9-38528461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26465-D172-4B8D-BD62-DFFDBD98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789B0F-301A-4E50-94C6-41054728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D03296-39EF-4862-8008-F83A7326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2EFED5-8C20-4C80-AC9F-F0B6A9D3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CFD5FE-1119-4F6E-B271-6672A198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108/108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146551-430B-4E1C-9276-AA97916C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8A260B-E8B5-452C-A053-23D184EA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ACDD62-4C22-437A-A4D8-FAB9BCC4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EBC4E2-2502-4EAA-8627-C9D8E46C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996949-6F83-4B8F-9F12-6E388A67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133117-3B70-4B21-B542-59B29A4A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7/7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39A98F-E083-48D6-A522-EECF0981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concurrent live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5CA8A6-8992-4CB6-AAA0-EC97F2F8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E35FE8-CC09-4EB1-9E66-6C1C075D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7AD8D8-BDDF-4DC4-A385-0C0F3813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00B2C5-FBC9-4B82-853B-9030C918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B5E515-B456-4CA5-89D7-00C40D5C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3116A1-CC37-4FE0-BADD-C5594C39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67935D-9D18-4761-B2E2-CAF16B89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A256D4-0431-456F-9CDC-5B90DFD0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05/10/2026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25F839-A520-4D1D-A7B7-3E1E44D9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199343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57D403-EABB-4246-9F3E-9B2F6008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47FF-0F44-4EC2-ACD5-012D8DC0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3F52C0-0AAB-46D6-A83E-92A2B5BC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95237-60A8-4259-909A-77B6CE37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40267-1B2C-4EBC-9B0B-0F7A7AE9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8D9CA-0125-466D-8D8A-9C773C2B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47111-803B-4A09-A1C9-22CD4A72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643245-62EA-46CB-9D12-D996BEBC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E5507B-469E-46D5-ADBE-A48F0809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7F2283-16F0-4694-83D3-D776AA3A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F6A2D5-0B30-4258-9621-5E9A6325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F37F65-4CD5-48F9-8FB2-0A112F90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6ED83C-E677-41A7-A963-BBF1D0617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AD66AD-FDFA-4165-822E-3C5D834D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F89AA8-A195-4A91-9904-9A9F1B86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B0F76-20EE-40CB-A106-390A4CC4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5BD28-335B-4CBC-9A3E-7A8DD0C2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D28E0E-9412-408A-BB40-3515A876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FC10A8-26D6-4AE2-8217-BD5D529A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BCA497-C741-40A1-A1D5-0CFC44EC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9603A6-13E5-4F0E-8926-B2F6C880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B3EA40-374C-4A4A-8797-5CFF7110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93B755-F489-4020-93D7-5160A87D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0A12C3-3C47-48B9-8BB0-1422C2C4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65B8D1-AB69-4C9A-BCFE-F73BC3BC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52886A-1BC8-427D-A503-A49D2B2F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0A9F4A-7484-42D2-BFD4-CF5689CB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FA2742-2368-44B1-9F97-5579057B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1537BF-378D-4727-B1BF-61685461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0F3D65-8B59-4244-A537-D5642488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05/10/2026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49997F-3EA7-444D-A099-8DCEA011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531769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D08DBE-A4D4-4942-A1FC-4901B5D8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30B0F-F070-4562-A18E-82B2E1C3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F28CA6-1954-496B-97C4-ADF058CF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7D1049-FB4A-4DD0-A8C2-499EE1F9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066DE-E429-4EAC-B3FD-FC64A4B1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F14CA-2450-4BCD-8D2C-F93DB081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118FB-781F-40B0-9E1E-5110E63F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D03E37-C34D-448F-8AFC-180DC05F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87EC2E-7E18-4BC5-87E1-95BF1824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16DFB-C69A-45E8-834F-2C1FE011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9B906B-BBBD-4AFC-8035-33744E7B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140DD-024E-41D6-A454-0BDDF194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AB41C4-5681-43C4-851A-BDBDB4D6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F095C1-6F6C-4B91-835C-456988B2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E5F814-F673-439C-A8D4-9B05932D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988256-83B8-48D5-9FBA-CF1CA1E1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BDFC19-B9C6-4BF7-89A8-822B5317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D4017-7F57-41B0-87A1-A50441E5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ED95F7-9D79-4F85-8060-E2FEAB81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C6D3B8-EE7B-4B3C-931E-A05DE4EC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F5BAA8-CEA0-497D-BF34-10F08A73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6FB419-164A-453D-BE2E-509A320F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6256F9-D299-4D78-B4A6-80D8F41B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CD5294-0F8D-4D9E-ACB3-D7C9EFAA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6B49A3-EB6B-4C2C-986C-99FBB3BB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108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F84BE8-98AF-425E-8038-EEB64D9B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418755-A442-4D87-B7FB-4E0EF23E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Evaluator 15/30 ngoài UI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22E900-8131-4F1E-B7BA-D3ACCC04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43A500-F9A5-42F3-9ECE-CF54E69E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E540E8-4D89-4499-A518-9D9E745F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0966B4-663B-480E-A45E-C42F5664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D0FDA2-C7E7-4B0A-9E84-C9328EED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Holdout 15 ca • 3 người dùng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390 px • 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62CBAA-1BC5-4443-99E6-55981916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FA5491-A8F8-472A-B4D7-D724D30B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FF5266-2AA2-4D5E-8C8F-B8FF08D4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873531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2026-10-05T06:46:43.4560000Z</dcterms:created>
  <dcterms:modified xsi:type="dcterms:W3CDTF">2026-10-05T06:46:43.4560000Z</dcterms:modified>
</coreProperties>
</file>