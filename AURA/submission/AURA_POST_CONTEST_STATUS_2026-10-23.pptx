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c154dd54c4acb" /><Relationship Type="http://schemas.openxmlformats.org/officeDocument/2006/relationships/extended-properties" Target="/docProps/app.xml" Id="R9949749327d748b8" /><Relationship Type="http://schemas.openxmlformats.org/officeDocument/2006/relationships/officeDocument" Target="/ppt/presentation.xml" Id="Ra9ccf20ba2b1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6ebd0db354514"/>
  </p:sldMasterIdLst>
  <p:notesMasterIdLst>
    <p:notesMasterId xmlns:r="http://schemas.openxmlformats.org/officeDocument/2006/relationships" r:id="R732019f8cc064c69"/>
  </p:notesMasterIdLst>
  <p:sldIdLst>
    <p:sldId xmlns:r="http://schemas.openxmlformats.org/officeDocument/2006/relationships" id="256" r:id="R770ddfb5c10449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70f1b8d75418f" /><Relationship Type="http://schemas.openxmlformats.org/officeDocument/2006/relationships/slideMaster" Target="/ppt/slideMasters/slideMaster1.xml" Id="R3ce6ebd0db354514" /><Relationship Type="http://schemas.openxmlformats.org/officeDocument/2006/relationships/notesMaster" Target="/ppt/notesMasters/notesMaster1.xml" Id="R732019f8cc064c69" /><Relationship Type="http://schemas.openxmlformats.org/officeDocument/2006/relationships/presProps" Target="/ppt/presProps.xml" Id="R84ee8574643d4df5" /><Relationship Type="http://schemas.openxmlformats.org/officeDocument/2006/relationships/tableStyles" Target="/ppt/tableStyles.xml" Id="R9073d51f2a0748dc" /><Relationship Type="http://schemas.openxmlformats.org/officeDocument/2006/relationships/slide" Target="/ppt/slides/slide1.xml" Id="R770ddfb5c104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7cab97009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5613b8823644fa" /><Relationship Type="http://schemas.openxmlformats.org/officeDocument/2006/relationships/notesMaster" Target="/ppt/notesMasters/notesMaster1.xml" Id="R8f904b7e133441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224e6f1e744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cec6a64c348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4a2e77e604e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14bd6ddaf41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86793b4134b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49da17f55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94CDFD-68B5-49A0-B15A-BCE5932F77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5798BB-FE58-4F59-ACD0-F15554A38D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FAE46B-D3BD-4C0F-9F03-338E416FC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C71B2D-F14B-458D-8995-94192A602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E63EE2-6DE8-4238-8ABA-007AC5DDE8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79DF85-A41E-4C51-918D-F1EFBDBCC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30DF7A-3729-4091-BC97-EAB9E92F7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5F195B-EE4C-499B-A86C-7C871AC604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DFA1AC-A542-4D0F-B458-503321402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0E8903-F0DC-43A3-9562-1595660306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1dacef7d9406b" /><Relationship Type="http://schemas.openxmlformats.org/officeDocument/2006/relationships/slideLayout" Target="/ppt/slideLayouts/slideLayout1.xml" Id="Rf40c401feb6741ba" /><Relationship Type="http://schemas.openxmlformats.org/officeDocument/2006/relationships/slideLayout" Target="/ppt/slideLayouts/slideLayout2.xml" Id="Rafb7c4f9b170463e" /><Relationship Type="http://schemas.openxmlformats.org/officeDocument/2006/relationships/slideLayout" Target="/ppt/slideLayouts/slideLayout3.xml" Id="R27d5b63138684dc6" /><Relationship Type="http://schemas.openxmlformats.org/officeDocument/2006/relationships/slideLayout" Target="/ppt/slideLayouts/slideLayout4.xml" Id="R9bb135ec91994649" /><Relationship Type="http://schemas.openxmlformats.org/officeDocument/2006/relationships/slideLayout" Target="/ppt/slideLayouts/slideLayout5.xml" Id="R4f9b4e8467af4d11" /><Relationship Type="http://schemas.openxmlformats.org/officeDocument/2006/relationships/slideLayout" Target="/ppt/slideLayouts/slideLayout6.xml" Id="R6d8066acd22e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c401feb6741ba"/>
    <p:sldLayoutId xmlns:r="http://schemas.openxmlformats.org/officeDocument/2006/relationships" id="2147483650" r:id="Rafb7c4f9b170463e"/>
    <p:sldLayoutId xmlns:r="http://schemas.openxmlformats.org/officeDocument/2006/relationships" id="2147483651" r:id="R27d5b63138684dc6"/>
    <p:sldLayoutId xmlns:r="http://schemas.openxmlformats.org/officeDocument/2006/relationships" id="2147483652" r:id="R9bb135ec91994649"/>
    <p:sldLayoutId xmlns:r="http://schemas.openxmlformats.org/officeDocument/2006/relationships" id="2147483653" r:id="R4f9b4e8467af4d11"/>
    <p:sldLayoutId xmlns:r="http://schemas.openxmlformats.org/officeDocument/2006/relationships" id="2147483654" r:id="R6d8066acd22e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3abeab9974e57" /><Relationship Type="http://schemas.openxmlformats.org/officeDocument/2006/relationships/notesSlide" Target="/ppt/notesSlides/notesSlide1.xml" Id="Rf615c13a46574a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72260-2AC5-41E5-AE57-C70F6DB1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11087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4F8FB"/>
                </a:solidFill>
                <a:latin typeface="Segoe UI"/>
                <a:ea typeface="Segoe UI"/>
                <a:cs typeface="Segoe UI"/>
              </a:rPr>
              <a:t>AURA hiện tại: MVP có giám sát, chưa production-ready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C733B-ECFC-4FA6-BCBC-803E07CE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AI đọc dữ kiện  •  C# quyết định route  •  con người xử lý ngoại lệ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EA846-5595-4812-8F45-5DD1980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71778-FF1D-4D65-87F3-35DE927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2657475" cy="28194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44C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80244-2179-4795-9904-4B60020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EB89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4EB89A"/>
                </a:solidFill>
                <a:latin typeface="Segoe UI"/>
                <a:ea typeface="Segoe UI"/>
                <a:cs typeface="Segoe UI"/>
              </a:rPr>
              <a:t>SOURCE ĐÃ KIỂM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77C27-B0A8-46E0-98A7-6FCD5685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F4F8FB"/>
                </a:solidFill>
                <a:latin typeface="Segoe UI"/>
                <a:ea typeface="Segoe UI"/>
                <a:cs typeface="Segoe UI"/>
              </a:rPr>
              <a:t>231/231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AF4E0-BEC4-400C-967E-A5ADF6DD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955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Release tests pass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Build 0 warning/error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EF không pending migration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276D7-28D5-4490-A104-B582DA6C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704975"/>
            <a:ext cx="2657475" cy="28194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44C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F4EF3-CA00-4AF1-B82F-46E588B2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240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8C4D9"/>
                </a:solidFill>
                <a:latin typeface="Segoe UI"/>
                <a:ea typeface="Segoe UI"/>
                <a:cs typeface="Segoe UI"/>
              </a:rPr>
              <a:t>DRIVE SYNTHETIC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B4069-3CE7-4220-ADA9-EF4F9AA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57450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F4F8FB"/>
                </a:solidFill>
                <a:latin typeface="Segoe UI"/>
                <a:ea typeface="Segoe UI"/>
                <a:cs typeface="Segoe UI"/>
              </a:rPr>
              <a:t>100 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EC07C-7B27-4CF4-BF43-AF06C0ED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67075"/>
            <a:ext cx="22955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100 file, 30 nội dung khác nhau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98 completed, 2 fail-safe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Không phải 98%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09605-31C6-4421-B859-7B74747B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04975"/>
            <a:ext cx="2657475" cy="28194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44C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139BE-83FD-4713-B0FF-BA182CC6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8C4D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8C4D9"/>
                </a:solidFill>
                <a:latin typeface="Segoe UI"/>
                <a:ea typeface="Segoe UI"/>
                <a:cs typeface="Segoe UI"/>
              </a:rPr>
              <a:t>ẢNH THẬT CÓ CONSENT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054F6-F10B-476F-B937-E1D2AE2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F4F8FB"/>
                </a:solidFill>
                <a:latin typeface="Segoe UI"/>
                <a:ea typeface="Segoe UI"/>
                <a:cs typeface="Segoe UI"/>
              </a:rPr>
              <a:t>15/15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62381-5142-4A64-80D9-75D0094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22955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Manual localhost hoàn tất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Không upload lên Drive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Chưa có nhãn để chấm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0CE0B-EEF9-4EC6-86F1-AAB65330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04975"/>
            <a:ext cx="2657475" cy="28194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44C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29326-FCF5-4711-A3FE-3CF741A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240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E7AC32"/>
                </a:solidFill>
                <a:latin typeface="Segoe UI"/>
                <a:ea typeface="Segoe UI"/>
                <a:cs typeface="Segoe UI"/>
              </a:rPr>
              <a:t>GATE CÒN MỞ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855AA-EEE6-4DA1-B799-432B659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57450"/>
            <a:ext cx="228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F4F8FB"/>
                </a:solidFill>
                <a:latin typeface="Segoe UI"/>
                <a:ea typeface="Segoe UI"/>
                <a:cs typeface="Segoe UI"/>
              </a:rPr>
              <a:t>NO-GO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4958D-2325-4515-AAFB-B522D29E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67075"/>
            <a:ext cx="22955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SSO/RBAC, scanner, retention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Privacy route, restore, multi-server</a:t>
            </a:r>
          </a:p>
          <a:p xmlns:a="http://schemas.openxmlformats.org/drawingml/2006/main">
            <a:pPr algn="l">
              <a:defRPr sz="1200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User study &amp; holdout độc lập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CD6E5-1F9A-4945-B6CE-B53F8F3A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871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72E48"/>
          </a:solidFill>
          <a:ln xmlns:a="http://schemas.openxmlformats.org/drawingml/2006/main" w="9525">
            <a:solidFill>
              <a:srgbClr val="E7AC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29EAA-9CF0-47FD-90AF-5E0EBD5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8FB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4F8FB"/>
                </a:solidFill>
                <a:latin typeface="Segoe UI"/>
                <a:ea typeface="Segoe UI"/>
                <a:cs typeface="Segoe UI"/>
              </a:rPr>
              <a:t>Track A: luồng lõi và human-in-the-loop đã chứng minh được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52E3E-F031-4E21-9D46-C54AC0AB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7AC3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E7AC32"/>
                </a:solidFill>
                <a:latin typeface="Segoe UI"/>
                <a:ea typeface="Segoe UI"/>
                <a:cs typeface="Segoe UI"/>
              </a:rPr>
              <a:t>Chưa chứng minh tác động trên 3 người dùng hoặc độ chính xác ở quy mô lớn. Bản live có thể vẫn là candidate cũ.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90F29-75E0-41E6-B646-D3A11B68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47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BAFC1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BAFC1"/>
                </a:solidFill>
                <a:latin typeface="Segoe UI"/>
                <a:ea typeface="Segoe UI"/>
                <a:cs typeface="Segoe UI"/>
              </a:rPr>
              <a:t>AURA • 23/10/2026 • ADDENDUM HẬU CUỘC THI • KHÔNG THAY THẾ SLIDE ĐÃ NỘP</a:t>
            </a:r>
          </a:p>
        </p:txBody>
      </p:sp>
    </p:spTree>
    <p:extLst>
      <p:ext uri="{BB962C8B-B14F-4D97-AF65-F5344CB8AC3E}">
        <p14:creationId xmlns:p14="http://schemas.microsoft.com/office/powerpoint/2010/main" val="1231359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2026-10-23T04:53:05.1630000Z</dcterms:created>
  <dcterms:modified xsi:type="dcterms:W3CDTF">2026-10-23T04:53:05.1630000Z</dcterms:modified>
</coreProperties>
</file>